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7:46:03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5085,'0'-50,"25"50,-25-24,50 24,-26 0,-24-50,50 50,-50-25,74 25,-49-49,25 49,-25-25,-1 25,51-50,-50 50,-1-25,51 25,-75-25,25 25,-25 25</inkml:trace>
  <inkml:trace contextRef="#ctx0" brushRef="#br0" timeOffset="1647.1258">7591 6598,'-25'0,"25"-25,0 0,49-24,1 49,-25-50,0 50,24-49,-24 49,49-50,-49 50,0-50,25 50,-26 0,-24-24,25 24,0 0</inkml:trace>
  <inkml:trace contextRef="#ctx0" brushRef="#br0" timeOffset="2855.9443">7615 7764,'0'25,"-24"-25,24 49,-50-49,50 25,25-50,0 25,24-99,26 74,-1-24,0 24,-24-25,24 50,-49-49,0 49,-25-25</inkml:trace>
  <inkml:trace contextRef="#ctx0" brushRef="#br0" timeOffset="43641.0885">1414 5283,'0'0,"0"-24</inkml:trace>
  <inkml:trace contextRef="#ctx0" brushRef="#br0" timeOffset="45652.6932">10567 1935,'-25'0,"25"49,0 1,0 24,0 1,-49 24,49-25,0-24,0-25,25-25,24-50,26 25,-1-24,0 49,1 0,-26-50,-24 50,25 0</inkml:trace>
  <inkml:trace contextRef="#ctx0" brushRef="#br0" timeOffset="45959.2962">11138 2034,'0'-25,"0"0,0 75,0 24,0 1,0-26,0 1,0-25,0 49</inkml:trace>
  <inkml:trace contextRef="#ctx0" brushRef="#br0" timeOffset="46197.6932">11386 2059,'0'-75,"0"100,0 25,0-1,0 1,0 0,0-1,0-24,0 0</inkml:trace>
  <inkml:trace contextRef="#ctx0" brushRef="#br0" timeOffset="46493.3788">11386 2034,'0'0,"0"-25,49 75,-24-50,25 74,-50-49,49-25,-49 50,50-50,-25 0,-25-25,49-25,-49 1,0-26,0 1,0-1,0 51,25 24</inkml:trace>
  <inkml:trace contextRef="#ctx0" brushRef="#br0" timeOffset="46829.0294">11832 1885,'0'-49,"0"73,0 1,25 25,-25-1,0 1,0 0,0-26,0 1,0 50,0-51,25-24,0 0,24 0,-24 0,25-49,-26 49,26-25,-25 25</inkml:trace>
  <inkml:trace contextRef="#ctx0" brushRef="#br0" timeOffset="47007.6538">11882 2059,'0'0,"25"-25,24 25,-24 0,0 0,0 0</inkml:trace>
  <inkml:trace contextRef="#ctx0" brushRef="#br0" timeOffset="47159.8029">11857 1836,'0'0,"0"-50,0 0,50 50,-1 0,1 0</inkml:trace>
  <inkml:trace contextRef="#ctx0" brushRef="#br0" timeOffset="47444.5347">12328 1786,'0'-25,"25"25,-25 25,0 25,0 24,-25 0,25-24,0-25,0 24,0 1,25-50</inkml:trace>
  <inkml:trace contextRef="#ctx0" brushRef="#br0" timeOffset="47715.0032">12378 1786,'0'0,"0"-50,0 1,25-1,24 50,1 25,24 49,-74-24,25-25,-25 0,0-1,0 26,0-25,0 0,0 24,0 1,-25-50</inkml:trace>
  <inkml:trace contextRef="#ctx0" brushRef="#br0" timeOffset="47866.1367">12378 1860,'0'-24,"49"24,1-25,0 25</inkml:trace>
  <inkml:trace contextRef="#ctx0" brushRef="#br0" timeOffset="48111.1506">12800 1612,'0'0,"0"50,0 0,0-1,0 26,0-26,0 26,0-26,0-24,0 25</inkml:trace>
  <inkml:trace contextRef="#ctx0" brushRef="#br0" timeOffset="48515.3039">12750 1662,'0'0,"0"-25,25-25,24 50,-24 0,25 0,-25 0,24 0,26 0,-75 25,0 25,0 0,-25-50,0 74,-25-49,26-25,24 49,-50-49,50 25,0 0,0 0,74-25,-24 74,-25-49,0-25,24 25,-24-25,25 49</inkml:trace>
  <inkml:trace contextRef="#ctx0" brushRef="#br0" timeOffset="55020.3773">16719 1389,'0'-25,"0"0,0 50,0 25,0 49,0 0,0-24,0-1,0-24,0-25,0 24</inkml:trace>
  <inkml:trace contextRef="#ctx0" brushRef="#br0" timeOffset="55214.3872">16347 1463,'0'0,"-50"0,50-24,0-26,0-24,50 24,24 50,50-50,0 50,-25 0,-24 0,-26 0,-49 25</inkml:trace>
  <inkml:trace contextRef="#ctx0" brushRef="#br0" timeOffset="55515.573">17066 1538,'0'0,"25"0,24 0,-49 25,25 24,-25 26,0-50,0 24,0-24,-25-25,1 50,-26-50,-24 0,49-25,-25-50,50 1,-25 24,25 1,0 24,25 25,25-50,-1 50,1 0</inkml:trace>
  <inkml:trace contextRef="#ctx0" brushRef="#br0" timeOffset="55843.6691">17686 1116,'0'0,"0"-49,0 98,0 26,0-1,0 25,25 25,-25 50,74 0,-74-75,50 0,-50-25,0 1,0-26,-25 1,-24-25</inkml:trace>
  <inkml:trace contextRef="#ctx0" brushRef="#br0" timeOffset="56159.5501">17636 1935,'0'0,"0"-50,0 25,0-24,50 24,-25 25,25 0,-1-50,1 50,-25 0,24-24,-24-26,-25 0,0 25,25 25,-25 25,0 25,0 0,0-1,0 1,49-1,-49-24,0 25</inkml:trace>
  <inkml:trace contextRef="#ctx0" brushRef="#br0" timeOffset="56316.0945">18033 1339,'0'0,"0"-49,0 98,0-24,0 25</inkml:trace>
  <inkml:trace contextRef="#ctx0" brushRef="#br0" timeOffset="56632.8487">18133 1513,'49'0,"-49"74,0-49,25 25,-25 0,0-1,0-24,50-50,-50-24,0-1,24 25,-24-25,25 50,25 25,-50 0,0 0,25 25,-25-26,24-24,-24 25,50-25</inkml:trace>
  <inkml:trace contextRef="#ctx0" brushRef="#br0" timeOffset="57060.8227">18653 1166,'0'0,"-24"-50,24 1,0 73,0 1,49 25,-49 24,25 25,-25-24,0-1,0-24,0-25,0-1,50-24,-50-24,-25-1,25-25,-75 25,51 25,-26 0,-24 0,74 25,-50 0,50 25,0-26,0 26,74-50,26 0,24-25,49-24,1-26</inkml:trace>
  <inkml:trace contextRef="#ctx0" brushRef="#br0" timeOffset="57575.9678">20142 1017,'0'-25,"25"25,-25-49,0 73,-25 26,25 24,-50 1,1-1,49 1,-25-1,25-49,-50 0,50 24,-25-49</inkml:trace>
  <inkml:trace contextRef="#ctx0" brushRef="#br0" timeOffset="57794.3739">19844 1166,'-50'-25,"75"25,0 0,25 25,-1 24,26-24,-1 25,-24-25,-1 24,-49-24,50-25</inkml:trace>
  <inkml:trace contextRef="#ctx0" brushRef="#br0" timeOffset="58140.8703">20588 1265,'0'-25,"0"50,0 49,0-24,-25 0,-24-1,24 1</inkml:trace>
  <inkml:trace contextRef="#ctx0" brushRef="#br0" timeOffset="58754.7567">20737 943,'0'0,"0"-25,0 0,25 75,-25-26,49 1,-24 25,25-50,-25-25,-25-25,0 26,49-26,-49 25,25 25,-25-49,0 98,0-24,-25 0,25 24,-49-24,24 0,-25-25,50 50,0-1,0-24,0 25,25-1,-25-24,0 0,0 24,0-24,25 0</inkml:trace>
  <inkml:trace contextRef="#ctx0" brushRef="#br0" timeOffset="59265.7831">21258 1240,'0'0,"25"0,0 0,24 0,-74 0,1 0,24-25,-50 25,50-74,-50 24,50-24,0 0,0-1,0 26,25-1,0 25,0 25,24 0,-49 50,0-25,0 24,-24 1,-1 24,-25-24,50-1,-49 1,49 0,0-26,0 26,0-25,24-25,1 0,50 0,-26-25,-24 25,25-50</inkml:trace>
  <inkml:trace contextRef="#ctx0" brushRef="#br0" timeOffset="59765.688">21630 769,'0'-50,"0"26,25 24,0 0,24-25,1 25,-1 0,-49 25,0-1,-49 26,49 0,-50 24,50-24,-25-1,25-24,0 25,0-1,25-49,25 0,-1 0,26-74,-75 49</inkml:trace>
  <inkml:trace contextRef="#ctx0" brushRef="#br0" timeOffset="59953.6876">21655 943,'0'0,"-50"0,50-25,25 25,49-25,-24 25,0 0,-1-50,-24 50,25 0</inkml:trace>
  <inkml:trace contextRef="#ctx0" brushRef="#br0" timeOffset="105091.5924">11485 4415,'25'0,"-25"-49,0 98,-50 26,50-26,-25 1,25-1,-49 26,49-26,-25 1,25-25,0 25,-50-26,50-73</inkml:trace>
  <inkml:trace contextRef="#ctx0" brushRef="#br0" timeOffset="105831.8072">11535 4514,'0'0,"0"-24,0-1,0-25,0 25,24 50,-24 0,0 25,25-1,-25 1,50 24,-50-24,25-25,-25-1,0 26,49-25,-49 0</inkml:trace>
  <inkml:trace contextRef="#ctx0" brushRef="#br0" timeOffset="106411.3841">11485 4713,'-25'0,"75"0,-1 0,1 0,-50-50</inkml:trace>
  <inkml:trace contextRef="#ctx0" brushRef="#br0" timeOffset="107085.0321">11609 4514,'0'-24,"0"73,0 1,0-1,0 1,50 24,-50-24,49 25,-49-51,25-24,-25 50,0-75</inkml:trace>
  <inkml:trace contextRef="#ctx0" brushRef="#br0" timeOffset="109273.7806">12155 4589,'0'0,"49"0,1-25,-25 25,-1 0</inkml:trace>
  <inkml:trace contextRef="#ctx0" brushRef="#br0" timeOffset="109449.4798">12155 4812,'0'0,"24"0,1 0,0 0,25 0,-26 0,1 0</inkml:trace>
  <inkml:trace contextRef="#ctx0" brushRef="#br0" timeOffset="111302.7574">13271 3696,'25'0,"-50"0,-50 0,26 0,24 0,-25 0,1 0,-1 0,25 0,1 0,24 50,0-26,0 1,0 25,0-1,0-24,0 25,0-1,0 1,0 24,0 1,0-26,0 26,0-1,0 50,0 25,0-25,0-25,0 75,0 0,0-1,0-24,0 25,0-50,0 25,0-75,0 25,0 0,0-24,0 24,0 0,0 0,0 75,-50-25,50-25,0 0,0 0,0-50,0-24,0 0,0-26,0 1,0 50,0-26,0 1,0 49,0-25,0-24,0-25,0 25,25-50,24 0,-24 0,0 0,25-25,-26 25,1 0,25-25,-25 25,24-50,1 50,-1 0,26-25,-26 25</inkml:trace>
  <inkml:trace contextRef="#ctx0" brushRef="#br0" timeOffset="115459.1737">13395 4167,'0'-49,"0"24,0 50,0-1,0 26,0-25,0 0,0 24,0 26,-25-51</inkml:trace>
  <inkml:trace contextRef="#ctx0" brushRef="#br0" timeOffset="116168.6148">14710 4068,'0'-25,"0"75,0-1,0 1,49 0,-49-26,0 26,25-25,-25 0</inkml:trace>
  <inkml:trace contextRef="#ctx0" brushRef="#br0" timeOffset="116872.2605">16322 4018,'0'-24,"0"48,0 26,0 0,0-1,0-24,25 25,-25-1</inkml:trace>
  <inkml:trace contextRef="#ctx0" brushRef="#br0" timeOffset="120317.8754">13444 5531,'25'0,"-50"0,-49 0,49 0,0 0,1 0,-26 0,25 0,0 0,25-24,25-1,50-25,-51 50,26-25,-25 25,-25-49,49 49,-49-25,50 25,-50 74,0 1,0-1,-25 1,25-1,0 0,0-24,0 25,0-51,50-24</inkml:trace>
  <inkml:trace contextRef="#ctx0" brushRef="#br0" timeOffset="121306.4954">14710 5358,'-25'0,"25"-25,0-25,49 50,1 0,0 0,-26 0,-24 50,0-25,0 0,0-1,0 26,0-25,0 0,-24-25,24 24,-25-24,50 0,24 0,-24 0,25 25,-50 25,0 24,0-24,-50-50,0 49,1-49,24 0,-25 0,1 0,49-24,25 24</inkml:trace>
  <inkml:trace contextRef="#ctx0" brushRef="#br0" timeOffset="122361.5222">16719 5531,'-25'0,"0"0,0 0,-49 0,49 0,-25 0,26 0,-1 0,25-24,0-1,49 25,-49-50,50 50,0-25,-26 1,1 24,-25-50,50 50,-50-25,0 0,0 75,0 49,0 0,0 1,0 24,0-25,0-25,0 1,0-26,0-24,0 0</inkml:trace>
  <inkml:trace contextRef="#ctx0" brushRef="#br0" timeOffset="124501.3642">13569 6896,'0'0,"0"-25,0 75,0-26,-75-24,25 0,26 0,-1 0,-25-74,50 24,0 25,0 1,25 24,0 0,24 0,-24 0,25 24,-50 51,0-25,0-1,0 1,0-1,0-24,-25 25,25-25,-74-25,49 49,-25-49,1 0,73 0,1 0</inkml:trace>
  <inkml:trace contextRef="#ctx0" brushRef="#br0" timeOffset="125573.4804">14784 6846,'0'-50,"25"50,24 0,-49-24,50 24,0 0,-1 0,-24 0,-25 74,0-49,0 0,0 24,0 1,-50-50,1 25,74-25,-1 0,26 0,-50 49,50 1,-50-25,0 0,0 24,0-24,-25-25,0 0,0 0,0 0,-24 0,24 0,0-25</inkml:trace>
  <inkml:trace contextRef="#ctx0" brushRef="#br0" timeOffset="126702.6143">16967 6871,'49'0,"-73"0,-1 0,-25 0,25 0,-24 0,24 0,0 0,0 0,-49 0,49 0,25-25,0-25,75 50,-51-49,26 24,-25 25,0-74,24 74,-49-25,50 25,-50-25,25 25,-25-50,0 125,0-1,0 50,0 50,0-25,0-50,0-25,49 1,-49-50,25 24</inkml:trace>
  <inkml:trace contextRef="#ctx0" brushRef="#br0" timeOffset="131663.731">17413 3746,'0'0,"-25"0,-24 0,49-25,49 25,1 0,24 0,-24 0,-25 0,0 0,24 0,-49 25,0 49,0 0,0 1,0 24,0 25,0 50,0 24,0-49,0 25,0 24,0 0,0 1,0-1,0 1,0-1,0 1,0-1,0-49,0-50,0 0,0 1,0-26,0 0,0 1,0-1,0 1,0-1,0 0,0 1,0-1,0-24,0-25,0 24,0-74,0 1,-25 24,1 0,-1 0,-25 0,1 0,-1 0,-24 0,-26 24,26-24,-25 50,0-50,-50 0,50 25</inkml:trace>
  <inkml:trace contextRef="#ctx0" brushRef="#br0" timeOffset="132834.1471">18306 4961,'0'0,"0"25,-74 0,24 24,1-24,-1-25,0 50</inkml:trace>
  <inkml:trace contextRef="#ctx0" brushRef="#br0" timeOffset="133530.4939">19050 4192,'0'0,"0"-25,0 75,-24 24,24 50,0 0,0 0,0-49,0-1,0-24,0 24,0-49,0-75,0 26,0-1,0-25,24 25,26-24,-25 49,24 0,-24 0,25 0,-50 49,49-24,-49 0,0 25,0-1,-24-49,-1 25,0-25,-25 0,26 0,-1 0,-25 0,100 0,-50-25</inkml:trace>
  <inkml:trace contextRef="#ctx0" brushRef="#br0" timeOffset="133845.176">19646 4589,'0'-25,"24"25,1 0,0 0,25 0,-26 0,1 0</inkml:trace>
  <inkml:trace contextRef="#ctx0" brushRef="#br0" timeOffset="133996.7714">19670 4787,'25'0,"-50"0,50 0,0 0,25 0,-1 0,1 0,-25 0</inkml:trace>
  <inkml:trace contextRef="#ctx0" brushRef="#br0" timeOffset="135179.8257">20489 3671,'0'-50,"-50"50,26 0,-1 0,0 0,-25 0,26 0,-1 0,-25 0,50 25,0 25,0-25,0 0,0 24,0 26,0-26,0 26,0 24,0 25,0-25,0 75,0 24,0 25,0 25,0-24,-49 24,49-100,0 26,0-50,0 0,0-49,0-26,0 26,0 24,0-25,0 1,0-1,0 0,0 1,24-50,-24 0,0 24,0-24,0 0,0 24,0 1,25-50,-25 25,25-25,25 0,-50 25,24-25,1 0,0 0,49 0,-49 0,25 0,-25 0,24 0,26 0,-1 0,-24 0,-1 0,-24 0</inkml:trace>
  <inkml:trace contextRef="#ctx0" brushRef="#br0" timeOffset="138989.1913">20762 3870,'0'-25,"0"0,74 25,-24 0,0 0,-26 0,26 74,-50-49,0 25,0-25,-25-1,-24 51,24-75,-25 0,25 0,50 0,25 0,24 0,-74 25,50-25,-50 49,0 1,-50 24,25-74,1 0,-26 25,25-25,0 0</inkml:trace>
  <inkml:trace contextRef="#ctx0" brushRef="#br0" timeOffset="139922.3633">20886 5209,'25'-25,"0"25,-25-49,49 24,-49 0,25-49,-25 49,0-25,0 25,0-24,-50 49,1 0,-1 0,25 0,25 25,-25-25,25 24,0 1,0 25,0-25,25-1,0 26,25-50,-25 25,24-25,-49 25,50-25,-50 49,25 1,-25-1,0 1,0-25,0 24,-50-49,0 0,26 0,-1-24,-25 24,50-75,-50 50,50-24,0 24,0-25,25 50,25-49,-25 49,0 0,24-50,-24 50</inkml:trace>
  <inkml:trace contextRef="#ctx0" brushRef="#br0" timeOffset="141301.1847">20911 6176,'0'0,"0"-24,-25 24,0 0,25-25,-50 25,1 0,74 0,-1 0,26 0,0 0,-1-50,26 50,-26 0,-24 0,-25-25,25 25,-50 0,25 25,-49 25,49-1,0 1,-25 24,25 1,0-26,0 26,0-50,0 24,0-24,-50-25,25 0</inkml:trace>
  <inkml:trace contextRef="#ctx0" brushRef="#br0" timeOffset="141505.1546">20936 6375,'0'-50,"-25"50,50 0,-1 0,26 0,0 0,24-25,-24 25,-26 0,1 0</inkml:trace>
  <inkml:trace contextRef="#ctx0" brushRef="#br0" timeOffset="143153.4668">21159 3646,'0'-49,"-50"49,50-25,25 25,49 0,-24 0,-25-25,24 25,1 0,-25 0,-25 25,0 24,0 26,0-50,0 49,0 25,0 1,0-1,0 74,0 1,0-50,0 25,0-25,0 0,0 25,0-25,0 25,0-25,0 24,-25-24,25 25,0-25,0 25,0-50,0 1,0-51,0 1,0 24,0 1,-25-1,25-24,0 24,0 1,0-26,-49 26,49-26,0 1,0-1,0 1,0-25,0 0,0 24,0 1,0-1,0 51,0-26,0-24,0-75,-50 0,50-25,-25 1,25 24,-25 25,25-25,-24 25,-26 0,50-25,-25 25,0 0,-49 0,24 0,1 0,-1 0,25 0,-24 0,24 0</inkml:trace>
  <inkml:trace contextRef="#ctx0" brushRef="#br0" timeOffset="152642.4312">2208 10195,'0'-25,"0"-25,0 26,-25 24,0 74,-24 25,-1 0,25 1,25-26,-49-24,49-1,0-24,0 25,-25-50,25-25</inkml:trace>
  <inkml:trace contextRef="#ctx0" brushRef="#br0" timeOffset="153302.078">2208 10244,'0'-24,"0"-1,25 25,-25-25,49-25,-49 26,25 24,-25-25,0 74,0 26,0 24,0 0,0 0,0 1,0-26,0-24,0-26,0 26,0-75,0-24,0 24,-25 0,1-25,-1 50,25-24,-50 24,-24 0,49 0,75 0,-1 0,26 0,-1 0,0-50</inkml:trace>
  <inkml:trace contextRef="#ctx0" brushRef="#br0" timeOffset="189522.8317">2902 10294,'0'0,"50"0,-25 0,0 0,0 0,24 0,-24 0,0 0</inkml:trace>
  <inkml:trace contextRef="#ctx0" brushRef="#br0" timeOffset="189708.6995">3027 10393,'24'0,"26"0,24 0,1 0</inkml:trace>
  <inkml:trace contextRef="#ctx0" brushRef="#br0" timeOffset="191029.2662">4341 9178,'0'-25,"-25"25,-49 0,49 0,0 0,1 0,-51 0,26 0,-1 0,25 0,0 0,-24 50,49-26,-25-24,25 50,0 49,0-74,0 25,0 24,0-24,0 24,0 0,25 26,-25-1,0 0,0 0,0 1,0-1,0 25,0-25,0-25,24 1,-24 24,0 25,0 0,0-25,0 1,0 24,0-25,0 25,0-25,0 0,0-24,0-1,0 25,50-24,-50-1,0 25,0 1,0-1,0-25,0 1,0-26,0 26,0-26,0 1,0-25,0-1,0 26,0 24,25-24,-25 24,0-24,0 0,0-25,0 49,50-49,-50 0,0 24,0-24,0 0,24-25,-24 25,25-25,25 0,24 0,-24 0,-1 0,26-50,24 50,0 0,25-50,-25 50,-24 0,-1 0,1 0</inkml:trace>
  <inkml:trace contextRef="#ctx0" brushRef="#br0" timeOffset="196499.8294">4292 9699,'0'-25,"0"-25,0 25,0 75,0 24,-50 26,50-1,0-25,0 1,0-26,0-24,25-25</inkml:trace>
  <inkml:trace contextRef="#ctx0" brushRef="#br0" timeOffset="197270.8442">5309 9624,'0'0,"0"-49,49 49,-49 49,0 1,0 24,0-24,0-1,0-24,0 0,0 49,25-74</inkml:trace>
  <inkml:trace contextRef="#ctx0" brushRef="#br0" timeOffset="198315.3338">6995 9649,'0'-25,"0"-24,0 24,0 0,0 0,0-24,0 123,-25 0,25-24,0 24,0 1,0-26,0 1,0-25,0 0</inkml:trace>
  <inkml:trace contextRef="#ctx0" brushRef="#br0" timeOffset="199468.9382">4192 11286,'25'0,"0"0,0 0,-100 0,51 0,-1 0,-25 0,1 0,24 0,0 0,25-49,74 49,-74-50,50 50,-50-50,50 1,-1-26,-49 26,25 49,-25-25,0 50,0 24,50 1,-50 24,0 1,0-1,0 1,0-26,49 26,-49-51,50-24,-50 25,49-25</inkml:trace>
  <inkml:trace contextRef="#ctx0" brushRef="#br0" timeOffset="200151.4948">5160 10914,'0'0,"49"0,-49-50,50 50,24 0,-49 0,-25 25,25-25,-25 50,0-25,0-1,0 26,0-25,0 0,-50-25,1 0,74 0,-1 0,1 0,25 0,24 0,-74 49,25-49,-25 50,0 0,-50-1,26-49,-26 25,-24-25,49 0,-25 0</inkml:trace>
  <inkml:trace contextRef="#ctx0" brushRef="#br0" timeOffset="201081.6619">7169 11063,'-50'0,"25"0,1 0,-26 0,25 0,0 0,1 0,-51 0,75-25,25 25,0 0,0-50,24 50,-24-49,0 49,-25-75,49 75,-49-49,25-1,-25 25,0 50,0 74,0 1,0-1,0 25,0 25,0 24,0-73,0-26,0-24</inkml:trace>
  <inkml:trace contextRef="#ctx0" brushRef="#br0" timeOffset="201898.7632">4639 12229,'0'25,"-25"-25,0 49,0-49,-24 0,-1 0,25 0,-24 0,-1-25,50 1,-49-26,49 0,49 50,-24 0,0-25,49 25,-49 0,0 0,24 75,-49-1,25 1,-25-1,0 1,0-26,0-24,0 25,-25-50,1 0,24-25,24 25</inkml:trace>
  <inkml:trace contextRef="#ctx0" brushRef="#br0" timeOffset="202447.335">5507 12105,'0'-25,"50"25,-50-50,74 50,-49 0,0 0,24 0,-49 25,50-25,-50 74,0-49,0 0,-25 50,-25-51,26-24,48 0,26 0,24 0,-74 25,25-25,-25 50,0 24,-49-74,-1 25,-24-25,24 0,25 0,-24 0,73 0</inkml:trace>
  <inkml:trace contextRef="#ctx0" brushRef="#br0" timeOffset="203247.6803">7367 12328,'50'0,"-75"0,-24 0,24 0,0 0,-25 0,-24 0,24 0,25 50,1-50,-26 0,50-50,25 50,0-50,-1 50,26-49,0-1,-1-24,-49 24,25 50,-25-25,0 0,25 25,-25 75,0 24,0 25,0 75,0-51,0-24,0 25,0-50,0 1,25-100</inkml:trace>
  <inkml:trace contextRef="#ctx0" brushRef="#br0" timeOffset="204727.511">8062 9029,'0'-50,"0"75,0 0,0 0,0 24,-25 1</inkml:trace>
  <inkml:trace contextRef="#ctx0" brushRef="#br0" timeOffset="204897.3042">8037 9401,'0'50,"0"-1,0 1</inkml:trace>
  <inkml:trace contextRef="#ctx0" brushRef="#br0" timeOffset="205047.4227">8037 9674,'0'49,"0"-98,0 148</inkml:trace>
  <inkml:trace contextRef="#ctx0" brushRef="#br0" timeOffset="205208.277">8037 10046,'0'25,"0"0,0 24</inkml:trace>
  <inkml:trace contextRef="#ctx0" brushRef="#br0" timeOffset="205355.5129">8037 10443,'0'49,"0"-24,0 0</inkml:trace>
  <inkml:trace contextRef="#ctx0" brushRef="#br0" timeOffset="205515.779">8087 10889,'0'50,"0"-25,0 24,0-24,0 0</inkml:trace>
  <inkml:trace contextRef="#ctx0" brushRef="#br0" timeOffset="206010.361">8111 11336,'0'0,"0"25,0 24,0-24,0 25,0 24,0-49,0 49,0-49,0 0,0 24,0-24,0 0,0 25,0-26,0 1,0 50,0-1,0 0,0-49,0 25,0 0,0-1,0-24,0 49,0-49,0 25,0-1,0-24,0 25,0-25,0-1,0 1,0 50,0-26,0-24,0 0,0 24</inkml:trace>
  <inkml:trace contextRef="#ctx0" brushRef="#br0" timeOffset="206138.0191">8111 13171,'0'50,"0"-100,0 125,-24-75,24 49</inkml:trace>
  <inkml:trace contextRef="#ctx0" brushRef="#br0" timeOffset="206277.6462">8087 13444,'0'50,"0"-100,0 125</inkml:trace>
  <inkml:trace contextRef="#ctx0" brushRef="#br0" timeOffset="208677.0899">8955 9327,'0'0,"-25"0,25-25,50 25,-26 0,1 0,25 25,-50 24,0 1,0 24,-25-49,-25 49,26-74,24 25,24-25,26 0,-25 0,-25 50,0-25,0 24,-25-49,-25 0,26 25,-26-25,25 0</inkml:trace>
  <inkml:trace contextRef="#ctx0" brushRef="#br0" timeOffset="209833.6385">8955 11063,'25'0,"-25"-25,24 25,-24-74,0-1,0 50,0-24,0 24,-24 25,-26 0,0 0,1 0,24 0,25 50,0-1,0 1,0-1,0 1,25-50,-25 50,49-50,1 49,-25-49,24 50,-49 0,25-26,-25 26,0 0,-49-1,-26-49,26 0,49-74,0 24,0 25,0 1,49-51,-24 75,0 0,24-25,-24 25</inkml:trace>
  <inkml:trace contextRef="#ctx0" brushRef="#br0" timeOffset="210614.9557">8930 12005,'-50'0,"26"0,48 0,26 0,-25 0,0 0,-1 0,26 0,-25 0,-25 50,-50-50,50 50,0-1,0 26,-25 24,25-25,0 1,0-26,0 1,0 0,0-26,0 26,0 0,-24-50,24-25</inkml:trace>
  <inkml:trace contextRef="#ctx0" brushRef="#br0" timeOffset="210801.4008">8856 12526,'0'0,"0"-49,24 49,1 0,0 0,25 0,-26-25,1 25,25 0</inkml:trace>
  <inkml:trace contextRef="#ctx0" brushRef="#br0" timeOffset="212039.4214">9228 9054,'0'-25,"49"25,1 0,0 0,-1 0,-24 0,25 0,-50 50,24 24,-24 0,0-24,50 24,-50 26,0-1,50 50,-50 24,0-24,0 50,49 24,-49 74,50-49,-50 50,49 25,-49-75,0-25,0 0,0-99,50 50,-50-50,0 0,0-25,0 0,0 0,0-24,0-25,0-1,0-24,0 25,-25-50,-24 24,-1-24,25 0,-24 0,-1 0,-24 0,-75 0,25 0,0 0,0 0,24 0,51 0</inkml:trace>
  <inkml:trace contextRef="#ctx0" brushRef="#br0" timeOffset="213112.5075">2208 9748,'0'0,"-25"0,0 0,-24 0,24 0,0 0,25 25,50-25,24 0,1 0,-1 0,25 0,0 0</inkml:trace>
  <inkml:trace contextRef="#ctx0" brushRef="#br0" timeOffset="215843.9322">12502 9773,'0'0,"0"-25,0 100,-50-1,50 0,-25 1,25-1,-49 1,49-26,0-24,-25-25,25-49,0-26,74-24,-74-50,75 25,-75 0,50 50,-50-1,0 50,49 25,-49-24,0 48,25 26,-25 24,0 26,50 24,-50-25,0 0,0-24,0-26,0-24,0 25</inkml:trace>
  <inkml:trace contextRef="#ctx0" brushRef="#br0" timeOffset="216003.0246">12502 9897,'0'0,"50"0,-1 0,1 0,-1 0,-24 0</inkml:trace>
  <inkml:trace contextRef="#ctx0" brushRef="#br0" timeOffset="216301.9399">12849 9823,'0'-25,"0"50,0-1,0 26,0 0,0-1,0 1,0-25,50 0,-1-25,-24 0,0 0,-25-25,74-25,-74 25,0-24,0-1,0 25</inkml:trace>
  <inkml:trace contextRef="#ctx0" brushRef="#br0" timeOffset="216847.1408">13444 9897,'0'-50,"0"-24,0 49,-49 25,-1 0,25 25,1-25,24 50,-75-26,75 26,25 24,25-74,-1 0,-49-49,25 49,-25-50,50 1,-26 73,-24 26,0 49,0 1,50 48,-50-24,0 0,0 50,-25-25,0-50,-24-25,24-74,25 25,-50-25,-24-25,74-24,0-50,0-50,0 25,0 25,0 24,74 1,-49 74,0-25,25 25,-26 0,1 0</inkml:trace>
  <inkml:trace contextRef="#ctx0" brushRef="#br0" timeOffset="218482.9031">13544 9971,'0'0,"0"-24,25 24,-1 0,26 0,-50 24,0 26,0-25,0 0,0 0,0 24,-25-49,25-25,0-24,0 24,0 0,50-25,-50 26,25 24,-25-25,24 25,26 0,-25 0,-25 74,0-49,0 50,0-100,0 0,25 0,-25-25,74 26,-24-26,-26 50,-24 25,50 24,-50-24,0 0,0 25,25-50,-25 49,25-49,24 25,26-25,-51-25,1 1,25 24,-25-100,-25 75,74 1,-74-26,0 0,0 26,0-1,-25 25,-24 0,24 0,25 49,0-24,0 25,0-25,0-1,0 1,49-25,1 0,-25 0,0 0,-1 0,26-25,-25 1,-25-1,50 25,-50-75,0 51,0 48,0 26,0-25,0 24,0-24,74-25,-49-74,-25 49,49 0,-24 25,-25 50,50 24,24-49,-49-25,0 0,24 0,-24-74,-25-1,0 26,50-51,-50 1,0 0,0 0,0 24,0 26,0 24,0 75,-50-1,50 26,0-26,0 26,0-1,0 0,25 26,-25-51,50 1,-26-1,26-49,-50 25,74-25,-49 0,0 0,25 0,-26-25,26-49,-50 24,0 1,0 24,0-25,0 26,-25 48,25 26,-25-25,25 0,0 24,0-24,0 25,25-50,25 0,24 0</inkml:trace>
  <inkml:trace contextRef="#ctx0" brushRef="#br0" timeOffset="218679.0385">15057 9674,'0'0,"0"-50,49 50,1 0,24 0,-24 0,0 0</inkml:trace>
  <inkml:trace contextRef="#ctx0" brushRef="#br0" timeOffset="219119.5355">15875 9426,'0'-50,"0"100,0-75,0 75,0-1,0 1,0 24,0 1,0-1,25 0,-25-24,0-25,50 0,-50-50,0-25,-25 1,25-26,-74 75,49-25,-25 25,25 0,1 0,-26 0,50 75,0-1,0-24,50-50,-1 25,-24-25</inkml:trace>
  <inkml:trace contextRef="#ctx0" brushRef="#br0" timeOffset="219850.9679">16818 9475,'0'-49,"0"24,0-49,0 98,0 26,0 24,0 26,0-26,-50 25,50-24,0-26,0-24,0 25</inkml:trace>
  <inkml:trace contextRef="#ctx0" brushRef="#br0" timeOffset="220565.4387">16818 9699,'25'-199,"-50"398,50-373,-25 199,49 0,-49 49,25-49,-25 0,50-25,-50 49,49-49,-24 0,25 0,-50-25,49-24,-49-1,0 1,0-26,25 1,-25 24,0 75,0 0,0 24,0 1,0 0,0 24,0-24,0-26,50 1,-1-25,-24 50,0-50,49 0,-24-50,0 1,-1 24,1-25,-50 25,25-24,-25 24,-75 50,26 0,24 24,25-24,-25 0,25 24,0 1,50-50,24 0,-49-25,24-24,-49 24,25 25,-25-50,25 50,25 0,-50 25,0 25,0-26,25 1,24 50,-24-75</inkml:trace>
  <inkml:trace contextRef="#ctx0" brushRef="#br0" timeOffset="220795.8077">17934 8979,'0'-49,"0"98,0-74,0 75,0 25,0 24,0 25,0-25,0 25,0-50,0-24,0 0,0-26,0 1</inkml:trace>
  <inkml:trace contextRef="#ctx0" brushRef="#br0" timeOffset="221206.9387">17860 9426,'0'0,"0"-50,25 50,49-25,-24 25,-1 25,-24 0,25 49,-26-49,26 25,-50-1,25-49,-25 50,-25-50,25-25,0-24,25 24,-25-25,74 50,-49-49,0 49,49 0,-49 0,0 0,-25 74,49 0,-49-49,0 0,-24-25</inkml:trace>
  <inkml:trace contextRef="#ctx0" brushRef="#br0" timeOffset="221359.1953">18505 9178,'0'0,"0"-25,24 25,1 0,25 25,-25 0</inkml:trace>
  <inkml:trace contextRef="#ctx0" brushRef="#br0" timeOffset="221567.4895">19001 9327,'0'49,"-50"1,25-1,-24 1,24 24,25-24,-50-25,50 0,-49 24</inkml:trace>
  <inkml:trace contextRef="#ctx0" brushRef="#br0" timeOffset="221741.5219">18753 9426,'0'0,"24"25,-24 24,50-24,-25 25,25-26,-26 1,26 25,0-1,-1-49</inkml:trace>
  <inkml:trace contextRef="#ctx0" brushRef="#br0" timeOffset="222296.9436">19720 9351,'0'0,"0"-24,0-26,0 75,0 49,-25 1,25-1,-25 0,25 1,0-1,0 1,-49-26,49-24,0 25,0-75,0-50,0 26,25-26,-25-24,49-50,-49 25,75 0,-75 75,24 49,-24-25,25 50,-25 24,0 51,0-1,50 124,-50-124,0-24,0-26,50 1,-50-25,24-25,-24-50,0 25</inkml:trace>
  <inkml:trace contextRef="#ctx0" brushRef="#br0" timeOffset="222455.5168">19745 9748,'-25'0,"50"0,-50-49,50 49,24 0,-24 0,0-25,25 25,-50-50,25 50</inkml:trace>
  <inkml:trace contextRef="#ctx0" brushRef="#br0" timeOffset="222648.493">19571 9054,'0'0,"0"-25,75 25,-1 0,25 0,-24 0,-26 0,26 0</inkml:trace>
  <inkml:trace contextRef="#ctx0" brushRef="#br0" timeOffset="223264.9337">20539 9550,'0'0,"-50"0,75 0,0-25,-1 25,26 0,-25 0,0 0</inkml:trace>
  <inkml:trace contextRef="#ctx0" brushRef="#br0" timeOffset="223392.4721">20514 9649,'-25'25,"50"-50,-25 50,49-25,1 0,49 0</inkml:trace>
  <inkml:trace contextRef="#ctx0" brushRef="#br0" timeOffset="223869.8594">21308 9004,'0'0,"-25"0,0 0,-25 0,1 0,-1 0,25 0,-24 0,24 0,25 25,0 25,0-26,0 26,0 0,0 24,0 25,0 0,0 50,0-25,0 25,0 0,0 0,0-50,0-25,0-24,50 0,-50-26,0 26,49-50,1 0,-25 0,24 0,26-25,-26 25</inkml:trace>
  <inkml:trace contextRef="#ctx0" brushRef="#br0" timeOffset="224787.1268">21407 9500,'-25'50,"25"-1,-50 1,50 0,-49 24,49-49,0 0,-25-25,25 24,0-48,0-1,25-50,-25 26,25-1,-25-24,49 24,-49 1,0-1,25 50,0 0,24 25,-49 0,0-1,25 51,-25-1,0 1,0-1,0 0,0 1,0-50,0-1,0-73,0-1,0 1,0-1,0 0,0 1,-49 49,24 0,0 0,-25 0,75 0,0 0,25 0,-1 0</inkml:trace>
  <inkml:trace contextRef="#ctx0" brushRef="#br0" timeOffset="226199.1804">21903 9277,'0'-25,"0"-24,0 24,0 99,0-49,0 0,0 0,0 24,0 1,-25-50,25 25,0-1,0 26,0 0,0-26</inkml:trace>
  <inkml:trace contextRef="#ctx0" brushRef="#br0" timeOffset="226419.6269">21878 9649,'0'0,"0"124,0-74,0-1,0 1,0-25,-25-25,25 24</inkml:trace>
  <inkml:trace contextRef="#ctx0" brushRef="#br0" timeOffset="226555.9696">21853 10120,'0'50,"0"-100,0 125</inkml:trace>
  <inkml:trace contextRef="#ctx0" brushRef="#br0" timeOffset="226675.1581">21853 10294,'0'25,"0"-50</inkml:trace>
  <inkml:trace contextRef="#ctx0" brushRef="#br0" timeOffset="227282.8066">22201 9376,'0'0,"0"-49,0 73,0 26,0 0,0-1,0 1,0 24,0-24,-25-1,25 1,0-25,0 0,0-50,0 0,25-25,-25 26,24 24,-24-50,25 50,25 0,-25 0,-25 50,0-26,0 1,0 0,0 25,-50-50,25 0,-24-25,49 0</inkml:trace>
  <inkml:trace contextRef="#ctx0" brushRef="#br0" timeOffset="228078.7951">22275 9079,'0'0,"25"0,24 0,1 0,0 0,-26 0,1 0,-25 24,0 26,0-25,0 24,0 1,0 24,0 1,0 24,0 25,0 25,0-25,0 25,0-50,0 0,0-24,0-26,0-24,0 25,0-75,-49-25,24 50,-50 0,51 0,-1 0,-25 0,25 0,-24 0</inkml:trace>
  <inkml:trace contextRef="#ctx0" brushRef="#br0" timeOffset="245656.972">13792 5308,'0'-25,"0"1,0-1,-25 25,25-50,-25 50,0 0,25-25,-24 25,-26-24,25 24,25-50,-25 50,-24 0,24 0,0 0,-25 0,26 0,-1 0,0 0,-25 0,26 0,24 25,-25-25,25 25,-50-25,1 0,49 24,-25-24,0 0,25 25,-50-25,50 50,-24-50,24 25,-25-25,25 24,-25-24,25 50,-50-25,50 0,-24 24,24-24,-50 0,50 24,0 1,-25-50,25 50,0-1,0-24,0 25,0-1,0 1,0 0,0-26,0 26,0 24,25-24,-25-25,50 24,-26 1,-24-25,50-25,-50 25,25-25,-25 49,25-49,-25 25,24-25,51 25,-50-25,-1 49,26-49,-25 0,0 0,-1 0,26 0,0 0,-26 0,1 0,25-49,-25 49,-25-25,49 25,-49-25,50 25,-50-49,50 49,-50-25,24 25,-24-25,50-25,-50 1,50 49,-50-25,0 0,24 25,-24-49,0 24,25 25,-25-25,0-25,25 50,-25-24,0-1,0 0,0-25,50 1,-50 24,0 0,0-25,0 26,0-1,0-25,0 25,0 1,0-1,0-50,-50 75,50-49,-25 24,25 0,-49-49,24 49</inkml:trace>
  <inkml:trace contextRef="#ctx0" brushRef="#br0" timeOffset="268801.3761">12229 12129,'0'-24,"-50"48,50 26,-49 0,49-1,-25 1,25-25,-50 24,50-24,0 25,0-25,-24-25,24-50,74 0,-74 1,50 24,-50 0,24-24,-24 24,50-25,-50 25,25-24,-25-1,25 50,-25-50,49 50,-49-24,0-1,25 25,-25 25,0 24,0 1,0 24,0 1,50-1,-50 1,0-26,0-24,24 0,-24 24</inkml:trace>
  <inkml:trace contextRef="#ctx0" brushRef="#br0" timeOffset="270983.2533">10394 12353,'-25'0,"0"0,-25 0,25 0,1 0,-26 0,75 0,0 0,-1 0,26 0,0 0,-25 0,24 0,1 0,-1 0,75 0,-49 0,74 0,-50 49,25-49,0 0,-25 0,50 0,25 0,-1 0,1 0,-50 0,-25 0,-74 0,24 0,-24 0</inkml:trace>
  <inkml:trace contextRef="#ctx0" brushRef="#br0" timeOffset="271571.0942">12080 12154,'0'0,"-49"0,49-25,0-24,24 49,1 49,25-24,-1 25,1-25,0 0,24 24,-24-24,-26 25,26-50,-50 24,-50 26,1 0,-50 98,-75 76,25-26,-24 25,73-49,76-50,24-74,74-50</inkml:trace>
  <inkml:trace contextRef="#ctx0" brushRef="#br0" timeOffset="312160.6813">11634 11584</inkml:trace>
  <inkml:trace contextRef="#ctx0" brushRef="#br0" timeOffset="313241.7954">10319 11534,'-50'0,"50"50,0-1,0 1,0 24,-24-49,24 0,0 25,0-1,0-24</inkml:trace>
  <inkml:trace contextRef="#ctx0" brushRef="#br0" timeOffset="313820.3476">10294 11534,'0'0,"0"-25,-25 25,25-49,25 24,25 25,-50-50,50 50,-26 0,26 0,-50 50,0 0,-25-1,0-24,-24 25,24-50,0 49,-25-49,50-25,25 25,0 25,-25 0,25 25,-25-26,0 1,50 25,-50-1,0-24,49-25</inkml:trace>
  <inkml:trace contextRef="#ctx0" brushRef="#br0" timeOffset="314502.4451">10592 11807,'-25'0,"0"0,25-25,25 25,25 0,-25 25,-25 0,0 24,0-24,0 0,0 25,0-26,-50 1,0 25,26-50,73 0,1 0,-50 25,49-25</inkml:trace>
  <inkml:trace contextRef="#ctx0" brushRef="#br0" timeOffset="314751.7849">10766 11757,'0'0,"49"0,-24 0,0 0,0 0,24-49</inkml:trace>
  <inkml:trace contextRef="#ctx0" brushRef="#br0" timeOffset="315341.5843">11113 11410,'0'0,"0"-49,0 73,-25 1,25 0,0 25,-25-1,25 1,0-1,0 1,0-25,50 0,-1-25,-24 0,0 0,0 0,24 0,1-75,-50 1,0 24,0 25,0 75,0 0,0 24,0-24,-50-1,50 1,0-1,0 1,0-25,0 24,0-24</inkml:trace>
  <inkml:trace contextRef="#ctx0" brushRef="#br0" timeOffset="315643.4384">11510 11584,'0'0,"0"-25,0 75,0-1,0 26,0-1,0 0,0-24,0-25,0 24,0-98,0-1</inkml:trace>
  <inkml:trace contextRef="#ctx0" brushRef="#br0" timeOffset="316065.043">11510 11683,'25'-322,"-50"644,99-644,-49 322,0 0,24 0,-49 49,0-24,0 0,0 0,0 24,-24-24,-26 25,25-26,-24-24,49 50,-50-50,50 50,25-50,-25 49,0 1,25-25,-25-1,24 51,-24-50</inkml:trace>
  <inkml:trace contextRef="#ctx0" brushRef="#br0" timeOffset="316377.5707">11758 11881,'0'0,"0"-49,0 74,0-1,0 26,0 0,0-1,0 1,0-25,0-1,0 26,0-25</inkml:trace>
  <inkml:trace contextRef="#ctx0" brushRef="#br0" timeOffset="324727.1993">13097 7317,'0'-49,"0"74,0-1,0 1,0 25,0-25,0-1,0 1,50-25,-50 50,25-50,-1 0,-24 25,50-25,-25 0,24 0,-24 0,0 0,25 0,-1 0,-24 0,25 0,-1 0,1 0,0 0,-26 0,1 0,-25-50,50 50,-50-25,25 0,24-24,-24-1,0 25,-25-24,0 24,0-25,0 26,0-26,0 25,0 0,0-24,0-1,0 25,0 1,0-1,0-50,-25 50,25 1,-50-26,50 25,-24 25,24-25,-25 25,25-49,-50 49,50-25,-25 25,25-25,-24 25,-1 0,25-25,-50 25,25 0,1 0,-1 0,-25 0,25 0,0 0,-24 0,24 0,0 0,-24 25,24 25,0-25,-25-25,50 24,-24-24,24 50,-25-50,25 50,-50-50,50 49,-25-24,25 25,-24-50,24 25,0 24,-50-49,50 25,0 25,0-26,-25-24,25 25,0 0,0 25,0-26,0 1,0 25,0-25,0-1,0 1,0 25,0-25,50-25,-50 24,25-24,-25 50,24-50,-24 25,50-25,0 0,-26 0</inkml:trace>
  <inkml:trace contextRef="#ctx0" brushRef="#br0" timeOffset="344956.9085">13469 8086,'0'0,"0"100,0-1,0-25,0 1,0-1,0 0,-49-24</inkml:trace>
  <inkml:trace contextRef="#ctx0" brushRef="#br0" timeOffset="369690.5933">13643 11237,'-25'0,"0"0,-24 0,24 0,99 0,1 0,-1 0,1 0,-26 0,-24 0,0 0</inkml:trace>
  <inkml:trace contextRef="#ctx0" brushRef="#br0" timeOffset="370569.2299">13643 11311,'-25'50,"25"-26,0 1,0 25,0 24,0 1,0 24,0-25,-49 50,49-25,0-24,0-1,0 26,0-26,-50 25,50 0,0 1,0-26,-25 0,25 1,0-1,0-24,0-1,0 1,-50 0,50-1,0 26,0-26,0 26,0-1,0 1,-24 24,24-50,0-24,0 25,0-25,0 24,0-24,0 0,0 24,0 26,0-26,0 1,0-25,0 0,0 49,0-49,0 0,24-25,1 0,50 0,-50 0,-1 0,26 0,24 0,-24 0,0 0,-26 0</inkml:trace>
  <inkml:trace contextRef="#ctx0" brushRef="#br0" timeOffset="371468.8828">14337 11485,'0'-25,"-24"25,24-25,0 75,0-26,0 26,0-25</inkml:trace>
  <inkml:trace contextRef="#ctx0" brushRef="#br0" timeOffset="371957.1269">15032 11410,'25'0,"-25"-49,0 73,0 1,0 0,0 25,0-26,0 1,25-25,-25 50</inkml:trace>
  <inkml:trace contextRef="#ctx0" brushRef="#br0" timeOffset="372480.5136">15999 11410,'25'-25,"-25"75,0 0,0-1,0 1,0-1,0-24,0 25,50-50,-50 25</inkml:trace>
  <inkml:trace contextRef="#ctx0" brushRef="#br0" timeOffset="373495.8788">17140 11435,'0'-25,"50"25,-25-25,0 25,24 0,-24-49,0 49,24 0,-24 0,-25 49,0 1,0-25,0 0,0 24,-49-49,-1 50,75-50,24 0,1 0,-50 49,25-49,-25 50,0 0,-25-1,-25-49,26 0,-26 0,25 0,-24 0,24 0</inkml:trace>
  <inkml:trace contextRef="#ctx0" brushRef="#br0" timeOffset="375675.7505">14238 12129,'-49'0,"24"0,0 0,-25 0,26 0,24 25,0 25,0-25,0 0,0-1,0 51,49-50,-24-25,0 0,24 0,-24 0,0 0,25-50,-50 25,24 25,-24-25,0-24,0 24,0-25,0 25,0-24,-49 49</inkml:trace>
  <inkml:trace contextRef="#ctx0" brushRef="#br0" timeOffset="378661.984">15032 12179,'-25'0,"0"0,-24 0,74 0,-1 0,1 0,25 0</inkml:trace>
  <inkml:trace contextRef="#ctx0" brushRef="#br0" timeOffset="379161.6903">15305 12129,'0'-49,"0"24,0 0,0 50,0 0,0 0,0 24,0 1,0 0,0-1,0-24,25-25</inkml:trace>
  <inkml:trace contextRef="#ctx0" brushRef="#br0" timeOffset="380984.9115">16198 12204,'0'-25,"-50"25,25 0,1 0,-26 0,50 25,-25-25,25 50,0-26,-25-24,25 50,0 0,0-1,50 26,-25-75,-25 24,49-24,1 0,0 0,-26 0,-24-49,25 24,-25 0,0-24,0 24,0 0,0-25,0 26,-25 24</inkml:trace>
  <inkml:trace contextRef="#ctx0" brushRef="#br0" timeOffset="385037.2241">17264 12477,'-49'0,"24"0,0 0,-24 0,-1 0,25 0,50 0,25 0</inkml:trace>
  <inkml:trace contextRef="#ctx0" brushRef="#br0" timeOffset="385786.1017">17661 12477,'-25'0,"-24"0,-1 0,25 0,-24 0,49-50,49 25,1 1,-25-26,-25 25,49 25,-49 50,0-1,0 26,0-26,0 1,0 0,0-26,0 26,0 0</inkml:trace>
  <inkml:trace contextRef="#ctx0" brushRef="#br0" timeOffset="388576.0127">13990 13122,'-25'0,"-24"0,24 0,0 24,-24-24,49 75,-25-50,25 0,0 24,-25-24,25 0,0 24,0-24,0 0,0 0,0 49,25-74,24 0,1 0,-25 0,24-25,26 1,-50-26,-25 25,24 25,-24-49,0-1,0-24,0 24,0 25,0 0,-24 25</inkml:trace>
  <inkml:trace contextRef="#ctx0" brushRef="#br0" timeOffset="391312.1702">14982 13345,'-24'0,"-26"0,25 50,50-50,0 0,24 0,-24 0,0 0,0 0</inkml:trace>
  <inkml:trace contextRef="#ctx0" brushRef="#br0" timeOffset="392054.1882">15454 13221,'0'-50,"-50"50,25 25,-24 25,49-1,-50-24,50 25,0 24,-25 1,25-1,0-24,0-1,0 26,50-51,-1-24,1 0,0 0,-1-49,-49 24,0 0,-25-24,1 49,-1 0,25 24,-50-24,50 25</inkml:trace>
  <inkml:trace contextRef="#ctx0" brushRef="#br0" timeOffset="394153.2457">16446 13494,'0'-25,"0"-25,-25 50,25-24,0-1,0-25,0 25,0 1,0 73,0 26,0-1,0 0,0 1,0-26,0 1,0 0</inkml:trace>
  <inkml:trace contextRef="#ctx0" brushRef="#br0" timeOffset="406573.4425">16173 13593,'-25'0,"-24"0,24 0,74 0,-24 0,0 0,25 0</inkml:trace>
  <inkml:trace contextRef="#ctx0" brushRef="#br0" timeOffset="407254.9822">16446 13767,'0'-25,"74"25,-49 0,25 0,-26 0,-24 25,0 24,0 1,-24-50,-1 49,-25-49,25 25,1-25,-26 0,25 0</inkml:trace>
  <inkml:trace contextRef="#ctx0" brushRef="#br0" timeOffset="407535.2752">16545 13419,'0'0,"0"-49,0-1,25 50,49-25,-24 25,-25 0,24 0,-24 0,25 0</inkml:trace>
  <inkml:trace contextRef="#ctx0" brushRef="#br0" timeOffset="413054.7855">17438 13791,'0'-24,"74"24,-24 0,-25 0,0-50,24 50</inkml:trace>
  <inkml:trace contextRef="#ctx0" brushRef="#br0" timeOffset="413513.8267">17785 13618,'0'-25,"0"0,0-24,25 49,-25-25,75 25,-51 0,-24 74,0-24,-24-25,-26 24,25 1,-24-25,73-25,26 0,-25 0,0 0,24 0</inkml:trace>
  <inkml:trace contextRef="#ctx0" brushRef="#br0" timeOffset="414043.2729">18182 13568,'0'0,"0"-25,-25 25,-24 0,24 50,25 0,0-1,0-24,0 0,25-25,24 0,-24 0,-25-25,0 0,0-24,0 24,0 0,0-25</inkml:trace>
  <inkml:trace contextRef="#ctx0" brushRef="#br0" timeOffset="415441.3292">17909 11137,'-24'0,"24"-49,24 49,26 0,24 24,-24-24,24 0,1 0,-26 25,-24-25,25 0,-50 50,49-25,-49 0,25-25,-25 49,0 1,50-25,-50-1,0 51,0-26,0 26,0-1,0 25,0 25,0 0,0 50,0 0,0-1,0-24,0 25,0-1,0-49,0 25,0 0,0 25,0-1,0-49,0 25,0-25,0-25,0-24,0-25,0-1,-25 26,25-51,0 1,0 25,0-1,0-24,-25-25,-24 0,24 0,-25 0,-24 0,-1 0,-24 0,0 0,25 0,-1 50</inkml:trace>
  <inkml:trace contextRef="#ctx0" brushRef="#br0" timeOffset="447885.0483">14337 11336,'0'-25,"0"50,0 49,0-49,0 0,0 24,0-24,0 0,0 25,0-26</inkml:trace>
  <inkml:trace contextRef="#ctx0" brushRef="#br0" timeOffset="448888.8711">15082 11286,'0'-25,"0"1,0-26,24 50,-24 50,25-50,-25 74,0-49,0 0,0 24,0 1,0-25,0-1,0 1,0 25</inkml:trace>
  <inkml:trace contextRef="#ctx0" brushRef="#br0" timeOffset="449826.973">16123 11212,'-49'0,"49"-50,0 75,0 0,0 0,0 24,0 1,0-1,0 26,0-50,0-1,0 1</inkml:trace>
  <inkml:trace contextRef="#ctx0" brushRef="#br0" timeOffset="450707.0348">14288 11286,'25'0,"-25"-25,0-24,0 24,24 25,-24 50,0-1,0 1,0 24,50 1,-50-26,25 1,24 24,-49-49</inkml:trace>
  <inkml:trace contextRef="#ctx0" brushRef="#br0" timeOffset="489989.0785">13866 11361,'0'0,"-25"0,1 0,48 0,-24 24,50 1,-50 0,0 25,25-50,-25 24,25-24,-25 25,49 25,-24-50,-25 25,25-25,-25 24,49-24,-49 50,25-50,-25 50,25-26,25 1,-50 25,24-50,-24 25,50-1,-50 26,25-50,-25 25,0 0,25-25,-25 49,24-49,-24 25,50-25,-50 25,25-25,-25 25,25-25,-25 49,49-49,-49 25,50-25,-50 25,25-25,-25 50,25-50,24 24,-24 1,0 25,24-25,-24-25,-25 24,25-24,-25 50,50-50,-50 25,24-25,-24 25,25-25,-25 49,50-49,-50 25,49-25,-24 25,25 24,-25-24,-1-25,-24 25,50-25,-50 50,25-50,0 24,24 26,-24-25,0-25,-25 25,49-25,-24 0,-25 49,25-49,-25 25,50-25,-26 0,-24 25,25-25,0 0,-25 25,50-25,-50 49,24-49,1 25,-25 0,50-25,-50 49,25-24,0-25,-25 25,0 25,49-50,-49 25,0-1,25-24,-25 25,0 25,25-50,-25 25,0-1,49 26,-49-25,0 0,0 24,25-49,-25 25,0 0,25-25,-25 25,25-25,-25 49,0-24,49-25,-49 25,25 24,-25-24,25-25,-25 25,50-25,-50 50,24-50,-24 24,25-24,-25 25,0 0,50-25,-50 50,25-26,-1-24,-24 25,50-25,-50 50,25-1,0-24,24 25,-24-25,25-25,-50 24,24-24,-24 50,25-50,-25 25,50-25,-50 25,49-25,-49 49,50-49,-50 25,25-25,-25 25,25-25,24 50,-24-50,-25 24,50-24,-1 0,1 25,-25-25,-25 50</inkml:trace>
  <inkml:trace contextRef="#ctx0" brushRef="#br0" timeOffset="503308.6917">12775 14064,'25'0,"-25"-25</inkml:trace>
  <inkml:trace contextRef="#ctx0" brushRef="#br0" timeOffset="504011.3236">13172 13767,'0'-25,"-50"25,-24 0,24 25,0-25,1 0,-50 49,-25 1,-50-1,0-49,-24 75,-75-26,0 26,0-26,25 1,25 0,74-1,50-49,25 75,24-75,-24 25,24-25,0 49,1-49,24 25,-25-25,25 0,1 25,-26-25,75 0,0 0</inkml:trace>
  <inkml:trace contextRef="#ctx0" brushRef="#br0" timeOffset="504730.9268">10294 14163,'0'0,"0"-49,0 24,25 25,-25-25,25 25,-25 25,-50-25,50 50,-49-50,49 24,-50 1,25 25,-24-25,24 24,-25-24,50 0,-49 25,24-26,25 26,-25-50,50 25,24-25,51 74,-26-74,0 50,-24-50,0 49,-25-49,-25 50,24 0</inkml:trace>
  <inkml:trace contextRef="#ctx0" brushRef="#br0" timeOffset="563721.6297">11435 13791,'-24'0,"24"25,0 25,0-1,0 26</inkml:trace>
  <inkml:trace contextRef="#ctx0" brushRef="#br0" timeOffset="564899.491">10964 14610,'-25'0,"25"-50,0 26,0 48,0 1,0 50,0-1,0 0,0 1,0-26,0 1,0-25,0 24,0 1,0-25,-74-25</inkml:trace>
  <inkml:trace contextRef="#ctx0" brushRef="#br0" timeOffset="565504.0457">10840 14709,'0'0,"0"-25,0 1,0-26,74 50,-49-25,25 25,-1-25,1 25,-25 0,-25 25,0 25,0-1,0 26,-25-75,-25 49,26-24,-1-25,-25 50,1-50,24 0,50 0,24 0,-49 74,25-74,-25 50,50-25,-50-1,49 26,-49-25,25 24,-25-24,25 25</inkml:trace>
  <inkml:trace contextRef="#ctx0" brushRef="#br0" timeOffset="566036.5255">11187 15156,'0'0,"0"-25,50-25,-1 50,1 0,-25 0,-25 75,0-51,0 1,0 0,-25 25,-25-26,1-24,74 0,-1 0,26 0,-25 0,-25 50,0-25,0 0,-25-25,0 0,0 49,-24-49,24 0</inkml:trace>
  <inkml:trace contextRef="#ctx0" brushRef="#br0" timeOffset="566320.9674">11584 14982,'25'-50,"25"50,-26 0,1 0,0 0</inkml:trace>
  <inkml:trace contextRef="#ctx0" brushRef="#br0" timeOffset="567073.5944">12105 14511,'0'-25,"-50"25,26 0,24 74,0-24,0 0,-25 24,25 0,0 1,0-26,25-24,-25 0,49-25,26 50,-51-50,26 0,-25 0,-25-50,0-24,-25 49,-25 25,-24 0,24 0,1 0,-1 49,50-24</inkml:trace>
  <inkml:trace contextRef="#ctx0" brushRef="#br0" timeOffset="567813.2328">12279 14560,'24'-49,"-48"98,48-148,26 124,-50 0,0 24,0 1,0 0,0 24,0-24,0-26,0 1,0-50,0 1,0-26,0-24,0-1,0 1,0 24,0 1,0-1,0 0,0 25,50-24,-1 49,-24 0,25 0,-25 0,-1 0,-24 25,0-1,0 26,0 0,-74-50,24 49,25-49,1 0,24 25,24 0,1-25,25 74,-25-74,24 50,-24-50,-25 50,50-26</inkml:trace>
  <inkml:trace contextRef="#ctx0" brushRef="#br0" timeOffset="568181.2024">12775 14610,'25'-50,"-50"100,74-100,26 50,-1 0,-49 25,-25 0,0 25,0-1,0-24,0 0,-99 24,74-24,0 25,-24-25,98-25,1 0,-1 0,-24 0,25-50,-25 50</inkml:trace>
  <inkml:trace contextRef="#ctx0" brushRef="#br0" timeOffset="568909.0921">11510 15032,'25'0,"-1"0,1 0,50 0,-26-25,-24 25,25 0,-1-50,-24 50,0-25,-75 25,25 0</inkml:trace>
  <inkml:trace contextRef="#ctx0" brushRef="#br0" timeOffset="576748.6754">1265 13915,'-24'0,"24"-24,-25 24,-25 0,50-25,-25 25,50 0,25 0,24 0,1 0,-26 49,1-49</inkml:trace>
  <inkml:trace contextRef="#ctx0" brushRef="#br0" timeOffset="577701.9561">1216 13965,'0'0,"-25"0,25 25,0 24,0 1,0 0,0 24,0 0,-50 1,50 24,0 0,-49 50,49 0,0-25,0 0,-50 0,50 0,0 25,-49 0,49 0,-50 24,50 1,0-50,-50 0,50-25,0-49,0-1,0 26,0-26,0 1,0 0,0-1,0 1,0-1,0 1,0 24,0-24,0-25,0 24,0-24,0 25,0-25,0-1,25-24,25 50,24-50,-49 25,49-25,1 0,24 0,0 49,-49-49</inkml:trace>
  <inkml:trace contextRef="#ctx0" brushRef="#br0" timeOffset="578640.713">1563 14287,'0'-49,"0"24,0-25,0 1,0 24,50 25,-50 25,0 24,0-24,0 25,0-1,-25 26,25-25,0-1</inkml:trace>
  <inkml:trace contextRef="#ctx0" brushRef="#br0" timeOffset="579207.7963">2431 14163,'0'0,"0"-24,0 48,0 1,0 25,0-25,0 24,0-24,0 25,0-25,0-1</inkml:trace>
  <inkml:trace contextRef="#ctx0" brushRef="#br0" timeOffset="579863.532">3200 14163,'0'-24,"0"-1,25 25,-25 25,0 49,0-49,0 24,0-24,0 25,0-25</inkml:trace>
  <inkml:trace contextRef="#ctx0" brushRef="#br0" timeOffset="580814.5847">4143 14114,'0'0,"49"-25,1 25,-25 0,0 0,24 0,-24 0,0 0,24 0,-49 25,0 0,0-1,-24 26,-1-50,25 50,-50-50,1 24,24-24,0 0,50 0,0 0,24 0,-24 0,0 0,24 0,-49 25,0 25,0 0,0-1,0-24,-49-25,24 0,-25 0,26 0,-1 0,-25 0,25 0,1 0</inkml:trace>
  <inkml:trace contextRef="#ctx0" brushRef="#br0" timeOffset="581914.8321">1662 15032,'-25'0,"25"-25,-24 25,-1 0,-25 0,1 74,-1-24,50-25,-25 24,25-24,0 0,0 24,0-24,0 25,50-50,-1 0,-24 25,50-25,-26 0,-49-75,75 50,-75-49,0 49,0 0,0 1,0-26,0 0,-25 50,25-24,-25 24</inkml:trace>
  <inkml:trace contextRef="#ctx0" brushRef="#br0" timeOffset="582186.1342">2208 15205,'0'0,"50"0,-1 0,-24 0,0 0,24 0</inkml:trace>
  <inkml:trace contextRef="#ctx0" brushRef="#br0" timeOffset="582493.1446">2530 15032,'0'0,"0"-50,25 50,-25 50,0-1,0-24,0 25,0-1,0 1,0-1,0 1,0 0</inkml:trace>
  <inkml:trace contextRef="#ctx0" brushRef="#br0" timeOffset="583835.2899">3151 15056,'24'0,"-24"-24,25 24,-25-25,50 25,-25 0,-1 0,-48 0,-51 49,75-24,-25-25,25 75,0-51,0 1,0 50,0-51,25 1,0 25,0-50,24 0,-24-25,0-25,-25 26,0-26,0 0,0 26,0-1,0 0,0-25,-25 26,0 24,1 0</inkml:trace>
  <inkml:trace contextRef="#ctx0" brushRef="#br0" timeOffset="584332.489">4044 15230,'0'0,"-50"0,25 0,0 0,75 0,0 0,24 0,-24 0,24 0,-24 0</inkml:trace>
  <inkml:trace contextRef="#ctx0" brushRef="#br0" timeOffset="584952.6794">4688 15255,'0'0,"-49"0,24 0,-25 0,26 0,-26 0,25 0,0 0,25-25,50-25,-25 50,0-24,24-26,1 25,-50 0,25 25,-25-49,0 74,0 24,0 1,0-1,0 26,0-1,0 1,0-1,0-24,0-25,0 24,0 1,0-1</inkml:trace>
  <inkml:trace contextRef="#ctx0" brushRef="#br0" timeOffset="586889.8093">1563 16272,'0'-25,"-50"25,26 0,-1 0,-25 0,1 0,49 50,-50-50,50 74,0-24,0-25,0-1,0 26,0-25,0 24,50-49,-26 0,1 0,0 0,25 0,-26 0,1 0,25-24,-50-26,49 25,-49 0,25-49,-25 49,0 0,0-24,0-1,0 75</inkml:trace>
  <inkml:trace contextRef="#ctx0" brushRef="#br0" timeOffset="587495.1552">2382 16346,'0'-25,"0"1,-25 24,-25 0,-24 0,74 74,-25-49,25 25,0-1,0-24,0 0,0 24,0-24,25-25,-25 25,49-25,1 0,0 0,-1 0,1 0,-50-50,25 1,-25 24,0-25,49 1,-49-1,0-24,0 49,0 0,-25-25,-24 26,24 24,-25 24</inkml:trace>
  <inkml:trace contextRef="#ctx0" brushRef="#br0" timeOffset="594792.1213">3101 16396,'-50'0,"26"0,98 0,-24 0,-26 0,1 25</inkml:trace>
  <inkml:trace contextRef="#ctx0" brushRef="#br0" timeOffset="595452.8368">3597 16346,'0'-25,"-25"25,0 0,1 0,-51-49,26 49,49 49,0-24,0 25,0 0,0-26,0 51,-25-50,25-1,25-24,24-49,26 49,-26 0,-24 0,25 0,-26 25,-24 49,0-49,0 0,0 24,0 1,-49-25,24-25,0 49,-24-49,24 0,0 0,0 0,-24 0</inkml:trace>
  <inkml:trace contextRef="#ctx0" brushRef="#br0" timeOffset="604072.6691">4664 16173,'0'-50,"0"25,-50 75,50-1,-25 1,25 0,0 24,0-24,0-25,0-1,25-24,0 50,24-50,-24 0,0 0,25 0,-50-25,24 25,-24-49,0 24,0-25,0 25,0-24,0 98,-24 26,24-1,0 1,-50-26,50 26,0-26,-25 1,25-25,0 24</inkml:trace>
  <inkml:trace contextRef="#ctx0" brushRef="#br0" timeOffset="605409.1266">4837 14039,'-25'0,"25"-49,50 49,0 0,-1 0,1 0,0 0,-1 0,26 0,-75 25,0-1,0 26,0-25,0 24,24 1,-24 0,0 24,0 1,0 24,0 25,0 49,0 1,0 49,0 75,0-75,-24 50,24-25,0-25,-50-24,50-1,-50-24,50-1,0-49,0-24,-49-1,49-74,0 0,0 24,0-24,0 0,-50-25,0-50,-49 50,-74 0,-125 0,-173 124,-224-124</inkml:trace>
  <inkml:trace contextRef="#ctx0" brushRef="#br0" timeOffset="623699.5227">1315 17016,'50'0,"-26"0,1 0,0 0,25 0,-50 50,24-50,1 0,25 0,-25 0,24 0,-24 24,25-24,-1 0,-24 0,0 0,25 0,-1 0,1 0,24 0,-49 0,0 0,49 0,-74 25,25-25,0 0,24 0,1 0,24 0,-24 0,-25 0,0 0,24 0,-24 0,25 0,-1 0,-24 0,49 0,-49 0,74 0,-74 0,25 0,-25 0,0 0,24 0,1 0,-25 0,-1 0,1 0,50 50,-51-50,26 0,-25 0,24 0,1 0,0 0,24 0,-24 0,-1 0,1 0,-1 0,1 0,0 0,-1 0,51 25,-76-25,26 0,0 0,-1 0,26 0,-26 0,26 0,-26 0,1 0,-1 0,-24 0,25 0,-25 0,-100 0,50 0</inkml:trace>
  <inkml:trace contextRef="#ctx0" brushRef="#br0" timeOffset="624934.6557">1712 17289,'25'0,"-1"0,1 0,25 0,-25 0,0 0,-1 0,26 0,-25 0,49 0,-49 0,25 0,24 0,-24 0,-1 0,1 0,49 0,0 0,0 0,1 0,-26 0,0 0,1 0,-1 0,1 0,24 0,0 0,25 0,-49 0,24 0,-25 0,-24 0,-1 0,-24 0,0 0,25 0,24 0,-49 0,0 0,0 0,49 0,-24 0,-26 0,26 0,-25 0,24 0,-24 0,0 0,25 0,-26 0,1 0</inkml:trace>
  <inkml:trace contextRef="#ctx0" brushRef="#br0" timeOffset="627079.3689">1414 16272,'0'-25,"0"0,50 25,-25 0,-1 0,1 0,25 0,-25 0,-1 0,-24 25,50-25,-50 50,0-26,0 1,0 25,-25 24,25-49,-25-25,25 25,-49-25</inkml:trace>
  <inkml:trace contextRef="#ctx0" brushRef="#br0" timeOffset="628593.0918">2530 16297,'0'-50,"-24"50,-1 0,-25 0,25 0,1 0,-1 0,-25 0,50 25,-25-25,25 25,0-1,-24-24,24 50,0-25,-50 0,50 0,0 24,0-24,0 0,0 24,25-49,-25 25,25-25,-1 0,26-25,-25 25,0-24,24-1,-24-50,-25 51,0-1,50-25,-50 0,0 26,0-1</inkml:trace>
  <inkml:trace contextRef="#ctx0" brushRef="#br0" timeOffset="641952.3237">6673 15627,'-50'0,"25"0,-24 0,24 0,0 0,-24 0,98 0,1 0,24 0,-24 0,-1 0,-24 0,0 0</inkml:trace>
  <inkml:trace contextRef="#ctx0" brushRef="#br0" timeOffset="642838.9213">7219 15429,'0'0,"-25"0,-25 0,0 0,1 0,24 0,25 24,0 26,25-25,-25 0,0 24,0 1,25-50,-25-25,24 0,26 25,-25 0,0 0,0 0,24 50,-49-25,0-1,-25-24,25 50,-49-50,-1 0,0 0,26 0</inkml:trace>
  <inkml:trace contextRef="#ctx0" brushRef="#br0" timeOffset="643521.129">7417 15404,'0'-25,"25"25,24 0,-24 0,25 0,-25 0,-1 0,-24 25,0 24,0 1,-24-25,24 0,0 24,-50-24,50 25,0-1,-25-49,25 25,0 0,25-25,0 0,24 0,-24 0,-25-50,25 50</inkml:trace>
  <inkml:trace contextRef="#ctx0" brushRef="#br0" timeOffset="643760.9851">7491 15577,'0'0,"0"-49,25 49,25 0,-25 0</inkml:trace>
  <inkml:trace contextRef="#ctx0" brushRef="#br0" timeOffset="644180.6077">8012 15503,'0'0,"25"0,49 0,-49 0,25 0</inkml:trace>
  <inkml:trace contextRef="#ctx0" brushRef="#br0" timeOffset="644360.1076">8087 15602,'149'0,"-298"0,322 0</inkml:trace>
  <inkml:trace contextRef="#ctx0" brushRef="#br0" timeOffset="645140.8832">8856 15478,'0'-25,"-25"25,0 0,-25 0,1 25,-26-25,100 0,25 0,-50-25,49 25,-49-49,25 49,-25-75,0 50,50 25,-50-24,0-1,25 25,-25 25,0-1,0 1,0 25,0 24,0 1,0-26,0-24,0 0,0 25,0-26,0 1</inkml:trace>
  <inkml:trace contextRef="#ctx0" brushRef="#br0" timeOffset="646303.5271">7194 16346,'-50'0,"75"0,0 0,0 0,-1 0,26 0,-50-25,50 25,-26 0,-24 50,0-25,-49 25,49 24,-25-74,25 25,0 24,-25-49,25 25,0 25,-49 24,49-49,24-25,26 0,0-25,-26 25,26-25</inkml:trace>
  <inkml:trace contextRef="#ctx0" brushRef="#br0" timeOffset="646526.7422">7268 16594,'-49'0,"98"0,-74 0,75 0,-25-49,0 49,24 0,-24 0</inkml:trace>
  <inkml:trace contextRef="#ctx0" brushRef="#br0" timeOffset="646752.4061">7715 16520,'0'-25,"0"50,24-50,1-24,25 49,-1 0</inkml:trace>
  <inkml:trace contextRef="#ctx0" brushRef="#br0" timeOffset="646934.9195">7789 16619,'174'-49,"-348"98,397-98</inkml:trace>
  <inkml:trace contextRef="#ctx0" brushRef="#br0" timeOffset="648043.8075">8459 16396,'-25'0,"-25"0,26 0,73 0,-24 0,0 0,24 0,-24 0</inkml:trace>
  <inkml:trace contextRef="#ctx0" brushRef="#br0" timeOffset="648896.5142">9029 16197,'0'0,"-49"0,-1 0,-24 0,49 0,50-49,24-1,1 25,-50-24,25 49,-25-25,24 25,-24 50,0 74,50-75,-50 26,0-26,0-24,25-25</inkml:trace>
  <inkml:trace contextRef="#ctx0" brushRef="#br0" timeOffset="649303.9187">9401 16073,'50'-49,"-100"98,75-98,-50 98,25-24,-74 25,49 24,-25 25,26-24,-26-1,0 1,26-26,24-24,-25 25,25-25,25-25,24-25</inkml:trace>
  <inkml:trace contextRef="#ctx0" brushRef="#br0" timeOffset="649955.6395">9426 16446,'0'-25,"0"50,0-1,0 26,25-50,25 0,-26 0,1 0,-25 25,50-25,-50 25,0 24,0-24,-50-25,25 0,1 0,-1 0</inkml:trace>
  <inkml:trace contextRef="#ctx0" brushRef="#br0" timeOffset="650272.7283">9476 16446,'0'-50,"0"100,-50-100,50 25,50 0,-25 25,-1-74,51 74,-50-50,24 50,1-25,-25 25,-1 0</inkml:trace>
  <inkml:trace contextRef="#ctx0" brushRef="#br0" timeOffset="683778.4942">6053 17462,'0'0,"-25"0,74 0,1 0,0 0,24 0,-24 0,-25 0</inkml:trace>
  <inkml:trace contextRef="#ctx0" brushRef="#br0" timeOffset="684400.7481">6524 17314,'0'-50,"0"25,0 0,25 50,-25 25,49-25,-49 24,50-24,0 0,-26-25,-24-50,0 1,0 24,25 25,-25 25,50 24,-50 1,0 24,0 1,0-26,0 1,0 0,0-26,0 26,-50-50,25 0</inkml:trace>
  <inkml:trace contextRef="#ctx0" brushRef="#br0" timeOffset="684644.3366">7070 17462,'0'0,"24"0,26 0,0 0,-1 25</inkml:trace>
  <inkml:trace contextRef="#ctx0" brushRef="#br0" timeOffset="684844.3132">7144 17636,'199'-25</inkml:trace>
  <inkml:trace contextRef="#ctx0" brushRef="#br0" timeOffset="685062.7955">7615 17487,'-24'-49,"-1"198,74-249,-24 51,0 49,0 0,0 0,49 0,-24 0</inkml:trace>
  <inkml:trace contextRef="#ctx0" brushRef="#br0" timeOffset="685735.5368">8260 17438,'-49'0,"24"0,-25 0,25 0,-49 0,49 0,25-25,0 0,0-25,50 50,-50-74,49 74,-49-25,25 25,-25-25,25 25,-25-24,0-26,0 75,50 24,-50 1,0 24,0 1,0-1,25 1,-25-50,0 24,0 1</inkml:trace>
  <inkml:trace contextRef="#ctx0" brushRef="#br0" timeOffset="686725.3748">6350 17413,'0'0,"0"-50,-24 50,-51 25,50 25,-24-1,-26 1,26 0,-1 24,50-49,-25-25,25 25</inkml:trace>
  <inkml:trace contextRef="#ctx0" brushRef="#br0" timeOffset="687558.908">7888 17363,'0'0,"-25"0,-24 0,24 25,-25 0,1 24,-1 1,-24 0,24 24,25-49,25 0</inkml:trace>
  <inkml:trace contextRef="#ctx0" brushRef="#br0" timeOffset="689291.1496">7640 16818</inkml:trace>
  <inkml:trace contextRef="#ctx0" brushRef="#br0" timeOffset="690356.5402">6474 17835,'-24'0,"24"-25,0 50,-50-25,50-25,25 25,0 0</inkml:trace>
  <inkml:trace contextRef="#ctx0" brushRef="#br0" timeOffset="690913.2095">6747 16793,'0'0,"-25"0,25 25</inkml:trace>
  <inkml:trace contextRef="#ctx0" brushRef="#br0" timeOffset="691164.0627">6474 17835</inkml:trace>
  <inkml:trace contextRef="#ctx0" brushRef="#br0" timeOffset="694479.3377">12998 15652,'0'-25,"0"0,25 25,-25-25,49 25,-24 0,25-49,-25 49,-1 0,1 0,-25 25,0 24,0-24,0 0,0 24,0-24,0 0,-49 49,-1-74,100 0,-1-24,1-1,-1-25,1 25,-50-24,25 49,-25-25,0 0,0-24,0 24,25 25,-25-25,0 50,0 0,0 24,0-24,0 0,0 24,0 1,24-50,-24 25,75-25,-50 0,24 0</inkml:trace>
  <inkml:trace contextRef="#ctx0" brushRef="#br0" timeOffset="694686.3121">13693 15701,'198'-74,"-396"148,446-148</inkml:trace>
  <inkml:trace contextRef="#ctx0" brushRef="#br0" timeOffset="694948.8688">13866 15577,'0'-49,"0"98,0-73,0 73,0 26,50-51,-50 26,25 0</inkml:trace>
  <inkml:trace contextRef="#ctx0" brushRef="#br0" timeOffset="695420.1906">14288 15453,'0'-24,"0"48,25-48,-25 48,49-24,-49 50,50-50,-50 50,49-50,-24 0,25 0,-50-25,0 0,0-25,0 1,25 49,0 0,-25 25,49 24,-49-24,0 25,0-1,-49 26,24-26,-25-24,25 25,0-50,25 49</inkml:trace>
  <inkml:trace contextRef="#ctx0" brushRef="#br0" timeOffset="695617.0694">14710 15602,'223'-49,"-198"49,-273 49,545-98</inkml:trace>
  <inkml:trace contextRef="#ctx0" brushRef="#br0" timeOffset="695850.4415">14908 15404,'0'223,"0"-173,0-323,0 595,0-272,25-25,0-25</inkml:trace>
  <inkml:trace contextRef="#ctx0" brushRef="#br0" timeOffset="696290.9874">15230 15354,'0'-74,"0"148,50-148,-25 74,24 0,-24 0,0 0,25 0,-26 0,-24 24,0 1,0 25,-24-25,24 0,-25 24,25-24,-25 25,25-26,0 26,0-25,25-25,0 0,-1 0,26 0,-25 0,24 0</inkml:trace>
  <inkml:trace contextRef="#ctx0" brushRef="#br0" timeOffset="696484.4726">15305 15478,'248'-25</inkml:trace>
  <inkml:trace contextRef="#ctx0" brushRef="#br0" timeOffset="696666.9822">15776 15429,'124'-25,"-273"25,174 25,149-50</inkml:trace>
  <inkml:trace contextRef="#ctx0" brushRef="#br0" timeOffset="696860.9733">15875 15553,'149'0</inkml:trace>
  <inkml:trace contextRef="#ctx0" brushRef="#br0" timeOffset="697673.7132">16471 15106,'0'0,"0"-50,24 50,26 0,-50-24,50 24,-1 0,1 0,-25 0,-25 49,0 1,-25-1,-25 1,25-50,25 50,-24-50,24-25,49 25,1 0,-25 0,24 25,-49 24,0 26,0-26,0 1,-49 0,24-50,-25 24,25-24,1 0,-26 0,50-24,0-26,25 50,24 0,1 0,0 0,-25 0,-25 50</inkml:trace>
  <inkml:trace contextRef="#ctx0" brushRef="#br0" timeOffset="701286.9947">10145 15999,'-24'0,"-1"0,0 0,-25 0,1 0,-1 0,25 0,1 0,-1 0,-25 0,25 0,-24 0,24 0,-49 0,24 0,0 0,1 0,-1 0,1 0,-26 0,1 0,24 0,0 0,26 0,-1 0,-25 0,25 0,1 0,-1 0,-25 0,25 25,1-25,-26 0,25 0,0 25,-24-25,-26 0,51 0,-26 0,0 24,1-24,-1 0,1 0,24 0,0 0,-49 0,49 0,0 0,25 50,-75-50,1 0,49 0,-24 0,-1 0,25 0,0 25,-49-25,24 0,1 49,-1-49,1 0,-1 0,-24 0,24 0,50 25,-25-25,0 0,1 0,-26 0,25 0,0 25,-24-25,24 0,0 0,-25 0,-24 0,24 50,26-50,-1 0,-25 0,1 0,49 24,-25-24,25 25,-25-25,25 50,0-25,0 0,0 49,25 50,-25-99,49 0,-49 24,25-24,25 0,-50 24,25-49,-25 75,49-75,-49 25,50-25,-50 24,25-24,-25 50,49-50,-24 25,25-25,-1 25,-24-25,0 0,0 0,24 0,-24 0,0 0,25 0,-26 0,1 0,0 0,49 0,-24 0,0 0,-26 0,26 0,-25 0,0 0,-1-25,26 25,-25 0,24-75,1 75,-25-24,24 24,51-75,-51 75,26-25,-1 25,-24 0,-25-49,24 49,-24 0,0 0,24 0,-24-25,25 25,-1-50,1 50,24 0,-24-24,-25 24,0 0,24 0,-24-25,0 25,49 0,-24 0,-1-50,1 50,-25 0,25 0,-26 0,1 0,25-25,-1 25,-24 0,25 0,-25 0,49 0,-49 0,0 0,-1 0,26 0,0 0,-1 0,-24 0,-25-49,50 49,24-25,-49-25,-25 26,0-1,49-25,-49-24,25-1,-25 50,25 25,-25-24,0-26,0 25,0 0,0 1,0-26</inkml:trace>
  <inkml:trace contextRef="#ctx0" brushRef="#br0" timeOffset="703259.461">8583 17190,'-25'0,"25"-25,-50 25,1-50,-1 50,50-25,-49 25,-1-24,0 24,-24 0,24-50,25 50,1 0,-26 0,25 0,0 0,-24 0,-26 0,51 0,-1 0,0 0,-25 0,26 0,-1 0,-25 0,25 25,1-25,-26 0,0 0,26 25,-1-25,-25 0,25 0,1 0,24 24,-50-24,0 0,26 0,-1 0,0 0,-50 0,26 0,49 50,-50-50,25 0,-24 0,-26 0,26 0,24 25,0-25,-24 0,24 25,-25-25,25 0,-24 49,24-49,0 0,-24 0,-1 25,25-25,25 50,-25-50,25 24,-74-24,49 25,0-25,25 50,-49-50,49 25,-25-1,25 26,0 25,0-1,0-49,0 0,0-1,0 26,0-25,50 24,-50-24,49 0,-49 25,50-26,-1 26,1 0,-25-50,24 24,1-24,0 50,24-50,0 0,-24 0,0 0,24 0,-24 0,-1 0,1 25,24-25,1 0,-1 0,1 0,-1 0,25-75,-24 75,-26-49,1 49,24-75,25 75,25-24,-24 24,-1 0,-25-50,1 50,-1-50,-24 50,-1 0,-24-49,50 49,-51-25,1 25,25-50,-1 50,-24-49,25 49,-50-25,25 25,-25-25,24 25,-24-74,25 74,-25-25,50 0,-50-25,0 26,-25-1,0 25,25-50,-25 50,-24-25,24 1,0-26,-49 50,74-25,-50 25,25 0,1 0,-26-25,25 25</inkml:trace>
  <inkml:trace contextRef="#ctx0" brushRef="#br0" timeOffset="704969.0501">14660 15974,'25'0,"0"0,24 0,-24 0</inkml:trace>
  <inkml:trace contextRef="#ctx0" brushRef="#br0" timeOffset="706328.2271">16099 16098,'0'0,"0"-25,0-24,74 49,-24 0,-26 0,1 0,25 0,-50 25,49-1,-49 1,0 0,0 25,0-26,-24 26,-26-25,50-50,0-25,74 50,-24-74,0 74,-1-50,1 26,-25-26,24 0,-49 1,0 24,0-25,-25 50,1 0,24 50,0-25,0 0,0-1,0 26,0 0,24-50,26 24,-25-24,25 0,-1 0,1 50</inkml:trace>
  <inkml:trace contextRef="#ctx0" brushRef="#br0" timeOffset="706564.6095">17016 15974,'75'-25,"-50"25,-125 25,274-50,-100 25,-49 0</inkml:trace>
  <inkml:trace contextRef="#ctx0" brushRef="#br0" timeOffset="706746.4948">17140 16098,'348'0</inkml:trace>
  <inkml:trace contextRef="#ctx0" brushRef="#br0" timeOffset="708525.0481">18157 15726,'-49'0,"49"-49,0 24,25 25,24 0,26 0,-26 0,-24 0,25 74,-50-24,-25 24,25-49,-50-25,1 50,-1-1,25-49,50 0,0 0,0 0,24 0,-24 0,-25 25,0 0,0 49,0-24,-50-25,1-25,-1 0,25 0</inkml:trace>
  <inkml:trace contextRef="#ctx0" brushRef="#br0" timeOffset="709006.0665">18629 15900,'24'0,"1"-50,25 50,-1 0,1 0,-25 0</inkml:trace>
  <inkml:trace contextRef="#ctx0" brushRef="#br0" timeOffset="709771.2868">19274 15726,'0'0,"-50"0,25 0,-24 0,24 0,0 0,-25 0,26 0,73 0,-24-49,25 24,-1-25,-49 25,25 25,-25-24,25-26,-25 25,49 25,-49 50,25-1,-25 1,0 24,0 1,50-26,-50 1,0 0,25 24,-25-24,0-26,0 26,0 0,49-50</inkml:trace>
  <inkml:trace contextRef="#ctx0" brushRef="#br0" timeOffset="710732.2097">19894 15701,'0'0,"-50"0,25 0,0 0,-24 0,24 0,75 0,24 0,1 0,-26 0,1 0,-1 0,1 0,0-49</inkml:trace>
  <inkml:trace contextRef="#ctx0" brushRef="#br0" timeOffset="711615.1909">20043 15503,'0'0,"0"-25,0 0,0 75,24 0,-24-1,0 1,0 24,50-24,-50-1,0 1,25-50,24 0</inkml:trace>
  <inkml:trace contextRef="#ctx0" brushRef="#br0" timeOffset="712524.0035">20514 15205,'0'0,"49"0,1 0,0 0,-1 0,-24 0,-50 0,0 0,-49 0,0 0,49 0,0 0,0 0,-24 0,73 0,26-49,0 24,-26 25,26-75,-25 51,24 24,-49-25,0 50,0-1,0 26,0 0,0 24,0-24,25-1,-25-24,0 25,25-50,-25 49,74-49</inkml:trace>
  <inkml:trace contextRef="#ctx0" brushRef="#br0" timeOffset="712793.8851">21109 15255,'-446'397,"892"-794,-917 843,471-421</inkml:trace>
  <inkml:trace contextRef="#ctx0" brushRef="#br0" timeOffset="713349.0624">20960 15627,'-24'-50,"48"100,-48-75,24 50,0 0,0 0,0 24,0-24,24-25,1 25,0-25,25 49,-26-49,-24 25,0 0,0 25,0-26,-49-24,-1 0,25 0</inkml:trace>
  <inkml:trace contextRef="#ctx0" brushRef="#br0" timeOffset="713619.3878">21010 15701,'0'-74,"0"49,0 124,50-198,-26 99,26-25,-25 25,24-49,1 49,-25 0</inkml:trace>
  <inkml:trace contextRef="#ctx0" brushRef="#br0" timeOffset="819399.9165">6896 422,'0'0,"0"49,0 1,0 24,0 1,0-1,0-24,25-1,-25 1,0-25,0 24,49-49,-49 25</inkml:trace>
  <inkml:trace contextRef="#ctx0" brushRef="#br0" timeOffset="819768.5449">6871 645,'75'-323,"-51"323,-123 323,223-646,-74 323,-1 0,-24 25,-25 0,0 25,0-26,0 1,0 25,0-25,-74 24,24-24,25-25,1 25,-51-25,125 0</inkml:trace>
  <inkml:trace contextRef="#ctx0" brushRef="#br0" timeOffset="820063.866">7318 446,'49'397,"-49"-372</inkml:trace>
  <inkml:trace contextRef="#ctx0" brushRef="#br0" timeOffset="820480.1253">7640 422,'25'-50,"-50"100,75-75,-50 74,49-24,-49 25,0-25,50 0,-50 24,25-49,-25 50,49-50,-24 0,-25-50,0 25,25-49,-25 49,0 0,0-24,50 49,-26 0,1 0</inkml:trace>
  <inkml:trace contextRef="#ctx0" brushRef="#br0" timeOffset="820922.2773">8310 422,'-50'-25,"100"50,-124-50,74 50,-50-1,50 1,0 50,0-50,0-1,0 1,0 25,25-25,0-25,24 0,1 0,-50-75,49 50,-49 1,0-26,0 0,-49 50,24 0</inkml:trace>
  <inkml:trace contextRef="#ctx0" brushRef="#br0" timeOffset="821282.4562">8732 372,'49'-25,"-98"50,123-50,-74 50,0 0,25 24,-25-24,0 0,0 25,0-25,49 24</inkml:trace>
  <inkml:trace contextRef="#ctx0" brushRef="#br0" timeOffset="821493.4782">8657 471,'422'-198,"-844"396,893-396</inkml:trace>
  <inkml:trace contextRef="#ctx0" brushRef="#br0" timeOffset="822640.3858">6822 1364,'0'50,"74"-50,-49 0,0-25,24 25,50-50,1 1,73-1,51 1,-1-1,50-24,-50 24,0 0,-49 1,-75 49,-25-25,-24 25,0 0,-1 0,-24 0,-25-50,25 50</inkml:trace>
  <inkml:trace contextRef="#ctx0" brushRef="#br0" timeOffset="823314.1479">7367 1513,'25'0,"0"0,25-25,-1 25,26-25,24 25,99-124,1 75,49-26,-75 1,1 0,-75 24,-24 50,-26-25,-24 25</inkml:trace>
  <inkml:trace contextRef="#ctx0" brushRef="#br0" timeOffset="832806.6005">8632 893,'50'0,"-25"0,24 0,1 0,24-50,1 50,-26-24,-24 24,0 0,-25-50,50 50</inkml:trace>
  <inkml:trace contextRef="#ctx0" brushRef="#br0" timeOffset="833294.7222">8583 1141,'-25'0,"75"0,24 0,25 0,50-50,-25 50,25-74,-25 74,-50 0,-24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GAUSS ELIMINATION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smtClean="0"/>
              <a:t>DOYEL SARKAR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02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X+Y+Z=3</a:t>
            </a:r>
          </a:p>
          <a:p>
            <a:r>
              <a:rPr lang="en-IN" dirty="0" smtClean="0"/>
              <a:t>4X+3Y+4Z=8</a:t>
            </a:r>
          </a:p>
          <a:p>
            <a:r>
              <a:rPr lang="en-IN" dirty="0" smtClean="0"/>
              <a:t>9X+3Y+4Z=7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21480" y="98280"/>
              <a:ext cx="7778160" cy="64476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120" y="88920"/>
                <a:ext cx="7796880" cy="64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03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99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93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939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60</TotalTime>
  <Words>9</Words>
  <Application>Microsoft Office PowerPoint</Application>
  <PresentationFormat>On-screen Show (4:3)</PresentationFormat>
  <Paragraphs>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Opulent</vt:lpstr>
      <vt:lpstr>GAUSS ELIMINATION</vt:lpstr>
      <vt:lpstr>PROBLEM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 ELIMINATION</dc:title>
  <dc:creator>UEM</dc:creator>
  <cp:lastModifiedBy>UEM</cp:lastModifiedBy>
  <cp:revision>4</cp:revision>
  <dcterms:created xsi:type="dcterms:W3CDTF">2006-08-16T00:00:00Z</dcterms:created>
  <dcterms:modified xsi:type="dcterms:W3CDTF">2021-02-17T08:01:06Z</dcterms:modified>
</cp:coreProperties>
</file>