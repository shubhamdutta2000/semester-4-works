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2-17T08:03:21.0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12403 843,'0'0,"0"-24,0-1,0-25,0 75,0 25,0-1,0 1,0-1,0 1,49-25,-49 24,25-49,-25 25</inkml:trace>
  <inkml:trace contextRef="#ctx0" brushRef="#br0" timeOffset="457.9751">12179 819,'0'0,"-49"-50,-1 50,1-74,49 49,0 0,74 25,0 0,26 0,24 25,-25-25,0 49,-24-49,-1 100,-24-76,-50 1,49 25,-49-25,0-1,-49 51,-1-50,0 24,-24-49,0 50,-1-50,25 0,1 0,24 0,0 0,50 0</inkml:trace>
  <inkml:trace contextRef="#ctx0" brushRef="#br0" timeOffset="845.7038">12874 992,'0'-25,"50"25,-50 25,0 25,0-1,0 1,0-25</inkml:trace>
  <inkml:trace contextRef="#ctx0" brushRef="#br0" timeOffset="1206.9066">12948 769,'0'-25,"50"25,-75 0</inkml:trace>
  <inkml:trace contextRef="#ctx0" brushRef="#br0" timeOffset="1763.562">13246 1042,'25'-50,"-25"25,0 1,0-1,-25 25,-49 0,-1 49,26-24,49 0,-50 25,50-26,0 1,0 25,25-50,0 0,24 0,-24 0,0 0,24-25,1-74,-50 74,0-25,25 50,24 75,-49-50,25-25,-25 24,50-24,24 0,-49 0,25 0</inkml:trace>
  <inkml:trace contextRef="#ctx0" brushRef="#br0" timeOffset="2324.0364">13742 967,'0'0,"0"-49,0 24,0 0,-25-24,-49 49,49 0,-24 24,-1 1,50 0,0 25,50-26,-1-24,-24 0,0 0,-25-24,49-26,-24 50,-25 50,50-1,-50 50,0 25,0 0,0-24,0-26,0 0,0-24,0-25,0 0,-25-25,0 0,-24-25,49-50,-50 1,50 24,0 1,0 24,0-25,25 26,-25-1,49-25,-24 50,25-25,-25 25,-1 0</inkml:trace>
  <inkml:trace contextRef="#ctx0" brushRef="#br0" timeOffset="2686.38">13965 1141,'0'0,"0"-25,25-24,25 49,-50-25,74 25,-24 0,-1 0,-49 25,0 49,0-24,-24-50,-1 49,0-49,-25 0,1 0,49-25,0-24,0 24,0 0,25 25,-25-25,49 25,1 0</inkml:trace>
  <inkml:trace contextRef="#ctx0" brushRef="#br0" timeOffset="3204.6297">14362 1091,'0'-49,"0"-1,25 50,25 0,-1 0,-24 0,-25 25,0 25,0-26,0 26,0-25,0-50,0-49,0 49,0 0,50 25,-50-50,49 50,-24 0,-25 50,0 0,25-50,-25 24,25-24,49 0</inkml:trace>
  <inkml:trace contextRef="#ctx0" brushRef="#br0" timeOffset="4800.2446">14933 1017,'0'-50,"0"26,-75 24,51 0,24 49,0-24,-25-25,25 25,49-25,-24-50,0 25,25 25,-26 0,-24 50,25-50,-25 50,50-1,-25-49,-1 0,-24-25,25 25,-25-49,0-1,50 1,-50-1,0 0,0 26,0-26,0 25,0 0,0-24,0 24,0 0,0 0,0 75,0-25,0 24,0 1,0 0,0-1,0 1,25-1,-25-24,0 0,49 25,-24-50,25 24,-26-24,1-49,25-1,-50 25,0 1,0-26,25 25,-25-24,0 24,0-25,0 25,0 1,0-26,0 75,0 0,0 24,0-24,0 0,0 24,0 1,0-25,0 0,49 24,-49-24,25-25,0 0,24 0,-49-50,25 50,-25-24,25-1,-25-25,50 75,-50 25,0-1,25-49,-25 50,24-50,-24 25,50-25,-25 0,0 0,-25-25,49-25,-49 75,0 0,0 0,0-1,0 51,0-26,0 26,0-1,0 1,0-1,-25 25,25-24,0-26,-24 1,-26 0,25-50,0 49,-24-49,24-49,25-1,0 0,0-24,0-1,25 26,24-26,1 1,0 24,24 1,-24-1,24 50,75 0,24-49</inkml:trace>
  <inkml:trace contextRef="#ctx0" brushRef="#br0" timeOffset="5808.3192">16992 1017,'0'-25,"-25"25,0 0,0 0,-49 25,74 25,-25-50,25 49,0-24,74-25,1 0,-26-25,-49 0,50-24,-50-26,74-24,-74 0,0 25,0-1,0 26,0-1,0 25,0-25,-24 50,-1 0,25 50,-25 25,25-1,0 0,0 1,0-1,0-24,50-1,-50-24,74 25,-49-25,0-25,24 0</inkml:trace>
  <inkml:trace contextRef="#ctx0" brushRef="#br0" timeOffset="6108.2411">17512 868,'0'0,"25"0,0 0,25 0,-50 50,0 24,0-49,-25-25,0 25,0-25,-24 0,24 0,0 0,25-25,0-25,0 26,0-1,25 25,0-50,-1 50,26 0</inkml:trace>
  <inkml:trace contextRef="#ctx0" brushRef="#br0" timeOffset="6805.961">17835 918,'0'-25,"0"-25,50 50,-1 0,-49 25,25 25,-25-25,0-1,50 26,-50-25,0 0,-25 24,-25-49,50-25,0-24,0 24,0 0,0-24,75 49,-51-50,26 50,-25 0,24 25,-49 24,0-24,0 0,0 25,0-26,0 1,0-50,0 1,0-26,0 25,75-24,-26 24,-24 25,0 0,-25 49,0-24,0 25,0-1,0-24,50-25</inkml:trace>
  <inkml:trace contextRef="#ctx0" brushRef="#br0" timeOffset="7067.8864">18529 918,'0'0,"0"-25,0 0,25 25,-25 75,0-51,0 1,0 25,0-25,0 24</inkml:trace>
  <inkml:trace contextRef="#ctx0" brushRef="#br0" timeOffset="7386.9277">18505 695,'0'0,"0"-75,0 50,0 1,24-26,1 50,25 0,-25 0,-25 50,0-26,0 1,0 0,-25-25,-25 0,1 0,49-50,24 50</inkml:trace>
  <inkml:trace contextRef="#ctx0" brushRef="#br0" timeOffset="7923.8618">18777 992,'0'-25,"25"25,25 0,-25 0,-25 75,25-26,-25-24,0 25,0-1,-25-49,0 0,25-49,0 24,0 0,0-24,25 24,24 0,1 25,-25-50,24 50,-24 0,25 0,-50 75,0-50,0-1,0 26,0 0,25-50,24 24</inkml:trace>
  <inkml:trace contextRef="#ctx0" brushRef="#br0" timeOffset="9342.097">19373 1067,'0'0,"0"-50,0 0,-25 75,-25 25,50-25,0 24,-24-24,24 25,0-1,24-49,26-25,-25-24,-25 24,0-25,49 26,-49-1,0 74,0 1,25-50,-25 25,50-25,-25 0,24 0,1 0,-50-50,25 50,-25-74,24 74,-24-50,50 1,-25 24,-25 50,0-1,0 26,0-25,0 0,0-1,0 26,25-50,24 0,-49-50,50 50,-50-24,25 24,0 0,24 49,-49 1,25-50,-25 74,50-49,-26-25,1-74,-25 49,0-50,0-24,0 0,75-25,-75 25,49 24,-49 26,0 24,0-25,0 25,0 1,0-26,0 25,0 100,0-26,0 1,0 24,0 1,0-1,0-24,0-1,0-24,0 25,0-25,0-1,0 26,0-25,0 24,0-24,25-25,25 0,-1 0,1 0</inkml:trace>
  <inkml:trace contextRef="#ctx0" brushRef="#br0" timeOffset="9554.5449">19968 843,'0'0,"0"-49,25 49,25 0,-1-25,26 25,-1 0,0 0,1 0,-50 0</inkml:trace>
  <inkml:trace contextRef="#ctx0" brushRef="#br0" timeOffset="19212.2956">14486 2406,'25'0,"25"0,-50-25,49 25,-24 0,25 0,-25 0,-25 50,24-50,-24 49,0-24,0 25,-49-50,49 25,-50-25,1 0,49 24,24-24,1 0,0 0,25 0,-1 0,1 0,-50 25,25 25,-25-25,0 24,0 1,-25-50,0 50,-49-50,49 0,0 0,-25 0,50-25,-49 0,49 0,25 25,49 0,-49 0,24 0,-24 0,25 0,-50 25,25-25</inkml:trace>
  <inkml:trace contextRef="#ctx0" brushRef="#br0" timeOffset="20374.3676">16272 2629,'0'-25,"-25"25,1 0,-1 0,0 0,-25 0,26 0,-26 0,50-24,50 24,-26-25,1 25,25-50,-25 50,24-74,-24 49,0-25,24 26,-49 73,0 1,0-1,-24 26,24-1,0 1,0-26,0 1,0 0,0-26,0 1,24-25</inkml:trace>
  <inkml:trace contextRef="#ctx0" brushRef="#br0" timeOffset="20897.482">17314 2505,'0'0,"0"-49,25-1,24 100,-49-1,0 1,0-1,0 1,0-25,0 25,0-1,0-24</inkml:trace>
  <inkml:trace contextRef="#ctx0" brushRef="#br0" timeOffset="21519.6487">17761 2505,'0'0,"-25"0,25 25,0 0,0 0,0 24,25-49,-25 25,49-25,1 0,-50 25,25-25,-25 25,24-25,-24 49,0-24,-24-25,-1 0,25 25,-50-25,25 0</inkml:trace>
  <inkml:trace contextRef="#ctx0" brushRef="#br0" timeOffset="21803.7752">17785 2530,'0'-25,"0"0,25 25,0-49,25 49,-26 0,1 0,25 0,-25 0,-1 0,1 0,25 0,-1 0</inkml:trace>
  <inkml:trace contextRef="#ctx0" brushRef="#br0" timeOffset="23402.3931">14685 3423,'25'-25,"-25"75,0-25,0 24,0-24,0 25,-25-50,25 49,0-24</inkml:trace>
  <inkml:trace contextRef="#ctx0" brushRef="#br0" timeOffset="23974.428">15702 3423,'0'-50,"25"50,24 0,-49 50,0 0,0-1,0-24,0 25,0-1,50-49</inkml:trace>
  <inkml:trace contextRef="#ctx0" brushRef="#br0" timeOffset="24490.2667">16173 3448,'0'-25,"25"0,0 25,-25-49,49 49,-24 0,25 0,-26 0,-24 24,0 1,0 25,0-25,0 24,0-24,-24-25,24 50,-50-50,50 24,-25-24,25 50,-25-50,25 25,25-25,25 0,-1 0,-24 0,0 0,25 0,-26 0,1 0,0 0,25 0</inkml:trace>
  <inkml:trace contextRef="#ctx0" brushRef="#br0" timeOffset="26762.7481">17860 3621,'0'-24,"25"24,-25-50,0 25,0 0,0 1,24 24,-24-50,0 75,0 0,0 24,0 1,0 24,0-24,0 24,0-24,0-25,0 0,0 24</inkml:trace>
  <inkml:trace contextRef="#ctx0" brushRef="#br0" timeOffset="27836.0612">14511 4291,'0'0,"0"-25,0 75,0-25,0 0,0 24,0 1,0-25,0-1</inkml:trace>
  <inkml:trace contextRef="#ctx0" brushRef="#br0" timeOffset="28390.1232">14858 4291,'0'0,"0"-49,0 24,-24 25,-26 25,50-1,-25 26,25-25,0 24,0-24,0 25,25-1,25-49,-26 25,51-25,-26 0,-49-49,25 49,-25-25,0-50,0 1,0 49,-49 25,-1 0,25 0,25 25</inkml:trace>
  <inkml:trace contextRef="#ctx0" brushRef="#br0" timeOffset="29096.557">16545 4291,'0'0,"50"-25,-50-24,0 98,0 1,0-25,0 24,0-24,24 25,-24-25,0 24,50-49</inkml:trace>
  <inkml:trace contextRef="#ctx0" brushRef="#br0" timeOffset="29784.9763">17860 4564,'-25'0,"-25"0,26 0,-1 0,-25 0,25 0,0 0,1 0</inkml:trace>
  <inkml:trace contextRef="#ctx0" brushRef="#br0" timeOffset="30648.2806">17984 4490,'0'-25,"0"0,0 0,49 25,-49 25,-24-25,-1 0,25-25,25-24,-25 24,24 25,1 0,0 0,25 0,-26 0,-24 25,25-25,-25 49,0 26,0-1,0-49,0 24,0-24,-49 25,-1-25,25-1,-24-24,24 75,0-75,50 0,24 0,1 0,24 0,-24 25,0-25,-26 0,26 0,-25 0,-25 25,25-25</inkml:trace>
  <inkml:trace contextRef="#ctx0" brushRef="#br0" timeOffset="37252.0984">12824 1488,'-24'0,"-1"0,50 25,24-25,26 0,-51 0,26 25,0-25,49 0,50 0,24 49,26-49,49 0,49 0,1 0,0 0,-25 0,-50 0,-50 0,-73 0,-51 0,1 0,-25 0,0 0</inkml:trace>
  <inkml:trace contextRef="#ctx0" brushRef="#br0" timeOffset="38099.8312">17388 1563,'25'0,"50"0,-26 0,1 0,24 0,1 0,49 0,49 0,26 0,-1 0,1 0,-1 49,-49-49,-50 0,-49 0,-25 0,-1 0</inkml:trace>
  <inkml:trace contextRef="#ctx0" brushRef="#br0" timeOffset="72383.8665">13618 2654,'0'-25,"0"50,0 50,25-75,-25 49,50 1,-26-50,1 0,74-50,-49 1,0-1,-1 0,-24 25,25 1,-26 24,-24-75,25 75,-25 50</inkml:trace>
  <inkml:trace contextRef="#ctx0" brushRef="#br0" timeOffset="72770.2707">13866 2654,'0'-50,"0"75,0 25,0 0,0-26,0 1,0 25,0-25,0-1,50-24,-50 50,25-50,24 0,1-50,-1 26,1-26,0 0,-1 26,26 24,-51-50,1 50</inkml:trace>
  <inkml:trace contextRef="#ctx0" brushRef="#br0" timeOffset="78388.7176">15032 2431,'0'0,"0"-25,0 0,0-24,0 24,0 0,-25 25,25-50,-49 26,24 24,25-25,-50 25,25 0,-24 0,24 0,0 0,-24 0,-1 0,25 0,0 0,-24 0,24 0,0 25,-25 24,50-24,-24-25,24 25,-50 24,50-24,0 25,-25-1,25-24,0 0,0 25,0-26,0 1,0 0,0 25,0-25,0 24,0 1,0-25,50 24,-50-24,49-25,-49 25,25-25,-25 49,25-49,-25 25,50-25,-25 25,-1-25,51 0,-26 0,51 0,-51 0,1-25,-1 25,-24-49,0 24,25 25,-50-50,24 1,-24 24,25 25,-25-25,0 0,0-24,0 24,0 0,0-25,0 25,0 1,0-1,0-25,0 25,0 1,0-26,0 25,0 0</inkml:trace>
  <inkml:trace contextRef="#ctx0" brushRef="#br0" timeOffset="80188.2202">19844 2257,'0'-25,"25"-24,0 49,0 0,24-25,-24 25,0 0,-25 74,0-49,0 0,0 0,0 49,0-49,-75-25,75 25,-49-25,-1 0,75 0,25 0,-1 0,1 0,-1 49,-49 26,0-50,0-1,-24-24,-51 50,26-50,-1 50,25-50,-25 0,26 0,24-25,0-25,24 50,26-49,25 49,-26 0,-24 24</inkml:trace>
  <inkml:trace contextRef="#ctx0" brushRef="#br0" timeOffset="81791.6896">20390 2208,'-25'0,"75"24,-1-24,26 25,-1-25,0 50,1-50,-1 0,1 49,-50-49,-1 0,-73 0,49 25,-50-25,0 25,-24 49,49-49,-49 25,24-25,1 24,24-49,25 50,-50-50</inkml:trace>
  <inkml:trace contextRef="#ctx0" brushRef="#br0" timeOffset="82444.6895">20712 2009,'0'0,"0"-25,0 1,0-26,0 75,0 24,0 51,0 24,0 24,0 1,0 25,0-25,0-50,0-49,0-1,0-24,0 0,0 49</inkml:trace>
  <inkml:trace contextRef="#ctx0" brushRef="#br0" timeOffset="83343.7348">21134 2208,'0'-25,"0"-25,50 50,-50 50,0 24,0-24,0-1,0-24,0 0,49 49,1-74,-25 0,24 0,-24 0,25 0,-50-24,49-51,-49 50,0-24,0 24,-25-25,25 75,0 25,0 24,0 1,0-26,-24 1,24-1,0-24,0 25,0-25,24-25</inkml:trace>
  <inkml:trace contextRef="#ctx0" brushRef="#br0" timeOffset="83548.1875">21605 2431,'0'0,"0"-25,25 25,25 0,-1-25,-24 25,0 0</inkml:trace>
  <inkml:trace contextRef="#ctx0" brushRef="#br0" timeOffset="83794.5121">21729 2257,'0'-25,"0"50,0 25,0-1,0 1,0-25,0 24,0 1,0-25</inkml:trace>
  <inkml:trace contextRef="#ctx0" brushRef="#br0" timeOffset="84109.9435">21952 2158,'0'0,"0"50,0-1,0 1,0-1,0 1,0-25,0 24,0 1,25-50</inkml:trace>
  <inkml:trace contextRef="#ctx0" brushRef="#br0" timeOffset="84657.9732">22250 2158,'0'0,"0"50,0-1,25-24,25-25,-26 0,26 0,-50 25,25-25,-25 49,0-24,0 0,0 0,-50-25,25 0,25 49,-24-49,-26 0,50-24</inkml:trace>
  <inkml:trace contextRef="#ctx0" brushRef="#br0" timeOffset="84966.3335">22225 2133,'0'0,"0"-25,0 1,25 24,25-50,-25 50,24 0,1-25,-25 25,-1 0,26-49,-75 49,0 24</inkml:trace>
  <inkml:trace contextRef="#ctx0" brushRef="#br0" timeOffset="88956.6627">19745 3373,'0'-49,"0"24,0 0,0 0,0 50,0 25,0-1,0 26,0-26,0 1,0-25,25 0,-25 24,24-49</inkml:trace>
  <inkml:trace contextRef="#ctx0" brushRef="#br0" timeOffset="89850.7365">20018 3299,'25'0,"-25"25,-50-25,50-25,25 25,-25-25,25 25,-25 25,-50 25,25-50,25-50,0 25,0 0,50 25,-1 0,-24 0,0 0,-25 50,0 24,0-49,0 25,0-25,0-1,0 26,-50-50,1 50,24-26,-25-24,50-24,25 24,-25-25,25 25,25 0,-26 0,-24 49,50-49,-50 25</inkml:trace>
  <inkml:trace contextRef="#ctx0" brushRef="#br0" timeOffset="90693.8078">20415 3423,'0'-50,"0"26,-25 24,50 24,24-24,-24 25,0-25,24 25,-24-25,0 0,25 50,-26-50,-24 49,-49-49,49 75,-50-51,50 26,-25-25,25 0,0 24</inkml:trace>
  <inkml:trace contextRef="#ctx0" brushRef="#br0" timeOffset="91993.9077">21233 3274,'0'-25,"0"50,0 25,0 24,0-24,0-1,0 1,0-25,50 24,-25-49</inkml:trace>
  <inkml:trace contextRef="#ctx0" brushRef="#br0" timeOffset="92261.3703">21456 3448,'50'-25,"-25"25,0 0,-1 0,26 0,0 0,-1 0</inkml:trace>
  <inkml:trace contextRef="#ctx0" brushRef="#br0" timeOffset="92572.4443">21605 3324,'0'-25,"0"50,0-100,0 125,0 24,0-24,0 0,0-1,0 1,50-1,-50-24,25 0,24-25,-24 0</inkml:trace>
  <inkml:trace contextRef="#ctx0" brushRef="#br0" timeOffset="92982.4993">22052 3274,'0'0,"0"50,0-1,0 1,0 0,0-1,0-24,0 25,25-26,-25 1</inkml:trace>
  <inkml:trace contextRef="#ctx0" brushRef="#br0" timeOffset="104403.5086">19968 4415,'25'0,"-75"0</inkml:trace>
  <inkml:trace contextRef="#ctx0" brushRef="#br0" timeOffset="107516.9828">20067 4390,'-24'0,"24"25,-25-25,25 25,-25-25,25 50,-25-50,25-25,0 0,0 0,50-49,-25 74,-1 0,1 0,25 0,-50 25,0 24,0 1,0-25,0 24,-25 1,25-25,-50 24,26-24,-26 0,25 24,25-24,-49 25,-1-25,50-75,0 25,0 0,50 25,-26-49,1 49,25 25,-25 24,24 1,-49 0,25-50,-25 24,25-24,24 0</inkml:trace>
  <inkml:trace contextRef="#ctx0" brushRef="#br0" timeOffset="108793.1357">20489 4366,'0'0,"0"-25,-25 25,50 0,0 25,24-25,1 49,0-49,-1 25,1-25,-1 0,-49 25,50-25,-25 0,-25 49,-50-49,50 25,-49 0,24 49,-25-49,25 25,-24-1,49-24,-25-25,25 25</inkml:trace>
  <inkml:trace contextRef="#ctx0" brushRef="#br0" timeOffset="109341.2079">20787 4217,'0'-25,"-25"0,25-24,-25 49,0 0,25 49,0 26,0 24,0 0,0 25,0-25,0 0,0 1,0-26,0-24,0-1,50-49,-50 25,0-74</inkml:trace>
  <inkml:trace contextRef="#ctx0" brushRef="#br0" timeOffset="110203.2883">21184 4366,'0'-25,"24"25,-24-25,0 50,0 24,0 26,0-1,50-24,-50-1,0 1,0-25,25-25,-25 25,49-25</inkml:trace>
  <inkml:trace contextRef="#ctx0" brushRef="#br0" timeOffset="110703.9979">21531 4390,'0'0,"0"-49,-50 49,25 0,25 25,0-1,0 76,0-76,0 26,0 0,0-26,0 1,50 25,-25-50,0 0,-25-25,49 25,-49-50,0-24,0 49,0 0,0-24,0 24,0 0,-25 25,-24 0</inkml:trace>
  <inkml:trace contextRef="#ctx0" brushRef="#br0" timeOffset="110943.7951">21779 4564,'25'0,"24"-25,26 25,-1 0,-24 0,-25 0,-1 0,-24-25</inkml:trace>
  <inkml:trace contextRef="#ctx0" brushRef="#br0" timeOffset="111245.0873">22002 4415,'0'0,"-25"0,25-25,0 50,0 25,0 24,0-24,50 24,-50-24,0-25,25-1,-25 26,0-25,25-25,-25 25</inkml:trace>
  <inkml:trace contextRef="#ctx0" brushRef="#br0" timeOffset="111543.2924">22300 4341,'0'-50,"0"1,0 73,0 26,49 49,-49 0,0-24,25-1,-25-24,0-1,50-24,-50 0,0 25</inkml:trace>
  <inkml:trace contextRef="#ctx0" brushRef="#br0" timeOffset="112924.2661">19125 3522,'0'0,"0"-25,0-24,0 74,0-1,0 1,0 0,0 25,49-50,-49-25,50-25,-25 1,24-1,-49-24,50 49,-50 0,25 25,-25-50,0 75</inkml:trace>
  <inkml:trace contextRef="#ctx0" brushRef="#br0" timeOffset="113276.1909">19298 3324,'0'0,"0"74,25-24,-25-25,0-1,0 51,25-75,0 0,24-25,-49 0,50-24,-50 24,25 0,-25-25,49 50</inkml:trace>
  <inkml:trace contextRef="#ctx0" brushRef="#br0" timeOffset="131644.9404">16396 9500,'-25'0,"1"0,24-25,24 25,26 124,-50 25,0 50,0-50,0-1,0-24,0-24,0-26,25-24,-25 24,49-74,-49 25,50-25,0 0,-50-25,24-25,-24 26,-49 24,-1 24,50 26,-74 0,74-1,0 26,0-1,0 25,0 0,0 1,25 24,-25 49,74 1,-74-50,50 25,-50 24,0-73,0 24,0-25,0-25,-25 26,-25-26,1-24,24-1,0-49,-25 25,26-25,-1 0,-25 0,50-50,-25 26,25-26</inkml:trace>
  <inkml:trace contextRef="#ctx0" brushRef="#br0" timeOffset="132394.3703">17438 10071,'0'0,"-25"0,25-50,0 25,0 100,0-1,0 1,0-26,0 1,0-1,0-24,50-25</inkml:trace>
  <inkml:trace contextRef="#ctx0" brushRef="#br0" timeOffset="132776.9099">17463 10145,'0'0,"-25"0,25-25,0-24,25 49,0 0,24 25,-49-1,50 26,-50 24,74-24,-49 0,-25-26,50 26,-50-124,0 24,0-24,0-1,0 1,0 49,0-25,25 50,24 0,-24 0,-25 25,99 25,-74-50</inkml:trace>
  <inkml:trace contextRef="#ctx0" brushRef="#br0" timeOffset="133093.4353">18083 10170,'25'0,"0"0,-25 50,49-50,-49 49,0 1,0-1,-25-49,-24 50,-1-50,1 0,-1 0,50-25,-50 0,50-24,0-1,0 1,50 49,-50-25,74 25,-49 0,25 0,-1 25</inkml:trace>
  <inkml:trace contextRef="#ctx0" brushRef="#br0" timeOffset="133406.5777">18505 10071,'0'0,"0"-25,24 50,-24 24,0 1,0 0,50 49,-50-50,0 1,0-25,0 0,0 24</inkml:trace>
  <inkml:trace contextRef="#ctx0" brushRef="#br0" timeOffset="133564.9167">18430 10294,'0'0,"0"-25,50 25,-25 0,24-49,1 49,-1 0</inkml:trace>
  <inkml:trace contextRef="#ctx0" brushRef="#br0" timeOffset="134388.0672">18976 10244,'0'-24,"-25"24,25-25,-25 25,-24 25,49-1,-50 26,50-25,0 0,0 24,0 1,25-50,0 0,24 0,1-25,-25 0,-25-24,49-1,-49-24,0-1,0 1,0-26,0 1,-49 0,49 49,-50 1,25 49,-24 0,49 49,0 26,0-1,0 25,0-24,49 24,1-24,-25-26,24 1,1-25,-25-25,24 49,-24-49,50-25,-51-49,-24 49,0-24,0 24,50-25,-25 50,-25 75,0-51,0 26,49-25,-49 24</inkml:trace>
  <inkml:trace contextRef="#ctx0" brushRef="#br0" timeOffset="134540.6579">19422 9947,'0'-50,"25"100,50 24</inkml:trace>
  <inkml:trace contextRef="#ctx0" brushRef="#br0" timeOffset="135612.6818">19745 10170,'-25'0,"-49"25,74 24,0-24,0 0,0 25,0-26,24 1,1-25,0 0,-25-25,50-24,-50 24,0 0,24-24,-24 24,0 0,50 25,-50 50,25-1,-25-24,50-25,-1 25,-24-25,0 0,24 0,-24 0,25 0,-50-25,49 25,-49-74,0 49,50-25,-50-24,0 24,-25 0,0 1,-49 49,24 25,26 24,24 26,0-50,24-25,51 0,-26 0,1 0,-50 49,50 1,-50 24,0 1,49 24,-49 0,0-25,0 1,0-26,0-24,-25 25,-24-50,24-25,-25 0,50-24,-24-26,24-49,0 0,0 25,0 25,49-1,-24 50,49-24,-24 24,0-25,-1 50,1-25,-25 25,-1 0,1 0,25 0,-25 75,-25-50,0 24,-75-49,26 25,24-25,0 0,25-74,0 49,0-25,25 25,24 1,-24 24,25 0</inkml:trace>
  <inkml:trace contextRef="#ctx0" brushRef="#br0" timeOffset="136018.7126">20737 9947,'50'0,"-100"0,100-50,-26 50,1 0,-25 25,0 0,0-1,0 1,0 25,0-100,0 25,0-24,50-26,-50 26,50-1,-26 50,-24-25,50 25,-50 75,0-1,0 1,0-26,25-24,-25 0,49 25,-24-50,50-50</inkml:trace>
  <inkml:trace contextRef="#ctx0" brushRef="#br0" timeOffset="136654.7861">21283 9872,'0'-49,"0"98,-25-98,0 98,0 1,25-25,0-1,0 26,0-25,0 0,50-25,-50-25,50 25,-50-50,24 25,-24-24,50 24,-25 25,0 0,-25 25,0 0,0 24,49-24,-49 0,25-25,0 0,-25-25,0 0,0-24,49-26,-49-74,0 25,0-49,0-1,50 75,-50 49,0 26,0 73,-25 26,25 24,0 50,0-25,0 49,0-74,25 25,-25-49,0-25,25-26,-25 26,49-75</inkml:trace>
  <inkml:trace contextRef="#ctx0" brushRef="#br0" timeOffset="137308.3233">21853 9302,'0'0,"0"-25,0 0,0-24,0 148,0 0,0 174,0-199,0-24,0-25,0 24,25-49,-25-49,50 24,-50-25,0 1,49-51,-49 76,50-1,-25 25,-25 25,0 24,25-24,-25 25,0-26,49-24,-24 0,25-49,-50-1,24 25,-24 1,25 24,-25-25,0 74,0 26,0 24,0-25,0 1,0-1,-49 1,49-26,-50 1,25-50,-49 50,-1-50,-49 49,0-49,-25 0</inkml:trace>
  <inkml:trace contextRef="#ctx0" brushRef="#br0" timeOffset="138814.1035">18505 11807,'-25'0,"25"-25,-50 25,25 0,1 0,24 25,-75 25,75-1,0-24,0 0,0 24,25-49,49 0,-49-24,-25-1,50-25,-50 1,0-26,0 1,49-1,-49 1,0 24,0 1,-24-1,24 1,-50-1,0 50,1 99,49 0,0 25,25 0,24 0,1-49,-1-1,1 1,0-51,24-24,-24 0,-26 0,26 0,-25-24,-25-26,0 25,50 0,-50-24,24 49,-24-50,50 50,0 0,-26 0,-24 25,0 25,0-26,-24-24,-1 0,0 0,-25 0,50-24,0-26,25-24,25 74</inkml:trace>
  <inkml:trace contextRef="#ctx0" brushRef="#br0" timeOffset="139575.5873">19150 11757,'0'-49,"0"98,24-98,26 49,-25 0,-25 25,0-1,0 1,0 0,0 25,0-100,0 25,0 0,0 1,25 24,-25-50,49 50,-24 0,-25 25,25 0,-25-1,0 26,0-25,0 0,0 24,0-74,74-24,-74-1,25 1,-25 24,50 25,-50-75,24 75,-24 50,0-25,0 0,0-1,50-24,-50 75,25-50,0-25,24 0,-49-25,0-25,25 1,-25 24,0 0,0-25,0 26,0-1,0 50,0 24,50 1,-50-25,0 24,0-24,24-25,-24 25</inkml:trace>
  <inkml:trace contextRef="#ctx0" brushRef="#br0" timeOffset="139743.2167">19770 11385,'0'-49,"24"98,-24-24,50 0,-50 25,50-26</inkml:trace>
  <inkml:trace contextRef="#ctx0" brushRef="#br0" timeOffset="141077.7152">19919 11559,'0'0,"49"0,-49 50,25-1,-25 1,0-1,0-24,0 25,0-25,0-50,0 0,0-25,0 1,50-1,-26 1,26 49,-50 24,0 1,25 25,-25-25,49 24,26-49,-26 0,-24 0,0 0,25-49,-26 49,1-75,25 50,-50 1,25-51,-25 26,0-1,-75 75,50 0,25-1,-49 26,49-25,0 0,0 24,25 1,-1-50,1 0,0 0,-25-75,0 26,0 24,50 25,-50-50,24 50,-24 50,25 0,25-1,-25-49,-25 25,24-25,-24-50,50-24,-50 24,25 50,-25-49,49 49,-24 0,-25 25,0 24,0 1,0-1,25-49,25-24,-50-26,25 25,24 0,-24 25,0 0,0 0,-25 50,49-50,1 50,-25-50,24 0,-24 0,-25-25,0 0,0-25,0-24,0 0,0-26,0-49,-25-24,25-1,-49 100,49 24,0 25,-25 25,25 50,0 0,0 24,0 25,0 0,49 25,-49-24,50-1,-50-25,74-24,-74-25,50 24,-50-24,25-25,-25-49,0 24,0 0</inkml:trace>
  <inkml:trace contextRef="#ctx0" brushRef="#br0" timeOffset="141205.7936">21283 11261,'0'0,"74"0,-24-49,-1 49,26-50,-1 50,1-25</inkml:trace>
  <inkml:trace contextRef="#ctx0" brushRef="#br0" timeOffset="300483.6386">670 5358,'0'-50,"0"25,0 1,0 73,0 1,0-1,0 1,0 0,0 24,0-24,0-26,0 1,0 0,25-25</inkml:trace>
  <inkml:trace contextRef="#ctx0" brushRef="#br0" timeOffset="301306.4445">1067 5333,'0'-25,"-50"50,50 0,-24 24,24-24,0 0,-50 25,50-1,0-24,0 0,0 24,0-24,25-25,-25 50,25-50,-25 25,49-25,-24 49,25-49,-26-25,26 1,-50-51,25 75,-25-49,0-1,0 25,0-24,0 24,-25-25,25 1,-25 49,25-25,-25 25</inkml:trace>
  <inkml:trace contextRef="#ctx0" brushRef="#br0" timeOffset="302883.9277">1737 5457,'-50'0,"50"-25,0-24,25 49,-25-25,25 25,24 0,1 0,-25 0,-25 25,49 49,-49-24,0-1,0 1,-24-25,24 24,-50-49,0 50,25-50,50 0,-25-50,50 25,-25 25,24-49,-24-1,50 1,-51-1,-24 0,0 26,0-1,-49 25,-1 74,50-49,0 25,0-26,0 26,0-25,25 0,0-25,0 49,24-49,-24 0</inkml:trace>
  <inkml:trace contextRef="#ctx0" brushRef="#br0" timeOffset="303139.757">2258 5556,'0'0,"24"0,26 0,0 0,24 0,-24 0,-26 0,26 0,0 0</inkml:trace>
  <inkml:trace contextRef="#ctx0" brushRef="#br0" timeOffset="303474.3809">2431 5407,'0'0,"0"-24,0 48,0 26,0 24,0 1,0-1,0-24,0-25,0-1,0 26,0-25,25-25</inkml:trace>
  <inkml:trace contextRef="#ctx0" brushRef="#br0" timeOffset="304209.3757">2878 5333,'0'0,"0"-50,0 26,49 24,-49 24,25 26,-25-25,50 0,-1 49,1-74,-25 0,24-25,-49-24,25 49,-25-50,0 25,0 0,0 50,0 0,0 0,0 24,0 1,0 24,50 26,-50-51,0 1,0-25,0-1,-25 26,-25-25,26-25,-26 0,25 0,-24 0,49-25</inkml:trace>
  <inkml:trace contextRef="#ctx0" brushRef="#br0" timeOffset="304786.3616">3473 5556,'50'0,"24"0,0 0,26-49,-51 49,-24 0,25 0</inkml:trace>
  <inkml:trace contextRef="#ctx0" brushRef="#br0" timeOffset="307442.986">4292 5333,'-25'0,"25"-74,25 24,49 50,-24 0,-26-50,26 50,-50 25,50 25,-50-1,0 1,0 0,0 24,0-24,-25 24,0-24,-25-26,26 26,-1-50,-25 25,25-25,25-75,0 26,50 49,0 0,24 25,-24 24,-26 1,26-1</inkml:trace>
  <inkml:trace contextRef="#ctx0" brushRef="#br0" timeOffset="307921.9893">4788 5259,'0'-25,"24"25,26 0,0 0,-1 0,-49 25,0 24,0-24,0 25,0-1,-49 1,49 24,-25-49,25 0,-25 24,25 1,25-50,24 0,1 0,-50-25,25 25</inkml:trace>
  <inkml:trace contextRef="#ctx0" brushRef="#br0" timeOffset="308108.4906">4862 5482,'0'0,"-25"0,25-25,25 25,0 0,24 0,1 0</inkml:trace>
  <inkml:trace contextRef="#ctx0" brushRef="#br0" timeOffset="308385.7501">5482 5333,'0'-25,"50"25,-25 0,-1 0,26 0,-25 0,0 0,24 0</inkml:trace>
  <inkml:trace contextRef="#ctx0" brushRef="#br0" timeOffset="308561.2831">5557 5457,'0'0,"24"0,1 0,25 0,-1 0,1 0</inkml:trace>
  <inkml:trace contextRef="#ctx0" brushRef="#br0" timeOffset="309114.567">6152 5060,'0'0,"-25"0,50 0,0 0,24 0,26 0,-26 0,-24 0,-25 50,-25 24,25 1,0 24,-24 0,24-25,0 1,-75-1,75-24,0-25,0 24,-25-49</inkml:trace>
  <inkml:trace contextRef="#ctx0" brushRef="#br0" timeOffset="309295.0954">6127 5556,'-50'-49,"75"49,25 0,0 0,-1 0,1 0,-1 0,1 49</inkml:trace>
  <inkml:trace contextRef="#ctx0" brushRef="#br0" timeOffset="309466.1406">6574 5531,'24'0,"-24"25</inkml:trace>
  <inkml:trace contextRef="#ctx0" brushRef="#br0" timeOffset="309871.4119">6822 5110,'0'0,"0"-25,49 25,1 0,-1 0,-24 0,25 0,-50 50,0-26,0 26,0 24,0 1,0-1,0 1,0-1,0-24,0-1,0 26,0-51,0 1</inkml:trace>
  <inkml:trace contextRef="#ctx0" brushRef="#br0" timeOffset="310058.9137">6822 5531,'0'0,"0"-49,24 49,26 0,0 0,24 0,-49 0,24 25</inkml:trace>
  <inkml:trace contextRef="#ctx0" brushRef="#br0" timeOffset="310636.3707">7541 5457,'0'0,"-99"-50,74 50,0 0,-24 0,24 0,25-49,25 24,24-25,-24 26,25-26,-26 0,-24 26,0 98,0 0,0 26,0 24,0-25,-24 25,24-50,0 1,0-26,0 1,0-25,0 24</inkml:trace>
  <inkml:trace contextRef="#ctx0" brushRef="#br0" timeOffset="312693.264">893 6598,'-24'-25,"24"0,49-24,1 49,-25 0,-25 25,24 49,-24-49,0 0,0 24,-49 1,98-100,-24 1,25 24,-25-25,-1 50,-24-49,50 49,-50-25,0 0,-25 25,0 25,25 0,0-1,0 51,0-1,50-74,-25 25,0-25,24 0</inkml:trace>
  <inkml:trace contextRef="#ctx0" brushRef="#br0" timeOffset="312872.783">1464 6648,'0'-25,"0"50,74-50,-49 25,49 0,1 0,-26 0,-24 0,25 0</inkml:trace>
  <inkml:trace contextRef="#ctx0" brushRef="#br0" timeOffset="313136.0605">1712 6474,'-50'-50,"50"100,0 0,0 24,25-24,-25-1,0 1,25-1,-25-24,49-25,-49 25</inkml:trace>
  <inkml:trace contextRef="#ctx0" brushRef="#br0" timeOffset="313396.9791">2109 6449,'0'0,"25"50,-25-25,0 24,0 26,0-26,0 1,0-25,49-25,-49 24,50-24</inkml:trace>
  <inkml:trace contextRef="#ctx0" brushRef="#br0" timeOffset="313772.8156">2382 6474,'0'0,"0"-25,49 25,-24-25,0 25,24 0,-49 50,0-25,0 24,0 1,-24-25,-1 24,25-24,-50-25,50 50,25-50,25 0,-1 0,1 0,-1 0,-24 0,0 0,0 0</inkml:trace>
  <inkml:trace contextRef="#ctx0" brushRef="#br0" timeOffset="314229.0696">2778 6524,'0'-100,"0"200,25-200,-25 150,25-50,-25 50,50-1,-26-49,-24-49,25 24,-25 0,50 25,-25 0,-25 25,49 24,-49 26,0-1,0 1,0-1,0-24,0-1,-74 1,49-50,-25 0,1 0,49-25,0-24</inkml:trace>
  <inkml:trace contextRef="#ctx0" brushRef="#br0" timeOffset="315383.7471">3547 6648,'25'0,"0"0,25 0,-1 0,26 0,-26 0,-24 0,0 0,24 0</inkml:trace>
  <inkml:trace contextRef="#ctx0" brushRef="#br0" timeOffset="315684.5209">3795 6474,'0'0,"0"-25,0 75,0 24,0 1,0-1,0-24,0-1,0-24,25 25,25-50,-1 25</inkml:trace>
  <inkml:trace contextRef="#ctx0" brushRef="#br0" timeOffset="316185.7589">4192 6449,'0'-49,"50"49,-25 0,0 0,24 0,-24 0,0 0,0 0,49 0,-49 0,-25 24,-25 26,25-25,0 24,-25 26,25-26,-49 1,49 0,-25-1,25-24,0 0,0 0,49-25,-24 0,0 0,0 0,24 0,-24-25</inkml:trace>
  <inkml:trace contextRef="#ctx0" brushRef="#br0" timeOffset="316381.4334">4292 6648,'0'0,"49"0,1 0,-1 0,-24 0</inkml:trace>
  <inkml:trace contextRef="#ctx0" brushRef="#br0" timeOffset="316651.2005">4912 6524,'0'0,"24"0,1 0,50 0,-26 0,1 0,-25 0,0 0</inkml:trace>
  <inkml:trace contextRef="#ctx0" brushRef="#br0" timeOffset="316817.6301">5011 6672,'0'0,"50"0,-1 0,1 0,-1 0,26 0</inkml:trace>
  <inkml:trace contextRef="#ctx0" brushRef="#br0" timeOffset="317395.5883">5631 6375,'0'-50,"50"50,24 0,-49 0,0 0,24 0,1 25,-50 0,0 24,0-24,-25-25,-25 75,26-75,-26 24,25-24,75 0,-25 0,-1 50,-24 0,0-26,0 1,-24-25,-1 0,-25 0,25 0</inkml:trace>
  <inkml:trace contextRef="#ctx0" brushRef="#br0" timeOffset="317934.4285">6450 6573,'49'-49,"-24"49,-50 49,0-49,-24 0,24 0,0 0,0 0,-49-25,74-49,0 24,0 26,25-1,0 25,-1 0,26 0,-50 25,50-1,-50 26,0 0,0-1,0 1,0-1,0 1,-25 0,25-26,-50-24,50 25,-25-25</inkml:trace>
  <inkml:trace contextRef="#ctx0" brushRef="#br0" timeOffset="318153.1279">6747 6499,'0'0,"0"25,25-25,-25 24</inkml:trace>
  <inkml:trace contextRef="#ctx0" brushRef="#br0" timeOffset="318572.0249">7119 6375,'0'-25,"0"0,-49 25,49 25,-25 25,25-1,-50 1,50-1,0 1,0-25,0 0,25 24,25-24,-26-25,1 0,50 0,-26 0,-49-74,0 49,-24 25,-26 0,25 0,0 0</inkml:trace>
  <inkml:trace contextRef="#ctx0" brushRef="#br0" timeOffset="319029.7046">7541 6400,'0'-50,"-25"75,25 0,-25 49,25-24,0-1,0-24,0 25,0-26,0 26,0-25,0 0,50-25,-25 0,24 0,-24 0,-25-75,0 50,0-24,-99 49,49 0,1 0,-26 49,51-24,-26 25,0-25</inkml:trace>
  <inkml:trace contextRef="#ctx0" brushRef="#br0" timeOffset="320469.5544">521 7590,'-25'0,"25"-25,25 25,-25-49,75 49,-26 0,-24 0,-25 25,0-1,0 1,0 25,0-25,-74 24,24-49,100 0,-26 0,1 0,25 0,-50 50,49-50,-49 74,0-49,-74 25,49-50,0 0,-24 49,24-49,25-25,25 1</inkml:trace>
  <inkml:trace contextRef="#ctx0" brushRef="#br0" timeOffset="320941.8077">844 7714,'49'-25,"-24"-24,-99 123,173-148,-49 74,-50 25,24-25,-24 49,0-24,0 0,0 24,0-24,0 0,-24-25,-1 0,25-50,49 50,-49-49,50 49,-50-75,25 75,-25-49,49 49,-49-25,-24 25,24 74,-25-24,25-25,0 24,0-24,74 25</inkml:trace>
  <inkml:trace contextRef="#ctx0" brushRef="#br0" timeOffset="321173.7276">1439 7764,'0'-25,"25"25,24 0,26 0,-1 0,-24-25,-25 25,24 0</inkml:trace>
  <inkml:trace contextRef="#ctx0" brushRef="#br0" timeOffset="321410.2016">1613 7565,'0'0,"0"50,0 0,0-1,0 1,-25 24,25-24,0-25,0-1,0 26</inkml:trace>
  <inkml:trace contextRef="#ctx0" brushRef="#br0" timeOffset="321969.5221">2307 7789,'0'-25,"-49"25,24 0,-25 0,25 0,50 0,0-50,25 50,-50-49,49-1,-49 25,25 25,-25-49,0 73,0 26,0 0,0-1,0 1,0 24,0-24,0-1,0-24,0 0,0 25,25-50</inkml:trace>
  <inkml:trace contextRef="#ctx0" brushRef="#br0" timeOffset="322380.4097">2704 7590,'0'-25,"0"50,0-25,0 25,0 0,25 24,-25-24,25-25,-25 50,49-50,-24 0,0 0,-25-25,49-49,-49 49,0-25,25 25,-25 50,0 0,0 49,0-24,0 0,0-26,0 26,-25 0,1-50,-51 74,1-24,24-50</inkml:trace>
  <inkml:trace contextRef="#ctx0" brushRef="#br0" timeOffset="322951.4592">3175 7863,'0'-25,"25"25,25 0,24 0,25 0,1-49,-51 49,-24 0,0 0</inkml:trace>
  <inkml:trace contextRef="#ctx0" brushRef="#br0" timeOffset="323176.3873">3374 7615,'0'0,"25"25,-25 24,0 1,24 0,-24-1,0 26,50-26,-50-24</inkml:trace>
  <inkml:trace contextRef="#ctx0" brushRef="#br0" timeOffset="323408.7827">3919 7565,'0'-24,"0"48,0 1,0 25,0-25,0-1,0 26,0-25,50 24</inkml:trace>
  <inkml:trace contextRef="#ctx0" brushRef="#br0" timeOffset="323760.416">4217 7516,'0'0,"0"25,0 24,0-24,0 49,25-74,-25 50,74-50,-74 50,25-50,-25 24,0 1,-74-25,49 0,0 0</inkml:trace>
  <inkml:trace contextRef="#ctx0" brushRef="#br0" timeOffset="323926.9704">4292 7541,'124'0,"-100"0,-172 0,346 0,-173 0</inkml:trace>
  <inkml:trace contextRef="#ctx0" brushRef="#br0" timeOffset="324389.8757">4688 7541,'0'-25,"0"50,25-50,25 25,-25 0,24 0,1 0,-50 49,0-24,-25 25,25-25,-25-1,25 26,-49-25,49 0,-25 49,25-49,25-25,49 0,-49 0,0 0,24 0,1-25</inkml:trace>
  <inkml:trace contextRef="#ctx0" brushRef="#br0" timeOffset="324571.448">4763 7764,'0'-25,"0"50,0-75,25 50,-1 0,51 0,-26-49,1 49</inkml:trace>
  <inkml:trace contextRef="#ctx0" brushRef="#br0" timeOffset="324803.607">5284 7640,'0'0,"25"-25,24 25,-24 0,0 0,0 0,24 0,-24 0,0 0,24 0</inkml:trace>
  <inkml:trace contextRef="#ctx0" brushRef="#br0" timeOffset="324976.1838">5309 7789,'0'0,"24"0,1 0,0 0,25 0,-1 0,-24 0,0 0</inkml:trace>
  <inkml:trace contextRef="#ctx0" brushRef="#br0" timeOffset="325827.9902">6127 7466,'0'-25,"0"1,25 24,-25 24,0 1,0 0,-50 25,50-1,25-49,-25 50,75-50,-51 49,1-49,25 0,-50 25,49-25,-49 25,-24 0,-1-25,-50 0,51 0,-1 0,-25 49,25-49</inkml:trace>
  <inkml:trace contextRef="#ctx0" brushRef="#br0" timeOffset="325993.6223">6202 7466,'49'-49,"-24"49,-99 49,222-98,-123 49,25 0,-1 0,26 49</inkml:trace>
  <inkml:trace contextRef="#ctx0" brushRef="#br0" timeOffset="326494.1413">6970 7640,'0'0,"0"-50,-24 50,-26 0,25 0,-24 0,24 0,-25 25,25-25,1 0,48-25,1 25,25-49,-25 24,24-25,1 25,-25 25,-25-24,0 73,0 1,0-1,0 1,0 0,0-1,0 1,0-1,0-24,0 0</inkml:trace>
  <inkml:trace contextRef="#ctx0" brushRef="#br0" timeOffset="326666.5842">7243 7565,'0'0,"25"0</inkml:trace>
  <inkml:trace contextRef="#ctx0" brushRef="#br0" timeOffset="327295.8306">7615 7541,'0'0,"0"-50,0 25,-24 0,-1 25,0 0,0 0,-24 0,49 50,0-25,0 24,24-49,-24 75,50-50,-50-1,25-24,-25 50,0 0,0-26,49 1,-49 25,0-25,0-1,-24 26,-1-50,25 25,-50-25,1 0,-1 0,50-25,-25-25,25 1,0-1,0 25,0 1,25-26,25 25,-26-24,1 49,50-50,-51 50,1 0,0 0,49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79275" units="1/cm"/>
        </inkml:channelProperties>
      </inkml:inkSource>
      <inkml:timestamp xml:id="ts0" timeString="2021-02-17T08:10:59.2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3324 1290</inkml:trace>
  <inkml:trace contextRef="#ctx0" brushRef="#br0" timeOffset="2211.621">3547 1389,'0'-50,"0"26,0-1,0 74,0 26,-24-26,24 26,0-26,0-24,0 0,0 25,0-25,0-1</inkml:trace>
  <inkml:trace contextRef="#ctx0" brushRef="#br0" timeOffset="2743.8892">3845 1488,'0'-25,"0"1,25 24,-25-25,0-25,0 25,-25 25,-49 50,74-25,-50 24,50 1,-25 24,25-49,0 0,0 25,25-1,0-49,24 0,-24 0,25 0,-25 0,-25-74,0 49,0 0,0 0,0-24,0-1,-25 50,25-25,-25 25</inkml:trace>
  <inkml:trace contextRef="#ctx0" brushRef="#br0" timeOffset="3384.2151">4267 1463,'0'0,"0"-24,0-1,25 25,24 0,-24 0,-25 25,0 24,0-24,0 25,0-1,-50 1,26-25,24 0,-50-25,124 0,-24-50,0 25,24 25,-49-74,0 74,-25-75,49 75,-49-25,0 1,-25-26,1 50,-1 0,25 50,-50-1,50-24,0 25,0-26,25 26,49-25,26 49,-26-74,0 25,-24-25</inkml:trace>
  <inkml:trace contextRef="#ctx0" brushRef="#br0" timeOffset="7003.6835">5457 1538,'-24'0,"-26"0,25 0,0 0,-24 0,98 0,26 0,24 0,0 0,25 0,-25 0,-24 0,-26 0,1 0,-75 0</inkml:trace>
  <inkml:trace contextRef="#ctx0" brushRef="#br0" timeOffset="7455.1243">5606 1339,'0'-24,"0"-1,0 74,0 1,0 24,0 1,0-1,0-24,25 0,-25-1,50 1,-26-25,26-25</inkml:trace>
  <inkml:trace contextRef="#ctx0" brushRef="#br0" timeOffset="8594.6273">6549 1364,'0'0,"0"-25,0-24,25 74,-25-1,0 1,49 25,-49-25,25-25,-25 49,50-49,-1 0,1 0,-1-25,-49 1,0-51,0 26,0-1,0 25,0 75,0 24,0 1,0-1,-24 0,24 1,0-1,0 1,0-26,0 1,0 0,0-26,-25-24,25 25,-50-25,1 0,-1-25,50 1,-50-51,50 26,0-1,0 0,0 1,0-1,0 25,25 0,0 25,49-49,1 49,-26 0,1 0</inkml:trace>
  <inkml:trace contextRef="#ctx0" brushRef="#br0" timeOffset="8955.1681">7343 1563,'-25'0,"50"0,74 0,25 0,25 0,-50 0</inkml:trace>
  <inkml:trace contextRef="#ctx0" brushRef="#br0" timeOffset="9883.6947">8236 1439,'0'0,"0"-25,-50 25,50-25,25-25,24 50,-24-24,25 24,-1 0,1 0,-25 0,24 24,-49 1,0 25,0-25,0-1,-24 26,-1-25,-25 0,1 24,-1-49,0 50,1-50,24 0,0 0,25-25,0-25,75 1,-26 49,1 0,-1 0,1 49</inkml:trace>
  <inkml:trace contextRef="#ctx0" brushRef="#br0" timeOffset="11791.5855">8459 1587,'25'25,"49"-25,-24 25,-26-25,1 0,25 50,-1-50,-49 25,0-1</inkml:trace>
  <inkml:trace contextRef="#ctx0" brushRef="#br0" timeOffset="13058.1151">9153 1364,'0'-25,"-49"25,73 0,26 0,0 0,-1 0,1 0,-25 0,24 0,-73 0,-1 0,25 25,-50 25,50-25,-50-1,50 26,-74-25,74 0,0 24,-25-49,25 50,0-25,0 0,75-25,-26 0,1 0,0 0,-26 0</inkml:trace>
  <inkml:trace contextRef="#ctx0" brushRef="#br0" timeOffset="13283.4612">9178 1538,'0'-25,"25"25,24 0,1 0,25 0,-1 0</inkml:trace>
  <inkml:trace contextRef="#ctx0" brushRef="#br0" timeOffset="13509.6259">9947 1488,'0'-49,"50"49,-1 0,1 0,-25 0,24 0,-49 24</inkml:trace>
  <inkml:trace contextRef="#ctx0" brushRef="#br0" timeOffset="13680.7593">9922 1563,'0'0,"50"0,-1 0,26 0,-26 0,1 0</inkml:trace>
  <inkml:trace contextRef="#ctx0" brushRef="#br0" timeOffset="14302.0133">10443 1339,'0'-49,"-25"49,75 0,24 0,1 0,-1 0,1 0,-26 0,1 0,-25 0,-25-25,-50 50,50 24,0 1,-25 0,25-1,0 26,0-26,-49 26,49-26,0-24,0 0,0 25</inkml:trace>
  <inkml:trace contextRef="#ctx0" brushRef="#br0" timeOffset="14477.1046">10518 1538,'0'0,"24"-25,26 25,0 0,-1 0,1 0,-25 0</inkml:trace>
  <inkml:trace contextRef="#ctx0" brushRef="#br0" timeOffset="14686.8922">11088 1563,'50'0,"-50"24,24-24,-24 25</inkml:trace>
  <inkml:trace contextRef="#ctx0" brushRef="#br0" timeOffset="15179.8597">11485 1389,'0'0,"-50"-25,100 25,24 0,-24 0,-25 0,0 0,24 0,1 0,-75 0,25 50,-25 24,25-24,0 24,-49-24,49 0,0-1,0-24,0 25,0-26,0 26,-25-50</inkml:trace>
  <inkml:trace contextRef="#ctx0" brushRef="#br0" timeOffset="15362.3704">11460 1637,'0'0,"0"-25,50 25,-1 0,1 0,0 0,24 0,0 0,-24 0</inkml:trace>
  <inkml:trace contextRef="#ctx0" brushRef="#br0" timeOffset="16034.6302">12403 1612,'-25'0,"-25"0,-24 0,24 0,25 0,1 0,-26 0,25 0,50 0,25-49,-26 49,1-25,50-25,-51 25,26-24,-25 49,-25 25,0 24,0 1,0 24,-25 1,25 24,0-49,0 24,0-24,0-1,0-24,0 0,0 24,0-24</inkml:trace>
  <inkml:trace contextRef="#ctx0" brushRef="#br0" timeOffset="27586.1232">4416 2877,'0'0,"0"-49,24 24,1 25,0 0,25 0,-26 0,1 0,25 0,-50 50,0-26,0 26,0 0,-25 24,25-49,-74-25,49 49,-25-49,75-24,0-51,24 26,26-1,-26 25,-24 0,25 25,-50-49,49 49,-49-25,25 0,-25-24,-25 123,25-49,0 0,0-1,0 26,0 0,0-1,25-24,25-25,-1 74</inkml:trace>
  <inkml:trace contextRef="#ctx0" brushRef="#br0" timeOffset="27773.2337">5135 3001,'0'0,"25"0,49 0,-24 0,-1 0,-24 0,0 0</inkml:trace>
  <inkml:trace contextRef="#ctx0" brushRef="#br0" timeOffset="28027.1246">5333 2828,'0'-50,"0"75,-49 0,49 49,0-24,0 24,0-24,0 24,0-24,0-1,25 1,24-50</inkml:trace>
  <inkml:trace contextRef="#ctx0" brushRef="#br0" timeOffset="28295.6197">5755 2853,'0'0,"0"24,0 26,0 0,0-26,0 26,0 0,0-26,74 26</inkml:trace>
  <inkml:trace contextRef="#ctx0" brushRef="#br0" timeOffset="28654.4595">5978 2828,'0'0,"0"-25,50-25,-1 50,-24 0,0 0,25 25,-50 25,0-25,0 24,-25-49,0 75,-25-51,26 26,-1-50,25 25,-50-25,50 25,50-25,-1 0,26 0,-1 0,1 0,-50 0</inkml:trace>
  <inkml:trace contextRef="#ctx0" brushRef="#br0" timeOffset="29131.2813">6450 2803,'0'0,"0"-50,24 50,26 25,-50 25,25-50,-25 49,25-49,-25 25,49-25,1 0,-50-25,25-24,-25-1,0 1,24 49,-24 49,0-24,0 25,0 24,0 25,-24 25,-26-49,0-26,26 1,-1-25,-25-25,1 0,24 0,0 0,50 0</inkml:trace>
  <inkml:trace contextRef="#ctx0" brushRef="#br0" timeOffset="29375.6137">7169 3001,'0'0,"25"0,0 0,24 0,26 0,-26 0,1 0,-1 0</inkml:trace>
  <inkml:trace contextRef="#ctx0" brushRef="#br0" timeOffset="29624.5954">7318 2803,'0'0,"0"25,0 0,-50-1,50 51,0-1,-25 25,25-24,0-26,0 1,0-25,25-25,50 49</inkml:trace>
  <inkml:trace contextRef="#ctx0" brushRef="#br0" timeOffset="30066.0425">7814 2877,'0'0,"49"0,-49-24,25 24,0 0,25 0,24 0,-24 0,-1 0,-24 0,25 49,-50-24,-25 49,-25-24,1-25,24 24,-50 51,51-51,-26-24,50 25,-50-50,50 49,25-24,50-25,-26 0,26 0,-1 0,-24 0,-1 0,-24 0</inkml:trace>
  <inkml:trace contextRef="#ctx0" brushRef="#br0" timeOffset="30246.4409">7963 3150,'0'0,"49"0,26 0,-1 0,1 0</inkml:trace>
  <inkml:trace contextRef="#ctx0" brushRef="#br0" timeOffset="30457.0384">8930 3101,'0'0,"50"0,-26 0,26 0,24 0,1 0,-26 0,1 0</inkml:trace>
  <inkml:trace contextRef="#ctx0" brushRef="#br0" timeOffset="30606.7759">8905 3349,'50'0,"49"0,50 0,-50 0,-24 0</inkml:trace>
  <inkml:trace contextRef="#ctx0" brushRef="#br0" timeOffset="31632.5217">10096 2877,'0'0,"0"-24,0-26,49 50,1 0,0 0,-26 0,-24 25,50-25,-50 49,0 26,-25-50,25-1,-49 26,-1 0,0-50,100 0,0 0,-1 0,-24 0,0 0,-25 49,50-49,-50 50,-25 24,-75-49,76-25,-51 0,50 0,1 0</inkml:trace>
  <inkml:trace contextRef="#ctx0" brushRef="#br0" timeOffset="32051.8041">11014 3101,'-50'-50,"0"50,50-25,-49 25,49-49,-25 49,25-50,0 25,0-49,0 49,0 0,0 0,74 25,-24 0,24 0,-49 0,25 75,-25-26,-25 1,0 0,0 24,0 0,-25 1,0-26,-25 26,26-50,-1-25,-25 49,25-49</inkml:trace>
  <inkml:trace contextRef="#ctx0" brushRef="#br0" timeOffset="32245.5948">11411 3051,'0'0,"0"25</inkml:trace>
  <inkml:trace contextRef="#ctx0" brushRef="#br0" timeOffset="32666.4036">11882 2877,'0'-24,"-75"24,26 49,24-24,-25 49,26 1,24-1,0-24,0-25,0-1,24-24,26 50,0-50,-1 0,-24 0,25 0,-26-74,-24 24,-24 50,24-25,-75 25,50 0,-24 0</inkml:trace>
  <inkml:trace contextRef="#ctx0" brushRef="#br0" timeOffset="33146.5349">12204 2853,'0'-25,"-49"25,49 25,-25 24,25 1,0-25,-25 24,25 26,0-26,0 1,0-25,50 24,-1-49,-24 25,0-25,24 0,-24 0,0 0,25-25,-50-24,-50-26,25 75,0 0,-24 0,24 0,0 0,0 25</inkml:trace>
  <inkml:trace contextRef="#ctx0" brushRef="#br0" timeOffset="43907.4559">3721 4068,'-25'0,"25"-25,-25 25,25-25,25 25,0 0,25 0,-26 0,26 0,-25 0,-25 25,25 25,-25-25,0-1,0 26,-25-50,-25 74,25-74,-24 0,98 0,-24 0,0 0,25 50,-26-50,-24 25,25-25,-25 49,0 1,-25-50,1 25,-51-25,26 0</inkml:trace>
  <inkml:trace contextRef="#ctx0" brushRef="#br0" timeOffset="44358.8906">4242 4142,'0'0,"0"-49,25 49,24-50,1 50,-25 0,-25 25,0 49,0-24,0-25,0 0,-25-25,25 49,-50-49,100-74,-25 49,24-25,-24 26,25-1,-25-25,-25 25,24-24,-73 74,49 24,-50 1,50-1,0 26,0-50,0-1,50-24,-25 50,-1-50,51 0</inkml:trace>
  <inkml:trace contextRef="#ctx0" brushRef="#br0" timeOffset="44539.4076">4862 4192,'50'0,"-1"0,1 0,-25 0,24 0</inkml:trace>
  <inkml:trace contextRef="#ctx0" brushRef="#br0" timeOffset="44765.0742">5011 4018,'0'-49,"0"98,0 26,0-1,0-24,0-1,0-24,25 25,-25-25,25-25</inkml:trace>
  <inkml:trace contextRef="#ctx0" brushRef="#br0" timeOffset="45257.9218">5879 4093,'-50'0,"26"0,-26 0,-24 0,24 0,0 0,1 25,24-25,50-50,24 50,26-50,-26 50,-24-74,25 74,-25-74,-25 24,49 50,-49-50,0 125,0-1,0 1,0-1,0 0,0-24,0 0,0-1,75 1</inkml:trace>
  <inkml:trace contextRef="#ctx0" brushRef="#br0" timeOffset="45670.6642">6202 3919,'0'0,"0"25,0 0,0 0,24 24,1 1,25-50,-25 0,-1-75,-24 26,50 24,-25 25,-25 25,0 24,0 1,0 0,0-1,0 1,-50-1,25-24,1-25,24 50,-50-50</inkml:trace>
  <inkml:trace contextRef="#ctx0" brushRef="#br0" timeOffset="45896.5247">6871 4192,'50'-25,"-25"25,24 0,1 0,-1 0,-24 0</inkml:trace>
  <inkml:trace contextRef="#ctx0" brushRef="#br0" timeOffset="46113.463">6970 3994,'0'0,"0"-25,0 74,0 1,0 24,0 1,0-1,0-24,0 24,0-49,50 0</inkml:trace>
  <inkml:trace contextRef="#ctx0" brushRef="#br0" timeOffset="46339.9091">7367 4043,'0'-49,"0"73,0 1,0 25,0-1,0 26,0-50,0-1,50 26,-25-25</inkml:trace>
  <inkml:trace contextRef="#ctx0" brushRef="#br0" timeOffset="46669.0747">7665 4093,'-25'0,"25"74,0-49,0 25,25-26,25-24,-50 75,49-75,-49 25,25-25,-25 24,0 26,-74-50,24 0,50-25,-50 25,50-25</inkml:trace>
  <inkml:trace contextRef="#ctx0" brushRef="#br0" timeOffset="46835.4791">7640 4093,'0'0,"25"0,0 0,24 0,1 0,0 0,-1 0</inkml:trace>
  <inkml:trace contextRef="#ctx0" brushRef="#br0" timeOffset="47362.8477">8136 4118,'0'0,"50"0,0 0,-26 0,1 0,0 0,25 0,-1 0,-49 49,-25-24,25 25,-49-26,49 1,-50 25,50-25,-49 24,49-24,-50 0,50 49,0-49,25-25,24 0,-24 0,0 0,25-25,-1 25</inkml:trace>
  <inkml:trace contextRef="#ctx0" brushRef="#br0" timeOffset="47569.8946">8136 4390,'0'-49,"25"49,0 0,25 0,-1 0,1 0</inkml:trace>
  <inkml:trace contextRef="#ctx0" brushRef="#br0" timeOffset="48298.099">9302 4167,'0'0,"-25"0,0 0,50 0,0 0,50 0,-26 0,1 0,-25 0,-1 0</inkml:trace>
  <inkml:trace contextRef="#ctx0" brushRef="#br0" timeOffset="48468.7776">9203 4291,'0'0,"25"0,24 0,26 0,-1 0,-24 0,-1 0</inkml:trace>
  <inkml:trace contextRef="#ctx0" brushRef="#br0" timeOffset="49720.956">10344 3944,'0'50,"-25"-26,25 1,0 25,0-25,25-25,0 0,0 0,24 0,1 0,-1 0,-24 0,-25 24,50-24,-50 50,0 24,0-49,-25-25,-25 25,1-25,-1 0,1 0,-1 0</inkml:trace>
  <inkml:trace contextRef="#ctx0" brushRef="#br0" timeOffset="49901.447">10394 3994,'0'-50,"24"50,1 0,25-25,24 25,-24 0,-1 0,-24 0,25 0</inkml:trace>
  <inkml:trace contextRef="#ctx0" brushRef="#br0" timeOffset="50398.7346">10914 3919,'0'-25,"0"75,0-25,0 0,0-1,0 26,50 0,0-50,-26 0,26 0,0 0,-26 0,-24-50,0 0,0 1,-24 74,24 49,0-24,-25 24,25-24,0-1,0 1,0-1,0 1,0-25,0 0,25-25</inkml:trace>
  <inkml:trace contextRef="#ctx0" brushRef="#br0" timeOffset="50600.2771">11460 4192,'0'0,"0"25,0-50</inkml:trace>
  <inkml:trace contextRef="#ctx0" brushRef="#br0" timeOffset="58199.5184">11807 4142,'25'0,"-25"-24,25 24,-25-25,25 25,-25-75,49 51,-49-1,0-25,0 25,0 1,0-1,0-25,-49 50,24 0,0 0,0 0,25 25,0 0,0 0,0-1,0 26,0-25,25 24,-25 1,75-50,-75 25,24 0,-24 24,25-49,-25 25,0 0,0 0,-49-25,24 0,-25 0,25 0,25-25,-49-25,49 1,0 24,0 0,49-25,-24 50,0-24,25 24,24 0,-49 0</inkml:trace>
  <inkml:trace contextRef="#ctx0" brushRef="#br0" timeOffset="61866.9396">12378 3969,'-25'0,"0"0,25 25,-74 24,74-24,-25 25,25-1,0 1,0-25,0-1,0 26,0-25,50-25,-50 74,74-74,-49 25,49-25,-24 0,0 0,-1-50,-49 26,0-1,0 0,0-49,0 49,0-50,0 51,-25-1,25-50,-24 75,24-24,-25 24,0 0</inkml:trace>
  <inkml:trace contextRef="#ctx0" brushRef="#br0" timeOffset="62998.2709">12477 3994,'-25'0,"0"0,50 0,0 0,0 0,-25 24,50-24,-50 50,24-50,-24 25,25-25</inkml:trace>
  <inkml:trace contextRef="#ctx0" brushRef="#br0" timeOffset="88696.3441">12800 571,'0'-50,"-25"50,25-25,-25 25,0 0,50 0,25 0,-1 50,26-50,-26 0,-24 0,0 0,24 0,-49 25,-24-25,24 24,0 26,0-25,0 0,0 24,0 1,0-25,0 24,0-24,0 25,0-26,0 1,0 0,0 25,0-26,24 1,-24 25,0-25,0-1,0 1,25 25,-25-25,0-1,0 26,0-25,0 0,0 24,0-24,0 0,50 24,-50-24,0 0,0 0,0 25,0-26,0 26,0 0,0-1,0 26,0-26,0 1,25-1,-25 26,0-26,0 26,0-1,0-24,49 24,-49-24,0-25,0-1,0 26,25-25,-25 0,0 0,0 24,0 1,0-1,0 1,0 0,0-1,0 26,0-51,0 1,0 0,0 25,0-26,0 1,25 25,-25-25,0-1,0 26,0-25,0 24,49 1,-49 24,0-24,0 25,0-26,0 1,0-1,0 1,0 0,0-1,0 1,0 24,0-24,25-1,-25-24,0 25,0-1,0 26,0-50,0 24,0 1,0-1,0 1,0 24,0-24,0 0,0-25,0-1,0 26,-49-50,24 0,-50 25,26-25,-26 49,1-49,-25 25,0-25,-1 0,26 0,24 0,-24 0,49-49</inkml:trace>
  <inkml:trace contextRef="#ctx0" brushRef="#br0" timeOffset="90813.5904">13320 1935,'-49'0,"24"0,0 0,75 0,-1 0,51 0,-1 0,50 0,-50 0,-25 0,-24-25,0 25,-1 0,-24 0,-25-25</inkml:trace>
  <inkml:trace contextRef="#ctx0" brushRef="#br0" timeOffset="91421.8461">13866 1761,'0'0,"-25"0,1-49,-26 49,100 49,-26-49,26 50,0-50,-26 49,1-49,-25 50,50-50,-1 0,-49 50,0-26,0 26,-49 24,24 1,25-26,-74 1,74 0,0-1</inkml:trace>
  <inkml:trace contextRef="#ctx0" brushRef="#br0" timeOffset="108875.4876">14784 1463</inkml:trace>
  <inkml:trace contextRef="#ctx0" brushRef="#br0" timeOffset="113248.0571">14858 1240,'0'-25,"0"-24,0 24,0 0,0 0,25 25,25 0,-50-49,25 49,-1 0,-24 25,50-1,-50 1,0 25,0-25,0-1,-25 26,25 0,-49-26,49 1,-50-25,50 75,0-100,25 0,-25-25,49 50,-49-49,75 24,-50 25,-25-50,49 50,-49-49,25-1,-25 25,0 1,0-26,0 25,-25 25,-24 75,49-51,0 26,0 0,0-26,0 26,0 0,24-50,-24 49,75-49,-50 0,-1 25,26-25</inkml:trace>
  <inkml:trace contextRef="#ctx0" brushRef="#br0" timeOffset="113932.7199">15429 1166,'0'-25,"25"25,-1 0,26 0,0 0,-26 0,1 0,25 0,0 0</inkml:trace>
  <inkml:trace contextRef="#ctx0" brushRef="#br0" timeOffset="114172.6239">15503 1339,'0'25,"25"-25,0 0,0 0,24 0,-24 0,0 0,0 0,24 0</inkml:trace>
  <inkml:trace contextRef="#ctx0" brushRef="#br0" timeOffset="121196.3429">17488 843,'0'0,"-25"0,25-24,49 24,1 0,0 0,-1 0,1 0,-25-25,-25 74,0 1,0 0,-50 24,50-24,0-1,0-24,0 0,0 24,-25-49</inkml:trace>
  <inkml:trace contextRef="#ctx0" brushRef="#br0" timeOffset="121391.0077">17562 1091,'0'0,"-25"0,25-24,0-1,0 0,50 25,-25 0,24 0,-24 0,0 0</inkml:trace>
  <inkml:trace contextRef="#ctx0" brushRef="#br0" timeOffset="121578.7845">17959 1017,'50'0</inkml:trace>
  <inkml:trace contextRef="#ctx0" brushRef="#br0" timeOffset="122095.5092">18207 819,'0'0,"25"0,49 0,-49 0,25 0,-26 0,26 0,-25 0,0 0,-25 49,0-24,0 25,-50 24,50-24,0-1,0 1,0-25,-25 24,25 1,-25-50</inkml:trace>
  <inkml:trace contextRef="#ctx0" brushRef="#br0" timeOffset="122284.0052">18232 1116,'0'-25,"25"25,-1 0,26 0,0 0,-1 0,1 0,-25 0</inkml:trace>
  <inkml:trace contextRef="#ctx0" brushRef="#br0" timeOffset="123017.6141">18926 1091,'0'-24,"-24"24,-26 0,25 0,0 0,0 0,-24 0,49-25,0-25,25 25,49-24,-49-26,-25 51,50 24,-50 49,0-24,24 25,-24-1,0 26,0-51,0 1,25 25,-25-1,0-24</inkml:trace>
  <inkml:trace contextRef="#ctx0" brushRef="#br0" timeOffset="124008.0807">19298 1116,'75'0,"-26"0,-24 0,25 0,-25 0,24 0</inkml:trace>
  <inkml:trace contextRef="#ctx0" brushRef="#br0" timeOffset="124896.3024">19770 893,'0'-25,"0"0,0 75,0 0,24-50,26 49,-25-49,0-25,-25 1,0-26,0 25,49 25,-49 25,0 0,0 24,0 1,0 0,0-1,0 26,0-26,0 1,0-25,0-1,-24-24,24 75,-25-75,0 25,-25-25,50-25,-25-25,25 1,0-1,0 25,0 0,50-24,-25 49,0 0</inkml:trace>
  <inkml:trace contextRef="#ctx0" brushRef="#br0" timeOffset="125199.9967">20241 1141,'50'0,"-26"0,1 0,25 0,-25 0,-1 0,26 0</inkml:trace>
  <inkml:trace contextRef="#ctx0" brushRef="#br0" timeOffset="125499.8522">20415 1017,'0'0,"0"50,0-1,0 1,0-1,0 1,0-25,0 0,0 24</inkml:trace>
  <inkml:trace contextRef="#ctx0" brushRef="#br0" timeOffset="126069.5433">20762 1067,'0'-25,"0"-25,0 25,49 1,1 24,0 0,-25 0,24 24,-49 1,0 25,0-1,-25 26,25-50,-49 24,24 1,-25-25,25-25,-24 24,24-24,50-24,49-26,1 50,-50 0,24 0,-24 0,-25 50</inkml:trace>
  <inkml:trace contextRef="#ctx0" brushRef="#br0" timeOffset="126677.708">21283 943,'0'-25,"49"25,1-50,24 50,-49 0,-25 25,0 25,-49 24,49-49,-25 0,25 24,-50-24,50 0,-25 24,25 1,0-25,25-25,25 0,-25 0,-1 0</inkml:trace>
  <inkml:trace contextRef="#ctx0" brushRef="#br0" timeOffset="126895.8332">21233 1141,'0'0,"0"-25,50 25,-25 0,-1 0,26 0,-25 0</inkml:trace>
  <inkml:trace contextRef="#ctx0" brushRef="#br0" timeOffset="127248.9447">21704 670,'25'0,"25"0,-50 25,25-1,-25 26,49 24,-49 1,0-1,0 1,-25-1,25-24,-99 49,74-50,-24 1,-75 24,25-49,-25 25</inkml:trace>
  <inkml:trace contextRef="#ctx0" brushRef="#br0" timeOffset="128263.6064">17636 496,'0'0,"-49"-25,24 25,0 0,-24 0,-1 0,25 0,0 25,-24-25,24 75,-25-51,50 26,-74 49,24 25,50 0,-49 25,49 0,0-25,0-25,25-25,24 26,-24-51,25 1,24-50,50 25,-25-25,0 0</inkml:trace>
  <inkml:trace contextRef="#ctx0" brushRef="#br0" timeOffset="131715.8096">16247 1240,'0'0,"-24"0,-1 0,-25 0,75 0,25 0,-1 0,1 0,24 0,1 0,24 0,0 0,-24 0,-1 0,-24 0,-26 0,26 0,-50 25</inkml:trace>
  <inkml:trace contextRef="#ctx0" brushRef="#br0" timeOffset="132275.8466">16446 1463,'0'0,"0"-49,25 49,-25 49,0 26,0-26,0-24,0 25,0-25,0 24,0 1,0-25,49 24,-24-49</inkml:trace>
  <inkml:trace contextRef="#ctx0" brushRef="#br0" timeOffset="132890.2468">16719 1712,'0'-25,"0"50,25-50,-25 0,0-25,-25 50,25 25,0 25,0 24,0-24,0-25,0 24,49-49,-24 0,-25-25,50 25,-50-24,0-1,25-25,-25 25,0 1,-50 24,25 0,25-50,-25 50</inkml:trace>
  <inkml:trace contextRef="#ctx0" brushRef="#br0" timeOffset="133459.3262">16669 769,'0'0,"0"-25,0 0,0 50,0 25,0-1,0 1,0-25,0 0,0 24,0-24,0 0</inkml:trace>
  <inkml:trace contextRef="#ctx0" brushRef="#br0" timeOffset="218606.4205">13395 3274,'74'0,"-24"0,0 0,-1 0,-24 0,25 0,-1 0,1 0</inkml:trace>
  <inkml:trace contextRef="#ctx0" brushRef="#br0" timeOffset="219011.5697">13717 3150,'0'0,"0"-49,0 73,0 1,50 0,-25 25,24-50,-49 24,25-24,-25 25,0 50,-49-51,-26 51,26-50,24-1,25 26,0-25</inkml:trace>
  <inkml:trace contextRef="#ctx0" brushRef="#br0" timeOffset="220213.1528">14933 2952,'0'-25,"0"-25,0 26,0-1,49 50,-49-1,0 26,25 0,-25-26,50 26,-1-50,-24 0,0-50,-25 1,0-1,50 50,-50 25,0 25,0-1,-25 26,25-1,0 0,0 1,0-26,-25 51,25-51,0 1,-50-25,50 24,-24-24,-26-25,25 0,25-25,-49-24,49-1,-50 0,50 1,0-1,-25 1,25 24,0 0,50 25,-1 0,1 0,0 0,-1 0,1 0</inkml:trace>
  <inkml:trace contextRef="#ctx0" brushRef="#br0" timeOffset="220483.4779">15478 3150,'0'0,"25"0,0 0,49 0,-24 0,0 25,-25-25,-1 0,-24 25</inkml:trace>
  <inkml:trace contextRef="#ctx0" brushRef="#br0" timeOffset="220675.8313">15528 3398,'50'0,"-26"0,26 0,-25 0,25 0,-26 0,-24 25</inkml:trace>
  <inkml:trace contextRef="#ctx0" brushRef="#br0" timeOffset="221965.3427">13469 4539,'-25'0,"-24"0,24 0,25 50</inkml:trace>
  <inkml:trace contextRef="#ctx0" brushRef="#br0" timeOffset="222664.5129">13395 4862,'-25'0,"50"49,0-49,49 0,25 50,1-50,-26 0,0 0,1 0,-50 0,-1 0</inkml:trace>
  <inkml:trace contextRef="#ctx0" brushRef="#br0" timeOffset="223009.1076">13841 4887,'0'0,"0"-25,25 50,25-1,-25-24,24 50,-24-50,-25 25,0 24,-25-49,-24 50,24-50,-25 74,25-49,25 25,0-25</inkml:trace>
  <inkml:trace contextRef="#ctx0" brushRef="#br0" timeOffset="223938.9534">14511 5011,'-50'0,"26"-25,48 25,26 0,-25 0,25 0,-50 25,49-25,1 0,-1 0,-73 0,24 49,-25-24,25 25,-50-1,50-24,0 0,-25 24,25-24,-24-25,24 50,0-25,0 24,-50-49,50 25,0 0,25-25,24 0,1 0,-25 0,24 0,-49-25,25 25</inkml:trace>
  <inkml:trace contextRef="#ctx0" brushRef="#br0" timeOffset="224200.3701">14536 5333,'0'0,"25"0,0 0,24 0,-24 0,0 0,24 0,-49-50</inkml:trace>
  <inkml:trace contextRef="#ctx0" brushRef="#br0" timeOffset="224726.4305">15330 5234,'0'0,"0"-25,-25 25,50 0,24 0,1 0,-1 0,26 0,-50 0,24 0</inkml:trace>
  <inkml:trace contextRef="#ctx0" brushRef="#br0" timeOffset="224943.8501">15280 5383,'0'0,"50"0,-1 0,26 0,-26 0,1 0,24 0,-49 0,0 0</inkml:trace>
  <inkml:trace contextRef="#ctx0" brushRef="#br0" timeOffset="261676.7113">17264 2952,'0'-50,"75"50,-26-25,-24 25,0 0,49 0,-49 0,0 0,0 0,-25 50,0 24,0-49,-25 0,-25-25,75 0,25 0,-1 0,-49 50,25-50,-25 49,0 1,-25-25,1-25,-26 0,25 49,-24-49,49-49</inkml:trace>
  <inkml:trace contextRef="#ctx0" brushRef="#br0" timeOffset="262172.7076">18058 3026,'-25'0,"1"0,-26 0,0 0,50-25,0-24,0 24,0 0,0-24,50 49,-50-50,74 50,-24 0,-50 25,74 0,-74 24,25 26,-25-26,0 1,0-1,0 1,0 0,0-1,0 1,-25-50</inkml:trace>
  <inkml:trace contextRef="#ctx0" brushRef="#br0" timeOffset="262366.1913">18455 3051,'0'-25,"0"50,25-50,0 25</inkml:trace>
  <inkml:trace contextRef="#ctx0" brushRef="#br0" timeOffset="262807.7867">18852 2828,'0'-25,"-50"25,25 0,-24 50,49-1,-25 1,25-1,0 26,0-1,0-24,0-25,0-1,74-24,-74 50,50-50,-25 0,25 0,-50-25,49 0,-49-24,0 24,-49 25,24 0,-25 0,0 0,1 0,24 25</inkml:trace>
  <inkml:trace contextRef="#ctx0" brushRef="#br0" timeOffset="263287.5779">19174 2803,'0'0,"0"-25,0 0,0 50,0 25,0-1,0 1,0 0,0-26,0 26,0 0,50-26,-25-24,24 0,1 0,-50-49,0-1,-50 50,-24 0,49 0,0 0,25 25,-24-25</inkml:trace>
  <inkml:trace contextRef="#ctx0" brushRef="#br0" timeOffset="263725.4178">19745 3076,'-25'0,"-25"0,26 0,73 0,1 0,-1-50,1 50,0 0,-25 0</inkml:trace>
  <inkml:trace contextRef="#ctx0" brushRef="#br0" timeOffset="264363.1757">20117 2828,'0'0,"50"-25,-26 25,26 0,0 0,-1 0,1 0,-50 74,0-24,0 0,0-1,-50-24,50 25,-25-50,25 49,-24-49,24-25,0-49,49 74,1-50,-1 1,-24-1,-25 1,50 49,-50-25,0 0,-25 25,25 25,-50 0,50 49,0-24,0-26,0 1,0 0,25-25,25 74,-25-74,-1 25,26-25</inkml:trace>
  <inkml:trace contextRef="#ctx0" brushRef="#br0" timeOffset="264588.2104">20836 3001,'-49'0,"73"0,1 0,0 0,25 0,-1 0</inkml:trace>
  <inkml:trace contextRef="#ctx0" brushRef="#br0" timeOffset="265232.9523">21308 2753,'0'-49,"24"49,1 0,50 0,-26 0,-24-25,-25 50,0 0,0 49,0-49,0 0,-50 24,50-24,-24 0,24 0,0 24,-50-49,50 50,0-25,0-1,25-24,0 50,-1-50,51 0,-50 0,-25-50,0 26</inkml:trace>
  <inkml:trace contextRef="#ctx0" brushRef="#br0" timeOffset="265441.3532">21382 3026,'-50'0,"50"-25,0 1,25 24,25 0,-25 0,-1 0,51 0</inkml:trace>
  <inkml:trace contextRef="#ctx0" brushRef="#br0" timeOffset="265928.7257">21754 2530,'25'-25,"24"25,-49 25,25 49,-25-24,0 0,50 24,-50 1,0-1,0 0,0-24,0 0,0-26,0 26,0 0,-50-26,1-24,-26 75,-24-75</inkml:trace>
  <inkml:trace contextRef="#ctx0" brushRef="#br0" timeOffset="266701.887">17339 2555,'0'-25,"-25"25,0 0,-24 50,49-1,-50 26,50 24,-50 25,50-25,0 0,0-24,0-1,0-24,50-1,0-24,-26-25,51 99,-26-99,-24 50</inkml:trace>
  <inkml:trace contextRef="#ctx0" brushRef="#br0" timeOffset="267676.202">16520 2902,'-25'0,"25"-49,0 24,0 0,0 0,0 75,0-1,0 1,0 0,0-1,0 1,0-25,0-1,0 1</inkml:trace>
  <inkml:trace contextRef="#ctx0" brushRef="#br0" timeOffset="268083.2107">16247 3349,'0'0,"-24"0,48 0,1 0,50 0,24 0,50 0,-25 0,0 0,0 0,-50 0,-49 0,-99 0</inkml:trace>
  <inkml:trace contextRef="#ctx0" brushRef="#br0" timeOffset="268419.1898">16471 3572,'0'-25,"0"75,0-1,24 1,-24 0,0-1,0 26,0-51,0 1,0 0</inkml:trace>
  <inkml:trace contextRef="#ctx0" brushRef="#br0" timeOffset="268869.5071">16719 3721,'0'0,"0"-25,0-25,49 1,1 49,0 0,-50 24,0 1,0 0,0 25,0-1,0 1,-50 0,25-1,-24 1,-1-25,75-25,24 0,-24 0,25 0,-1 0,26 0,-26 0,1 0</inkml:trace>
  <inkml:trace contextRef="#ctx0" brushRef="#br0" timeOffset="271779.4372">17413 4887,'50'-25,"-25"25,-25 49,0-24,0 50,0-51,74-24,-49 0,0 0,24 0,1 50,-25-50,-25 25,0 0,0 24,0-24,-75 0,26-25,24 0,-25 0</inkml:trace>
  <inkml:trace contextRef="#ctx0" brushRef="#br0" timeOffset="271950.4238">17512 4911,'0'0,"0"-24,25 24,-25-25,75 25,-26 0,1 0,-25 0,24 0</inkml:trace>
  <inkml:trace contextRef="#ctx0" brushRef="#br0" timeOffset="272498.2055">17984 4762,'0'0,"0"-49,0 98,0-24,0 0,0 25,0-25,0-1,25 26,24-25,1-25,-25 0,-1 0,26 0,-25 0,24 0,-49-50,0-24,0 49,0 0,-49 50,49 25,0-26,0 51,0-26,0 1,0-25,0 0,25-25,-25 74,24-49</inkml:trace>
  <inkml:trace contextRef="#ctx0" brushRef="#br0" timeOffset="272695.1402">18505 4961,'0'0,"24"25,26 0</inkml:trace>
  <inkml:trace contextRef="#ctx0" brushRef="#br0" timeOffset="273624.221">18926 4887,'0'0,"50"-25,-50-25,0 25,0 0,0-24,-50 49,26 0,-1 25,-25-1,50 26,0 0,0-25,0-1,0 26,75-50,-75 50,49-50,-24 24,25-24,-50 50,49-50,-49 25,0 24,-25 1,1-50,24 25,-50-25,0 0,26-25,24-25,0 1,0 24,24-25,26 1,0 49,-26-50,26 50,0-49,-26 49,26-75,-25 75,0-25,24 25,-74 0,1 25,24 0,0 25,0-26,0 1,0 25,0-25,0 49,0-49,24-25,26 0,-25 0,-25-25,25 25,-25-74,0 49,0-25,0 1,0 24,-25 25,-25 0,25 0</inkml:trace>
  <inkml:trace contextRef="#ctx0" brushRef="#br0" timeOffset="273909.5806">19894 5011,'-25'0,"25"24,25-24,24 0,1 0,-25 0</inkml:trace>
  <inkml:trace contextRef="#ctx0" brushRef="#br0" timeOffset="274411.2273">20216 4812,'0'0,"50"-25,-1 25,-24 0,25 0,-25 0,-1 0,-24 25,0 0,0 25,0-26,0 1,0 25,-49-50,49 25,-50-25,75 0,0 0,-25 24,25-24,-25 25,24-25,-24 50,0-25,0-1,-24-24,-1 0,25 50,0-75</inkml:trace>
  <inkml:trace contextRef="#ctx0" brushRef="#br0" timeOffset="274927.6467">20613 4911,'25'-24,"0"-26,-75 124,149-148,-74 74,0 0,-25 25,49 0,-49-1,0 26,0-25,-24 0,24 24,-50-49,25 50,-49-25,74-50,25 25,-25-50,74 50,-74-49,50 49,-50-25,24 25,-24-50,0 25,0 50,0 0,0 0,-49 24,49-24,0 0,0 25,25-50,-25 49,49-49</inkml:trace>
  <inkml:trace contextRef="#ctx0" brushRef="#br0" timeOffset="275130.5233">21084 5060,'0'0,"50"0,-25 0,24 0,-24 0</inkml:trace>
  <inkml:trace contextRef="#ctx0" brushRef="#br0" timeOffset="275753.4945">21432 5035,'0'0,"24"0,26 0,-75 0,0 0,-24 0,-1 0,25 0,25-24,25-26,25 0,-1 1,1-1,-50 25,25 25,-25-25,0 75,0 0,0 24,0 1,0-1,0-24,0-1,0 26,0-26,0-24,0 25</inkml:trace>
  <inkml:trace contextRef="#ctx0" brushRef="#br0" timeOffset="276269.9391">21680 4887,'49'-25,"-98"50,98-75,-24 50,0 0,-25 25,0 24,0-24,0 0,49-25,-49 25,25-25,0 0,25 0,-50-25,24 25,-24-50,25 50,-25-49,0 24,25 25,25 0,-50 25,0 24,0 26,0-26,0 1,-25 0,25-26,-25 26,-49 0,49-50,0 0,-25 0</inkml:trace>
  <inkml:trace contextRef="#ctx0" brushRef="#br0" timeOffset="276616.5563">22201 4390,'0'0,"24"0,1 0,25 50,-50 0,25-1,-25 26,0-1,0 0,0 26,0-1,0-25,0 1,0-1,-50-24,25 24,-49-24,24-1,-24-24,-26-25,-24 75,0-75</inkml:trace>
  <inkml:trace contextRef="#ctx0" brushRef="#br0" timeOffset="277905.7051">20911 4911,'0'0,"0"-49,25 49,-25-25,24 25,-24-25,-24 25,-26 0,50 75,-25-26,25-24,0 0,0 0,0 49,0-49</inkml:trace>
  <inkml:trace contextRef="#ctx0" brushRef="#br0" timeOffset="278489.3607">20787 5035,'0'0,"24"0,-24 50,-24-50,24 50,-50-50,0 24</inkml:trace>
  <inkml:trace contextRef="#ctx0" brushRef="#br0" timeOffset="278896.4847">20886 5060,'0'25,"0"0,0 24,0 1,0-25,25-25,24 0,1 0</inkml:trace>
  <inkml:trace contextRef="#ctx0" brushRef="#br0" timeOffset="279809.9436">20464 5234,'-25'0,"1"0,-26 0,25 0,0 0,-24 49,-1-49,1 0,24 0,0 0</inkml:trace>
  <inkml:trace contextRef="#ctx0" brushRef="#br0" timeOffset="280675.398">17537 4514,'0'0,"0"-24,0-1,-25 25,1 0,-51 0,26 0,-1 0,0 25,-24 74,0 0,-1 50,1 25,74 24,-50-24,50-26,25-48,25-1,-1-25,50 1,-24-50,-1-25,1 49,-26-49,1 0</inkml:trace>
  <inkml:trace contextRef="#ctx0" brushRef="#br0" timeOffset="281835.4393">16421 4762,'0'-24,"0"-26,0 75,0 24,0 1,0 0,0-1,0 1,0 0,0-1,0 1</inkml:trace>
  <inkml:trace contextRef="#ctx0" brushRef="#br0" timeOffset="282495.3788">16173 5283,'0'0,"-25"0,0 50,1-50,98 0,0 0,1 0,-1 0,1 0,-1 0,0 0,1 0,-25 0,-26 0</inkml:trace>
  <inkml:trace contextRef="#ctx0" brushRef="#br0" timeOffset="283320.5552">16223 5779,'0'-24,"0"-1,0 0,0-25,0 26,0 73,0 1,0 24,0 1,0-26,0 1,0 0,0-26,0 1,49-25</inkml:trace>
  <inkml:trace contextRef="#ctx0" brushRef="#br0" timeOffset="283823.5586">16495 5779,'0'0,"0"50,0-25,0 25,0-26,25 26,25-50,-1 0,-24 25,0 24,-25-24,0 0,0 0,-25-25,0 0,-24 0,24 0</inkml:trace>
  <inkml:trace contextRef="#ctx0" brushRef="#br0" timeOffset="284048.3232">16520 5755,'0'0,"50"0,-1-50,1 50,0 0,24-25,-49 25,0-49</inkml:trace>
  <inkml:trace contextRef="#ctx0" brushRef="#br0" timeOffset="289269.3107">3027 6970,'0'-49,"0"24,0 50,0 24,0 26,0-1,0 0,0 1,0-26,0-24,0 25,49-50,-49 25</inkml:trace>
  <inkml:trace contextRef="#ctx0" brushRef="#br0" timeOffset="289613.7989">2778 7020,'0'0,"-24"0,24-25,-25 25,74-50,1 50,24 0,1-49,-1 49,1 0,-1 0,-24 0,-25 0,-25 25</inkml:trace>
  <inkml:trace contextRef="#ctx0" brushRef="#br0" timeOffset="289831.3539">2902 7466,'25'0,"25"0,-25 0,0 0,24 0,-24 0</inkml:trace>
  <inkml:trace contextRef="#ctx0" brushRef="#br0" timeOffset="290491.4535">3324 7293,'0'-25,"0"50,0-25,50 24,-50 26,0-25,0 0,0 24,49-74,-49 1,25-26,-25 0,50 1,-50 24,25-25,24 75,-49 0,0 0,0 24,0-24,25-25,-25 25,50-25,-26 0,26 0,-25 0,0 0,24 0,-49-50,50 50,-50-74,0 49,0-24,0-1,-25 0,0 100,25-25,0 24,0-24,0 50,0-51,50-24,-50 25</inkml:trace>
  <inkml:trace contextRef="#ctx0" brushRef="#br0" timeOffset="290665.5731">3771 6970,'-50'-74,"75"74,0 0</inkml:trace>
  <inkml:trace contextRef="#ctx0" brushRef="#br0" timeOffset="290993.9456">4044 6772,'0'0,"0"-25,24 50,-24 49,0-24,50 24,-50 1,50-1,-50 0,49-24,-49 0,0-26,0 1</inkml:trace>
  <inkml:trace contextRef="#ctx0" brushRef="#br0" timeOffset="291376.4185">4143 7268,'0'0,"0"-25,49 25,1 0,-25 0,24-25,-24 25,25 0,-25 0,-25-49,49 49,-49-25,0 0,0 75,0-1,0-24,0 25,0-26</inkml:trace>
  <inkml:trace contextRef="#ctx0" brushRef="#br0" timeOffset="291551.4696">4416 6995,'0'0,"24"0</inkml:trace>
  <inkml:trace contextRef="#ctx0" brushRef="#br0" timeOffset="292336.9819">4788 7169,'-25'0,"0"0,-25 49,50-24,0 0,0 0,50-25,-25-50,-25 0,25 50,24 0,-24 50,25-50,-50 25,49-25,-24 0,0-25,-25-25,0 26,50-1,-50-50,0 1,0 0,0-1,0 1,0-1,-25 26,25 24,-25-50,25 26,-50 49,50-50,0 75,0 25,0 24,0-24,25 24,-25 0,50 1,-50-1,25 1,-25-1,49 1,-49-51,75-24,-75 25,49-25,-24 0,25 0</inkml:trace>
  <inkml:trace contextRef="#ctx0" brushRef="#br0" timeOffset="293081.0835">6053 7094,'0'0,"0"-49,0-26,0 50,24 50,26 50,-50-51,50 26,-25 0,-25-26,49-24,-49-24,25-1,-25-50,25 26,-25 24,74-25,-49 50,0 0,24 0,-24 0</inkml:trace>
  <inkml:trace contextRef="#ctx0" brushRef="#br0" timeOffset="294564.7115">6648 6995,'-74'149,"148"-298,-124 298,100-149,-25 0,-25-50,25-24,24 99,-49-1,25-24,25 50,-1-50,1 0,-25-25,-25-24,49 24,-49-25,0 1,0-26,0-24,0 24,0 1,-25 24,25 1,0 24,-24 25,24-50,0 75,-25-25,25 75,0-26,0 1,0-1,0 26,49 24,-49-24,25-1,-25 0,50-24,-50 0,25-1,-25 1,49-50,-49 25,75-25,-26 0,-49-50,50 0,-50 1,0-1,25 1,-25-1,0 0,0 26,0 73,0-24,0 25,49-26,-24-24,-25 50,25-50,25 0,-26-25,26-24,-50 24,0 0,0-25,0 26,0-1,0-25,0 100,0-25,25-1,-25 26,49 24,1-24,0 0,-1-50,26 0,-26-25,-24-25,-25 1,0-1,0 25,0 0,0 1,0-26,0 25,-25 25,25 50,0-1,0-24,0 0,0 49,0-24,50-50,-50 25,74-25,-49 0,0 0</inkml:trace>
  <inkml:trace contextRef="#ctx0" brushRef="#br0" timeOffset="294945.9599">8657 6722,'0'0,"25"0,25 0,-75 0,25 50,-25-50,25-25,-25 25,25-25</inkml:trace>
  <inkml:trace contextRef="#ctx0" brushRef="#br0" timeOffset="295359.8511">8657 7119,'0'0,"25"0,-25 25,0 0,0-50,50 25,-26 0,-24 25</inkml:trace>
  <inkml:trace contextRef="#ctx0" brushRef="#br0" timeOffset="310851.009">7615 6325,'-49'75,"-26"24,-24 74,-74 125,-26-50,50 0,-24-25,73-74,26-25,74-74,-25-50,25 50,25-50,25-25,-26 0</inkml:trace>
  <inkml:trace contextRef="#ctx0" brushRef="#br0" timeOffset="312095.4975">8682 6796,'0'0,"0"-24,25 24,-25-50,0 25,0 0,0-24,-50 49,-24 0,24 0,1 0,-1 49,25-24,-24 25,49-1,0-24,0 0,0 25,24-25,1-25,25 0,-1 0,26 0,-26 0,1 0,0 0,-50-50,0 25,-25 25,25-25,-25 25,25 25,0 25,0 24,0 25,0 50,0 0,0 0,-50-50,50-25,0 1,0-26,-24-49,24 50,-25-50,-25 0,50-50,-49-24,49 0,0-26,0-48,0 48,0 26,0 24,24 26,26 24,24-50,-24 50,0 0,-26 0,1 0</inkml:trace>
  <inkml:trace contextRef="#ctx0" brushRef="#br0" timeOffset="313461.0141">8880 6970,'50'0,"-100"0,100 50,-50-1,0-24,0 25,25-25,-25 24,25-49,49 0,0-25,-74-24,50 24,-50-25,0 1,0-26,0 51,0-1,25 74,-25-24,0 0,49 25,-49-26,25 1,25 50,0-75,-26 0,26 0,-25 0,0 0,24-50,-49 25,50 0,-50-24,0-1,0 25,0 1,0-26,0 25,-50 25,25 25,25 25,0-1,0 1,0-25,0-1,0 26,25-25,0-25,25 0,24 0,0 0,-24-25,0-25,-1 26,-24-1,-25-25,50 25,-50-24,0 24,0 0,0 0,-25 25,25 25,0 0,0 25,25-50,-1 49,26-49,-25 25,0-25,-25 50,49-50,-49 49,0-24,0 25,-25-50,-24 0,-1 0,50-25,50 25,-1-50,1 50,-25-49,49-1,-49 50,0-50,25 50,-26-49,26-1,-50 0,-25 50,-49 0,49 0,25 25,0 50,0-50,0 24,50-24,-26-25,-24 50,50-50,-50 49,50-49,-50 25,-50-25,0 50,-24-50,-1 0</inkml:trace>
  <inkml:trace contextRef="#ctx0" brushRef="#br0" timeOffset="314180.375">6524 6573,'0'-25,"25"50,74 50,0 24,25-25,0 50,0 0,0 25,-24-25,-1-25,-25-24,-24-26,-50-24,49-25</inkml:trace>
  <inkml:trace contextRef="#ctx0" brushRef="#br0" timeOffset="314696.99">7268 6548,'0'0,"0"-49,25 49,-25 25,0 49,0 25,0 25,0 50,-25 0,25-50,0-25,0-25,0-24,0-1,0-24</inkml:trace>
  <inkml:trace contextRef="#ctx0" brushRef="#br0" timeOffset="314967.2689">6127 7293,'-25'0,"25"-25,75 25,-1-50,100 50,24-49,100 49,0 0,-26-50,1 50,-124 0,0 0,-100 0</inkml:trace>
  <inkml:trace contextRef="#ctx0" brushRef="#br0" timeOffset="340733.3397">11162 6846,'-24'50,"-1"-50,25-25,0-50,25 150,-25-50,0 0</inkml:trace>
  <inkml:trace contextRef="#ctx0" brushRef="#br0" timeOffset="341233.101">11113 7392,'0'-25,"25"25,-1 0,1 0,-50 0,-24 0,49-25,25 0,-1 25,1 0,-25 25,0 25,0-75,0-25,0 26</inkml:trace>
  <inkml:trace contextRef="#ctx0" brushRef="#br0" timeOffset="341866.6646">11138 6945,'0'-49,"24"49,-24-25,0 0,0 50</inkml:trace>
  <inkml:trace contextRef="#ctx0" brushRef="#br0" timeOffset="345963.8723">12552 6921,'0'-25,"0"0,49 0,1 25,-25 0,24 0,-24 0,-25 25,0 25,0-26,0 1,0 25,-25-25,-24 24,24-49,25 50,0-75,0-25,49 50,-49-49,50 49,-50-50,74 50,-74-49,25 49,-25-25,25-25,-25 25,0 0,-50 50,50 50,0-26,-49 1,49-25,0 24,25-24,24 25,1-1,-1-49</inkml:trace>
  <inkml:trace contextRef="#ctx0" brushRef="#br0" timeOffset="346286.0267">13246 6995,'-50'0,"75"-50,50 50,-51 0,26 0,0 0,-26 0,1 0</inkml:trace>
  <inkml:trace contextRef="#ctx0" brushRef="#br0" timeOffset="346458.6144">13296 7094,'99'0,"-74"0,-149 0,297 0</inkml:trace>
  <inkml:trace contextRef="#ctx0" brushRef="#br0" timeOffset="347200.3476">14015 6821,'0'-25,"-25"25,-24 0,-1 0,25 0,-24 25,49 50,0-26,0-24,0 25,0-25,0 24,24-49,-24 25,25-25,0 0,25 0,-50 25,49-25,-24 0,0 0,24 0,-49-25,0-25,25 50,-25-49,0-26,0 26,-25 24,1-25,24 25,-25 25,-25 0,25 0,25 50</inkml:trace>
  <inkml:trace contextRef="#ctx0" brushRef="#br0" timeOffset="347569.3766">14734 7020,'0'0,"0"25,0-1,-49 26,24-25,-25 0,50 24,-49-49,49 50,0-25</inkml:trace>
  <inkml:trace contextRef="#ctx0" brushRef="#br0" timeOffset="348160.2224">15032 6796,'0'0,"0"-49,50 49,-50 49,24-24,-24 0,0 25,25-50,-25 49,50-49,-25 0,-1 0,-24-24,25 24,-25-50,0 0,0 25,50 25,-50 50,0 0,0-25,0 24,0 1,0-1,0 1,0-25,-25 24,0 1,-24-50,-26 0,50 0,1 0</inkml:trace>
  <inkml:trace contextRef="#ctx0" brushRef="#br0" timeOffset="348421.6082">15702 7020,'0'0,"0"-25,49 25,26 0,-26 0,-24 0</inkml:trace>
  <inkml:trace contextRef="#ctx0" brushRef="#br0" timeOffset="348567.2263">15776 7193,'50'0,"-100"0,125-24,-51 24</inkml:trace>
  <inkml:trace contextRef="#ctx0" brushRef="#br0" timeOffset="349099.2137">16371 6921,'25'-25,"-25"-25,-25 50,-24 0,24 0,0 50,25-1,-49-24,49 0,0 25,0-26,0 1,0 25,24-50,-24 49,50-49,24 25,-24-25,0 0,-1-49,-49-1,0 25,50-24,-50 24,0 0,0 0,-25 25,25-49,-50 49,1 0,24 0,25 24</inkml:trace>
  <inkml:trace contextRef="#ctx0" brushRef="#br0" timeOffset="349412.4416">16595 7119,'0'-25,"24"25,1 25,-25 0,0 0,0 24,-25 1,-24 24,-75 25</inkml:trace>
  <inkml:trace contextRef="#ctx0" brushRef="#br0" timeOffset="350439.309">17215 6796,'-25'0,"75"0,-26 0,26 0,0 0,-1-24,1 24,-25 0,-50 0,-25 49,50 1,-25-25,25 0,-49 24,49-24,0 0,-25-25,25 49,0 1,0-25,74-25,-24 0,24-25,-49 25,0 0,-25-50</inkml:trace>
  <inkml:trace contextRef="#ctx0" brushRef="#br0" timeOffset="350635.7877">17289 7020,'-25'-50,"75"50,24 0,1-25,-1 25,1 0</inkml:trace>
  <inkml:trace contextRef="#ctx0" brushRef="#br0" timeOffset="350835.7038">17959 6846,'0'0,"50"0,-26 0,26-50,-25 50,24 0</inkml:trace>
  <inkml:trace contextRef="#ctx0" brushRef="#br0" timeOffset="350996.2705">18009 6995,'223'0</inkml:trace>
  <inkml:trace contextRef="#ctx0" brushRef="#br0" timeOffset="351385.3658">18678 6697,'0'0,"-25"-25,1 25,-1 0,-25 0,25 0,1 0,24 25,0 25,-50-25,50-1,0 26,25 0,49-50,-49 25,49-25,-24-25,-50-25,0 25,0-24,0 24,-25-25,-24 50,-26 0,-24 0,25 0</inkml:trace>
  <inkml:trace contextRef="#ctx0" brushRef="#br0" timeOffset="352621.1852">16644 7268,'0'0,"0"-50,25 50,-25 25,0 49,-25-49,0-25,25-25,0-24,0-1,25 50,-25 50,0-25,0-1,0 26,0 24,-74-49,49-25,25-49,0 24,25 0,0 25,-25 50,0-26,0 51,-75-75,50 0,25-25,0-25,0 26,50 24,-25 0,-25 24</inkml:trace>
  <inkml:trace contextRef="#ctx0" brushRef="#br0" timeOffset="353315.4055">17016 7193,'0'-24,"-49"24,74 0,-1 0,-24 24,0 1,0 50,0-51,-24 26,-51-25,26-25,24 74</inkml:trace>
  <inkml:trace contextRef="#ctx0" brushRef="#br0" timeOffset="354533.7323">16371 7045,'0'-25,"50"25,-25 0,-25-25,0 0,-50 25,25 0,1 0,24 25,-50 25,50-26,-25 1,25 25,0-25,0-1,0 1,0 25,25-1,25 1,-1-50,-24 0,0 0,24 0,1 0,0 0,-50-25,24 25,-24-49,0-1,0 0,0 1,0-26,0 26,-49 49,49-25,-25 0,0 25,-24 0,24 0,0 0,-25 0,50 25,-74-25,74 25,-25-25,25 25,-25-25,25 49,-49 50,49-74,0 0,0 25,0-1,0-24,49 0,-49 24,50-49,-25 25,0-25,24 0,-24 0,0 0,0 0,24 0,-24 0,0 0,-25-49,49-1,-49 25,0-24,0-1,0 0,0 1,0 24,-24-25,24 26,-25 24,25-50,-25 50,0 0,-24 0</inkml:trace>
  <inkml:trace contextRef="#ctx0" brushRef="#br0" timeOffset="358801.2168">13172 6474,'0'25,"0"0,0-1,0 26,0 0,0-26,24-24,26 0,-25-24,-25-1,74-25,-49 1,25 49,-1-50,-24 50,-25-50,50 50,-25 0,-25 25</inkml:trace>
  <inkml:trace contextRef="#ctx0" brushRef="#br0" timeOffset="359331.299">13395 6598,'-25'-50,"50"100,-50-75,25 100,0-51,0 51,0-50,50-25,-26 0,51 0,-50-75,49 26,-24 24,-1-25,26 1,-26 24,-24 25,-25-50,50 50,-50-25</inkml:trace>
  <inkml:trace contextRef="#ctx0" brushRef="#br0" timeOffset="361471.9685">22126 992,'0'75,"0"-51,0 1,50-50,-1 25,1-74,0 74,24-74,-24 74,-26-25,26 25,0 0,-75 0</inkml:trace>
  <inkml:trace contextRef="#ctx0" brushRef="#br0" timeOffset="362139.751">22300 943,'0'0,"0"-25,0 0,0 0,0 50,0 0,0 24,-50 1,50-25,0 24,0-24,0 0,50-25,-25 0,-1 0,26-25,0 25,-26 0,26-49,-25 49,24 0,-24 0</inkml:trace>
  <inkml:trace contextRef="#ctx0" brushRef="#br0" timeOffset="367550.1417">1191 9922,'-25'0,"25"-50,-25 50,75 0,0 0,-1 0,-24 0,0 0,24 0,1 0,-50 25,74-25,-49 0,0 0,0 0,24 25,-24-25,0 0,25 0,24 0,-49 0,0 0,0 0,49 0,-24 49,-1-49,1 0,-1 0,1 0,24 0,-24 0,0 0,-1 0,26 0,24 0,0 0,0 0,0 0,1 0,24 0,-25 0,-49 0,-1 0,1 0,-1 0,26 25,-1-25,1 0,-1 0,0 0,26 0,24-25,-25 25,0 0,-24 0,-1 0,0 0,1-24,-1 24,-24 0,24 0,1 0,-1 0,25 0,-24 0,-1 0,1 0,24 0,0 0,25 0,-25-50,0 50,1 0,-1 0,-25 0,1 0,-1 0,1 0,24 0,0-50,0 50,-24 0,-1 0,25 0,0 0,1 0,-1 0,0 0,0 0,25 0,-24 0,-26 0,0-24,1 24,24 0,0 0,0 0,1 0,-26 0,25 0,50 0,-50 0,1 0,24 0,-25 0,25 0,-25 0,-25 0,1 0,-1 0,1 0,-26 0,26 0,-26 0,1 0,24 0,1 0,-1 0,1 0,-1 0,0 0,1 0,-1 0,1 0,-1 0,1 0,-26 0,26 0,-1 0,0 0,1 0,-1 0,1 0,-1 0,0 0,1 0,-1 0,1 0,-26 0,1 0,24 0,-24 0,24 0,-24 0,24 0,1 0,-26 49,1-49,-25 0,49 0,1 0,-1 0,0 0,-49 0,25 0,-25 0,24 0,26 0,-1 0,1 0,-1 0,0 0,26 0,-26 0,-24 0,24 0,0 0,26 25,24-25,-25 0,0 0,0 0,50 50,0-50,-25 0,25 49,-25-49,25 0,-25 0,-25 0,0 0,25 50,0-50,-25 0,25 0,-24 50,-1-50,-25 0,1 0,-1 0,-24 0,24 0,-24 0,24 0,1 0,-1 0,0 0,1 0,-1 0,-24 0,-1 0,1 24,0-24,-26 0,51 0,-26 0,-24 0,25 0,-25 0,24 0</inkml:trace>
  <inkml:trace contextRef="#ctx0" brushRef="#br0" timeOffset="369604.9991">2927 8905,'0'-50,"0"25,0 75,0 24,0-24,0 0,0-1,-49 26,49-26,0 1,0 24,0 1,0-1,0 1,-25-1,25 25,0 0,0 1,0 49,0-50,0 25,0 49,0-49,0 25,0-50,0 25,0 25,0-25,0 0,0 25,0-25,0 25,0-25,0 25,25-25,-25 25,0-25,49 25,-49 24,0-24,0 25,50-1,-50 26,0-1,0-24,0 24,0-24,0-50,25 25,-25-25,0 25,0-25,49 24,-49-24,0 25,0 0,50 50,-50-1,50-24,-50-26,49 26,-49-124,0 24,0-49,0 0,0 0,0 24</inkml:trace>
  <inkml:trace contextRef="#ctx0" brushRef="#br0" timeOffset="371354.8685">6251 8632</inkml:trace>
  <inkml:trace contextRef="#ctx0" brushRef="#br0" timeOffset="372801.8532">7442 8533,'0'0,"0"49,25-49,-25 75,24-50,-24 24,50 26,-50-26,25 1,-25 24,0 1,0 24,0 0,0 0,0 50,49 0,-49 0,0 0,50-25,-50 49,0-24,0-25,0 0,50 50,-50 24,0 50,0 0,49 75,-49-100,0 25,0 0,0-25,0-24,0-1,0-24,0 24,75-24,-75 24,49-24,-49 0,50 24,-50 1,49-26,-49 1,0-1,0-49,0 50,0-75,0-49,0-25,0 24</inkml:trace>
  <inkml:trace contextRef="#ctx0" brushRef="#br0" timeOffset="374273.3501">12998 8409,'0'0,"0"-50,0 25,0 1,-25 24,25-50,0 75,0 24,0 26,0-50,0-1,0 51,0-26,0 1,0 0,0-1,0 26,0-1,0 0,0 1,50-1,-50 1,0 24,0 0,0 50,0 25,0-50,49 24,-49-23,0 23,0 1,0 25,0-1,0 1,50 24,-50-24,0 25,0-1,0-49,0 24,0 26,0-25,0-1,0-24,0 25,0-1,0 26,0-1,0 1,0-51,0 26,0 0,0-50,0 25,0-25,0 24,0-48,0 24,0 24,-25 26,25-50,0 50,0-75,0-25,-49-24,49 0,0-1,0 1,-25-125,25 26</inkml:trace>
  <inkml:trace contextRef="#ctx0" brushRef="#br0" timeOffset="376427.4123">869 9103,'24'0</inkml:trace>
  <inkml:trace contextRef="#ctx0" brushRef="#br0" timeOffset="377176.1469">1538 9128,'0'0,"0"-49,0 24,0 0,25 25,-25 25,50 0,-50 24,0 26,24-26,-24-24,0 0,0 24,0-24,-49-25,49-49,0 24,0-25,0 1,25-1,-25-24,24 74,-24-50,50 50,-50-50,50 50,-50-25,49 25,-24 0,-25-24,25 24,-25 49,0-24,0 25,0 24,0-24,0-1,0 1,0-25,0 24,0 1,0-25,50-25,24 0,-49 0,0 0,24 0,-24 0</inkml:trace>
  <inkml:trace contextRef="#ctx0" brushRef="#br0" timeOffset="378578.3231">422 9947,'-25'0,"50"0,25 0,-26 0,1 0,25 0,-25 0,-1 0,1 0,25 0,-25 0,24 0,-24 0,50 0,-51 0,1 0,0 0,49 0,-24 0,0 0,-1 0,-24 0,25 0,-26 0,1 0,25 0,24 0,-49 0,25 0,-26 0,26 0,0 0,-1 0,26 0,-26 0,1 0,0 0,-1 24,1-24,-25 0,-1 0,1 0,50 0,-26 0</inkml:trace>
  <inkml:trace contextRef="#ctx0" brushRef="#br0" timeOffset="418058.0394">4912 9227,'0'-49,"0"24,0 0,0-24,49 49,1 0,24 0,-24 0,-50 24,0 26,0 0,0-1,-25 1,25-1,-74 1,74-25,-25-25,25 49,0-73,0-1,0 0,50-25,-26 26,1 24,50-75,-51 75,1-49,25 24,-50-25,25 50,-25-25,0 1,-25 24,-25 0,50 49,-25 1,25-1,0 1,0 0,0-1,25-24,0-25,25 25,24-25,50 0,25 0,-25 0</inkml:trace>
  <inkml:trace contextRef="#ctx0" brushRef="#br0" timeOffset="419160.2599">9649 8979,'0'-25,"0"1,0-26,25 50,0 0,-25 25,25-25,-25 74,49-74,1 25,-25-25,0 0,24 0,-24 0,25 0,-50-50,49 1,-49 24,0 0,0-24,0 73,0 1,0 25,0 24,25 1,-25-1,0 1,0-1,0-24,0-1,0 1,0-25,0-1,-50-24,1 0,24 0,-25-24,50-26,-24 0,24 1,0 24,24-25,26 26,49 24,75-50,24 50</inkml:trace>
  <inkml:trace contextRef="#ctx0" brushRef="#br0" timeOffset="420328.3118">14164 8781,'0'0,"49"0,1 0,24 0,26 0,-1 0,-25 0,-49 0,0 0,-50 0,25 74,0-49,-49 0,49 49,-75-24,75 0,-50-26,50 26,-24-25,24 0,-50 24,50 1,-25-50,25 25,0 24,25-49,49 0,-24-25,0 25,-25-24,24 24,-24-50,0 50,-25-25,74 25,-74-25</inkml:trace>
  <inkml:trace contextRef="#ctx0" brushRef="#br0" timeOffset="420530.0232">14263 9029,'-25'0,"50"0,0 0,24 0,51 0,-1 0,0 0,0-25,-24 25,-26 0</inkml:trace>
  <inkml:trace contextRef="#ctx0" brushRef="#br0" timeOffset="424352.0445">1687 10443,'0'-25,"0"-25,-25 50,0-24,1 24,-26 0,0 0,26 49,24-24,-25-25,25 25,0 24,0-24,0 25,0-1,0 1,0-25,25-25,-25 49,24-49,26 0,-25 0,0 0,24 0,1 0,-25 0,-25-24,24 24,-24-25,50 0,-50-25,0 26,0-26,0 25,0 0,0-24,0 24,-25 25,25-25,-25 25,-24 0,-1 0,1 0</inkml:trace>
  <inkml:trace contextRef="#ctx0" brushRef="#br0" timeOffset="425328.4743">5284 10096,'-25'0,"0"0,-49 0,74 49,-50-49,25 50,25-25,-49 24,49 1,0 24,0-24,0-1,0-24,49 25,26-1,-50-49,24 0,1 0,24 0,-24-49,-25 24,-25-25,74 1,-74-1,0 1,0-1,0 0,-25 1,-24-1,24 50,-25 0,1 0,-1 0,25 0,25 25</inkml:trace>
  <inkml:trace contextRef="#ctx0" brushRef="#br0" timeOffset="426092.9499">9897 10145,'0'-25,"-49"25,49-24,-50 24,1 0,49 24,-50 1,25 25,25 24,-49-24,49-1,0-24,0 0,0 25,24-50,26 24,-25-24,0 0,24 0,1 0,24-24,-24-76,-50 76,49-26,-49 0,0 1,0 24,0 0,-24-24,-26 24,-24 25,-50-100</inkml:trace>
  <inkml:trace contextRef="#ctx0" brushRef="#br0" timeOffset="427278.5069">14982 10393,'0'0,"0"-49,-49 49,24 0,0 0,0 0,-49 0,49 0,25 24,-25-24,25 25,0 0,-49 25,49-26,0 1,0 0,0 25,49-26,-24 26,0-50,25 25,-26-25,1 0,25 0,-25 0,24-25,26-25,-51 1,-24 24,0-25,0 26,0-1,0 0,0-49,-49 74,-1-25,-24 25,-1 0,-24 0,0 0,25 0</inkml:trace>
  <inkml:trace contextRef="#ctx0" brushRef="#br0" timeOffset="428875.1691">1662 11584,'0'0,"0"-25,0-25,0 26,50 48,-50 26,0 24,25 26,-25-51,0 1,0-1,0-24,0 25</inkml:trace>
  <inkml:trace contextRef="#ctx0" brushRef="#br0" timeOffset="450691.3142">16396 7764,'0'0,"50"0,-1 0,1 0,0-50,24 50,-24 0,-25-25,-1 25,26 0,-25 0,0 0,24 0,-24-49,0 49,24 0,-24 0,0 0,0 0,24-25,-24 25,0 0,25 0,24 0,-24 0,24 0,-24-50,-1 50,1 0,-1 0,26 0,-1 0,-24-24,24 24,-24 0,0 0,-1 0,1 0,-1 0,26-50,-26 50,-24 0,0 0,25 0,-26 0,1 0,-25-25,50 25,-1 0,26 0,-26 0,-24 0,0 0,25 0,-50-25,49 25,-74 0</inkml:trace>
  <inkml:trace contextRef="#ctx0" brushRef="#br0" timeOffset="459743.4023">3771 11534,'0'-49,"-50"49,25 0,0 0,-24 0,24 24,-25 26,26 0,24-1,0 26,0-26,0-24,0 25,49-1,-24-49,0 0,24 0,-49-25,25 25,-25-49,25 24,-25 0,0-49,0 24,0 25,-25-24,-24 49,49 25</inkml:trace>
  <inkml:trace contextRef="#ctx0" brushRef="#br0" timeOffset="460124.1956">4192 11633,'0'0,"-24"0,-1 0,0 0</inkml:trace>
  <inkml:trace contextRef="#ctx0" brushRef="#br0" timeOffset="460648.1858">4540 11485,'-25'0,"25"-25,25 25,24 0,1 0,-25 0,-1 0,26 0,-25 0,0 0,-50 0,25 49,-50 26,50-26,0 1,0 0,-49 24,49-24,0-1,0 26,0-51,0 26,-25-25</inkml:trace>
  <inkml:trace contextRef="#ctx0" brushRef="#br0" timeOffset="460856.6692">4564 11832,'174'0</inkml:trace>
  <inkml:trace contextRef="#ctx0" brushRef="#br0" timeOffset="461345.2187">5061 11460,'-25'149,"50"-298,24 149,-24 0,0 0,24 0,1-50,-25 50,0 0,-1 0,-24 25,0 25,-24-26,24 51,0-1,-25 1,25-1,-50 0,50 1,0-26,0 1,0-25</inkml:trace>
  <inkml:trace contextRef="#ctx0" brushRef="#br0" timeOffset="461542.2324">5085 11857,'-24'0,"48"0,-24 0,25 0,50 0,-26 0,1 0,-1 0,-24 0</inkml:trace>
  <inkml:trace contextRef="#ctx0" brushRef="#br0" timeOffset="462246.1126">5978 11757,'-25'0,"1"0,-51 0,26 0,-1 0,25 0,25-49,99-26,-74 26,-25 24,75-25,-26 26,-49-1,25 25,-25-75,25 51,-25 48,0 26,0 24,0 1,0-1,0 25,0-49,0 24,0 1,0-26,0 26,0-50,0 24</inkml:trace>
  <inkml:trace contextRef="#ctx0" brushRef="#br0" timeOffset="561004.9907">20439 3299,'-24'0,"48"0,1 0</inkml:trace>
  <inkml:trace contextRef="#ctx0" brushRef="#br0" timeOffset="571205.3441">13941 7367</inkml:trace>
  <inkml:trace contextRef="#ctx0" brushRef="#br0" timeOffset="574257.5473">5631 11857</inkml:trace>
  <inkml:trace contextRef="#ctx0" brushRef="#br0" timeOffset="578857.5206">20439 3398,'0'-25,"0"-24</inkml:trace>
  <inkml:trace contextRef="#ctx0" brushRef="#br0" timeOffset="582727.3556">20464 3349,'-25'0,"25"-25</inkml:trace>
  <inkml:trace contextRef="#ctx0" brushRef="#br0" timeOffset="592448.4707">21531 3349</inkml:trace>
  <inkml:trace contextRef="#ctx0" brushRef="#br0" timeOffset="596867.1619">14858 11063,'50'0,"-25"25,24-25,-24 0,0 0,25 0,-1 0,1 0,-25 0,24-25,1-25</inkml:trace>
  <inkml:trace contextRef="#ctx0" brushRef="#br0" timeOffset="664680.8354">8756 11609,'0'-25,"25"-25,25 50,-25-25,-1 25,51 0,-75 25,25 0,-25 25,0-26,0 1,0 0,0 25,-25-26,-50 26,51-50,24-25,49 0,-24 25,0 0,49 0,-49 75,-25-50,0-1,0 51,-50-75,1 74,-1-74,1 0,-1 0,0 0,75 0,0 0</inkml:trace>
  <inkml:trace contextRef="#ctx0" brushRef="#br0" timeOffset="665008.9582">9327 11733,'25'24,"-50"-48,-25 48,25-24,25-24,50 24,-25 0,-25 24</inkml:trace>
  <inkml:trace contextRef="#ctx0" brushRef="#br0" timeOffset="665646.6666">9773 11609,'0'24,"-49"-24,49-24,0-26,0 25,0-24,49 49,-49-50,75 50,-50 0,-1 0,1 0,50 25,-75 0,0 24,0 1,0-1,0 26,0-1,-50-24,25-1,-24 26,-1-50,25-25,25 24,-25-24,25-24,0-26,25 50,25-25,-25 25,24 0,1 0,-50 25,49-25,-49 50,25-50,-25 24</inkml:trace>
  <inkml:trace contextRef="#ctx0" brushRef="#br0" timeOffset="666255.04">10245 11509,'0'-24,"0"48,0-73,0 74,0-1,0 1,0 25,0-25,0-1,0 26,24-50,-24 50,50-50,0 0,-25 0,-1 0,1 0,25 0,-50-25,25 25,-25-50,0 1,0-1,0 25,0 50,0 25,0-1,0 26,0-26,0 1,0 24,0-49,0 0,0 24,24-49,26 0</inkml:trace>
  <inkml:trace contextRef="#ctx0" brushRef="#br0" timeOffset="666674.9333">10865 11584,'99'-50,"-198"100,223-100,-99 50,-25 25,49 0,-49 0,0 24,0-24,0 0,-25 24,1-49,-1 50,-25-50,25 0,1 0,-26 0,50-25,0 0,0-24,0 24,0 0,25-24,0 24,24 25,-24 0</inkml:trace>
  <inkml:trace contextRef="#ctx0" brushRef="#br0" timeOffset="667243.9837">11336 11633,'0'-49,"0"98,0-73,0 48,0 1,0 25,25-25,25-25,-50 24,49-24,1 0,-50 50,25-50,-25 25,24-25,-24 25,0-1,0 26,-49-50,24 0,-25 0,26 0,24-25</inkml:trace>
  <inkml:trace contextRef="#ctx0" brushRef="#br0" timeOffset="667467.9116">11386 11559,'322'-149,"-644"298,719-347,-348 198</inkml:trace>
  <inkml:trace contextRef="#ctx0" brushRef="#br0" timeOffset="676030.1757">20762 5606,'0'-25,"49"25,1 0,0 0,-25 0,24 0</inkml:trace>
  <inkml:trace contextRef="#ctx0" brushRef="#br0" timeOffset="676875.4293">22002 5556,'0'0,"-25"0,0 0,25 25,-24-25,73 0,26 0,-26 0,1 0,0-25,-26 25</inkml:trace>
  <inkml:trace contextRef="#ctx0" brushRef="#br0" timeOffset="755894.0642">13941 11708,'0'49,"0"-24,-25-25,0 25,0-25,-24-25,49 0,0 1,0-26,24 25,1 25,0 0,0 0,24 0,-24 0,25 25,-50 0,25 24,-25-24,0 0,0 49,0-24,-25 0,-25-1,25 1,-24-1,24-24,0-25,25 50,-49-50,49-25,0 0,0 0,24 25,-24-49,75 49,-50 0,24 0,-24 0,-25 49,25-49,-25 50,49-50</inkml:trace>
  <inkml:trace contextRef="#ctx0" brushRef="#br0" timeOffset="756089.0751">14238 11981,'0'49</inkml:trace>
  <inkml:trace contextRef="#ctx0" brushRef="#br0" timeOffset="756555.3583">14660 11633,'-99'472,"74"-720,75 520,24-768,-74 992,25-496,24 0,1 0,-50-74,0 49,-50 0,26 25,-26 0,-24 0,24 0,0 0,50 25,50-25,24 0</inkml:trace>
  <inkml:trace contextRef="#ctx0" brushRef="#br0" timeOffset="757124.9066">15007 11733,'0'-25,"0"50,50-100,-1 50,1-24,0 49,-1-25,-24 25,-25 50,0-26,0 26,0 0,0-26,-50-24,75 0,50 0,-26 50,1 49,-50-74,0 0,0 0,-25-25,0 74,-24-74,-1 0,25 0,0 0,-24 0,49-25,25 25</inkml:trace>
  <inkml:trace contextRef="#ctx0" brushRef="#br0" timeOffset="757813.0336">15999 11881,'0'-49,"-24"49,-26 0,25 0,-24 0,49 25,-75-25,50 0,1 0,48-25,26-25,24-24,-49 24,-25 1,0 24,25 25,-25-25,0 50,50 49,-50-24,0 24,49 1,-49-26,0 1,0 24,25-49,-25 0,0 24,25-49,24 0</inkml:trace>
  <inkml:trace contextRef="#ctx0" brushRef="#br0" timeOffset="758439.0606">16570 11857,'0'0,"49"0,-73 0,-51 0,50 0,1 0,-1 0,-25 0,75-50,0 0,24 1,-49 24,25 25,-25-50,0 1,25 49,-25-25,0 0,74 50,-74 25,0 24,25 25,-25-24,0-26,0 26,50-51,-50 1,0 25,0-1,-25-24</inkml:trace>
  <inkml:trace contextRef="#ctx0" brushRef="#br0" timeOffset="759304.9553">14238 12030,'0'-25,"0"1,25 24,25 0</inkml:trace>
  <inkml:trace contextRef="#ctx0" brushRef="#br0" timeOffset="767210.2759">1637 12973,'0'25,"0"-1,-24-24,48 25,-24 0,-49-50,49-24,0-1,0 25,74 25,-24-49,-25 49,24 24,-49 26,0-25,0 24,0-24,0 0,-25 25,1-1,-26-24,25 25,-24-25,24-25,0 49,-49-49,49 0,25-25,25-24,24 49,1 0,-25 0,24 25,-24-25,0 24,24-24,-49 25,75-25,-50 0</inkml:trace>
  <inkml:trace contextRef="#ctx0" brushRef="#br0" timeOffset="790770.7159">1563 14635,'50'-25,"-50"-25,24 50,-24-24,25 24,25-25,-25 25,-1 0,-24-50,50 50,-25 0,0 0,0 0,24 25,-49 0,0 0,0 49,0-49,0 0,0 24,-49-49,49 50,-50-50,50 49,-25-49,25 25,-25-25,-24 0,49 25,-25-25,0 0,50 0,24 0,-24 0,0 0,25 0,-25 0,-1 0,26 50,-50-26,25-24,-25 50,0-25,25 24,-25 1,0-25,0 49,0-24,-25-50,25 25,-50-25,25 24,-24-24,-1 0,0 0,26 0,-1 0,-25-49,50 24,0-25,25 50,25 0,-26 0,1 0,25 25,0-25,-50 25</inkml:trace>
  <inkml:trace contextRef="#ctx0" brushRef="#br0" timeOffset="1.00149E6">3498 13072,'0'0,"0"-50,49 50,-73 0,-1 0,0 0,-25 0,50 25,-24 0,24 0,-25 49,25-24,0 0,0-1,0-24,0 25,25-1,49-24,-49-25,24 0,1 0,-50-50,25 1,-25 24,0-25,0 26,0-1,0-25,-25 50,25-50,-50 50,1-24,24 24,75 0</inkml:trace>
  <inkml:trace contextRef="#ctx0" brushRef="#br0" timeOffset="1.0017E6">3944 13221,'50'74</inkml:trace>
  <inkml:trace contextRef="#ctx0" brushRef="#br0" timeOffset="1.00273E6">4589 13146,'0'-24,"0"-1,-25 25,25-50,-74 50,49-25,0 25,-24 0,24 0,0 0,25 50,-25-50,25 50,0 24,0-24,25-25,50-25,-51 0,26 0,0 0,-1 0,-49-25,0-25,0 25,25 25,-25-25,25 25</inkml:trace>
  <inkml:trace contextRef="#ctx0" brushRef="#br0" timeOffset="1.00326E6">4639 13146,'0'25,"0"50,0-26,0 26,0-1,0 25,0-49,0 0,0-26,0 26,0-25</inkml:trace>
  <inkml:trace contextRef="#ctx0" brushRef="#br0" timeOffset="1.00391E6">4912 13097,'0'0,"24"0,26 0,0 0,-25-25,24 25,1 0,-50-50,0 75,0 0,0 49,-25 1,25-1,0 1,-50 24,50-25,0-49,0 0,0 0</inkml:trace>
  <inkml:trace contextRef="#ctx0" brushRef="#br0" timeOffset="1.00413E6">5011 13444,'223'-74</inkml:trace>
  <inkml:trace contextRef="#ctx0" brushRef="#br0" timeOffset="1.00551E6">5631 13047,'0'0,"0"-25,-25 50,25 0,-49 25,49-1,-50 26,50-1,0 1,0-1,0 0,0-24,0 0,0-26,50-24,-1 50,1-50,-50-25,25 25,-25-25,49-24,-49-1,0 25,-25 25,-24 0,-1 0</inkml:trace>
  <inkml:trace contextRef="#ctx0" brushRef="#br0" timeOffset="1.00755E6">8806 13097,'-25'0,"25"-25,0 0,50 25,-25 0,-1 0,26 0,-50 25,0 0,0 0,0 24,0-24,0 0,-50-25,50 50,-24-50,48 0,1 0,25 0,-25 24,-25 26,0-25,0 24,-25-49,-25 50,25-50,1 25,-26-25</inkml:trace>
  <inkml:trace contextRef="#ctx0" brushRef="#br0" timeOffset="1.00776E6">9377 13146,'-25'50</inkml:trace>
  <inkml:trace contextRef="#ctx0" brushRef="#br0" timeOffset="1.00854E6">9749 13047,'-149'397,"174"-347,24-348,26 149,-199 621,173-472,-49 24,50-24,-1 0,-49-24,50-1,-50 0,0-49,0-1,0 26,0-1,-25 0,-24 1,-26 24,50 25,100 0,-26 0,26 0,-26 0,26 0,-26 0,1 0,0 0,-1 0,1-50,-1 50,-24 0,-74 0,24 0,25 50,0-1,0 1,0 0,0-25,0 24,0 1,25-50,-25 25,49-25,-24 0,25-25,-50-50,0 26,0 24,0-25,0 25,-25-24,-25 24,1 25</inkml:trace>
  <inkml:trace contextRef="#ctx0" brushRef="#br0" timeOffset="1.00997E6">11386 12973,'0'-50,"-25"50,25 50,-25 24,25 1,0-1,0 1,0-51,0 1,0 0,50-25,-1 0,-24 0,25 0,-1-25,-24 0,-25-24,50 24,-50 0,0-25,0 26,0-1,-25 25,25 74,0-24,-50 24,50-24,0 0,0-1,0 1,0-1,0 1</inkml:trace>
  <inkml:trace contextRef="#ctx0" brushRef="#br0" timeOffset="1.02551E6">13643 13543,'0'-74,"0"24,50 50,-50-24,24 24,1 0,25-25,-25 25,49 0,-24 49,-50 1,0 0,0 24,0 0,0 1,-50-26,25 1,-24 0,-1-26,25-24,25-24,0-26,0 25,0 0,50 25,-1 0,26 25,-75 0,25 25,-25-26</inkml:trace>
  <inkml:trace contextRef="#ctx0" brushRef="#br0" timeOffset="1.02571E6">14213 13667,'50'50</inkml:trace>
  <inkml:trace contextRef="#ctx0" brushRef="#br0" timeOffset="1.02613E6">14586 13419,'-100'273,"125"-372,-50 273,125-522,-200 720,100-347,50 25,0-25,-26-25,26 0,-25 0,-25-25,0 0,0-25,-75 50,1 0,24 0,1 0,24 0,25 25,0 25,25-50</inkml:trace>
  <inkml:trace contextRef="#ctx0" brushRef="#br0" timeOffset="1.02663E6">14858 13519,'0'-50,"0"100,0-75,0 74,0 1,25 0,25-50,-1 24,-24-24,0 0,49 25,-49-25,-25 50,0-25,0-1,-49-24,-1 0,0 0</inkml:trace>
  <inkml:trace contextRef="#ctx0" brushRef="#br0" timeOffset="1.02684E6">14933 13593,'198'-149</inkml:trace>
  <inkml:trace contextRef="#ctx0" brushRef="#br0" timeOffset="1.0277E6">15503 13395,'-198'74,"396"-148,-198 24,25 50,-25 25,0 0,0 24,0 26,0-26,0 26,0-51,0 1,0 0,50 25,-1-50,1 0,-25 0,0 0,-25-50,0 25,-25 0,-25 25,0 0,1 0,-1 0,50 25,-49-25,49 50</inkml:trace>
  <inkml:trace contextRef="#ctx0" brushRef="#br0" timeOffset="1.02832E6">16223 13494,'24'0,"-48"0,48-50,26 50,-50 25,-25-25,-24 0,24 25,0-25,-25 0,26 0,-1 0,-25-50,50 25,0 1,0-26,25 50,49-25,1 25,-50 0,-1 0,26 75,-50-51,50 1,-50 25,0-25,0 24,0-24,0 25,0-26,-25-24,0 50,-25-50,26 50,-1-50,-25 0,50 24,-49-24</inkml:trace>
  <inkml:trace contextRef="#ctx0" brushRef="#br0" timeOffset="1.0297E6">15156 13444,'0'0,"-74"0,24 0,25 0,0 0,1 0,-26 0,50 25,0 25,0-1,0 1,0-25,0-1,25-24,0 0,24 0,1 0,-1 0,1 0,0 50,-50-25,0 0,-25 24,0-49,-25 25,26-25,-26 0,25 0,0 0,100 0</inkml:trace>
  <inkml:trace contextRef="#ctx0" brushRef="#br0" timeOffset="1.03084E6">15727 13395,'0'-25,"-50"25,25 0,0 0,-24 25,49 24,-25-49,25 25,0 25,-25-50,25 49,0 1,0-1,0-24,0 0,0 0,0 24,50-49,-1 0,1 0,24 0,-49 0,-25-24,0-1,0 0,-49 25,24 0,25-25,-50 25,25 0,-24 0,24 0,25 25,0 0</inkml:trace>
  <inkml:trace contextRef="#ctx0" brushRef="#br0" timeOffset="1.03454E6">6276 13271,'25'0,"-25"-50,0 25,25-25,-25 26,0-26,-25 50,-25 0,1 0,-1 25,25-25,25 25,-50-25,1 49,24 1,25-25,0 0,0 24,50-24,-1-25,-24 50,25-50,24 24,1-24,-26 50,-24-50,25 25,-26-25,-24 25,0 24,0-24,0 0,-49 24,-26-49,51 25,-26-25,25 0,-24-25,49-24,-50 24,50 0,0-24,50-26,-26 50,26-24,24 49,-24 0,0 0</inkml:trace>
  <inkml:trace contextRef="#ctx0" brushRef="#br0" timeOffset="1.26236E6">3696 14560,'0'0,"0"-49,-25 49,25-25,0 0,0 50,-49 25,49-26,0 1,0 25,0-25,0-1,0 26,0-25,25 0,-1-25</inkml:trace>
  <inkml:trace contextRef="#ctx0" brushRef="#br0" timeOffset="1.26276E6">3969 14585,'0'50,"0"-100,25 100,0-50,-50 0,0 0</inkml:trace>
  <inkml:trace contextRef="#ctx0" brushRef="#br0" timeOffset="1.2638E6">4515 14461,'0'0,"-25"0,0 0,0 0,-24 0,49 25,0 0,-25 24,25-24,0 0,0 25,25 24,49-49,-24-25,-1 0,-49-25,25 0,-25 0,0-24,0-26,0 51,0-26,-49 50,24 0,25-25,25 25,24 0,1-49,24 49,1 0,-1-25,0 25,1 0,-25 0,-26-50,-48 50,-1 0,-25 0,25 0,25 50,-25-50,25 49,0-24,0 0,0 25,0 24,50-74,0 25,-1-25,1 0,-25 0,24 0,-49-50,0 25,-49 1,-1-26,25 25,75 25,-25 0</inkml:trace>
  <inkml:trace contextRef="#ctx0" brushRef="#br0" timeOffset="1.26437E6">5532 14362,'25'25,"-50"-50,50 75,-25-1,0-24,0 0,24 49,26-74,0 0,-26 0,1 0,0 0,25 0,-50-25,24 25,-24-49,0-1,0 25,-24-24,-1 49,25 25,-25 24,25 1,0 24,0 1,0-1,0-24,0-1,0 1,50-25,-26-1,26-24</inkml:trace>
  <inkml:trace contextRef="#ctx0" brushRef="#br0" timeOffset="1.26484E6">6425 14536,'0'0,"-50"24,1-24,24 0,0 0,-25 0,26 0,-1 0,25-24,-50-1,50 0,-50-25,50 26,0-26,25 0,0 50,0 0,25 0,-26 0,51 0,-50 25,-1 0,-24 25,75 49,-75-50,0 26,0-1,0-24,0-1,-25-24,-25 25,26-50,-1 49,-25-49,25 0</inkml:trace>
  <inkml:trace contextRef="#ctx0" brushRef="#br0" timeOffset="1.27551E6">9004 14486,'0'0,"-24"0,-26 0,50-25,0-24,0 24,74-25,-49 50,0 0,0 0,24 0,-24 50,-25-1,50 26,-50-26,0 26,0-26,0 1,-50 49,1-49,-1-25,0 24,26-49,-1 25,-25-25,75 0,0 0,0 0,-1 0,26 0,0 0,-50 50,24-50</inkml:trace>
  <inkml:trace contextRef="#ctx0" brushRef="#br0" timeOffset="1.27572E6">9501 14759,'-25'25,"50"-50,-50 124</inkml:trace>
  <inkml:trace contextRef="#ctx0" brushRef="#br0" timeOffset="1.27618E6">10021 14635,'0'0,"-49"25,24-25,0 0,-24 0,24 0,0 0,0 0,25-75,0 26,0 24,25-50,49 26,-24 49,24 0,-49 25,25 24,-25 1,-25-1,49 26,-49-1,0 1,-25-26,1 1,-26-25,25 24,0-49,-24 25</inkml:trace>
  <inkml:trace contextRef="#ctx0" brushRef="#br0" timeOffset="1.2766E6">10617 14709,'-199'-99,"199"49,199 199,-398-347,199 173,25 25,25 0,-25 0,-1 0,26 25,-50 0,50 24,-50 1,0 24,0-24,0-25,0-1,0 26,-75-25,50-25,25 49,-49-49,49 50</inkml:trace>
  <inkml:trace contextRef="#ctx0" brushRef="#br0" timeOffset="1.27719E6">11336 14536,'50'-75,"-100"150,100-199,-50 99,0 0,-75 25,50 0,1 0,-1 0,-50 0,1 0,74 50,0-1,0-24,0 25,25-50,-25 49,74-49,-74 50,50-50,-50 25,74-25,-74 24,75-24,-75 25,49-25,-49 75,50-26,-50-24,0 0,0 49,0-49,-50 0,26-25,-26 0,0 0,1 0,49-25,-25-25,25 1,0-26,25 26,24-26,1 26,0-1,49 1,-50 49</inkml:trace>
  <inkml:trace contextRef="#ctx0" brushRef="#br0" timeOffset="1.29195E6">14040 14436,'0'25,"-25"-25,25 25,0 25,-50-50,50 24,-24-24,24 25,-25-25</inkml:trace>
  <inkml:trace contextRef="#ctx0" brushRef="#br0" timeOffset="1.29271E6">13916 14585,'25'-49,"24"49,-49 24,-25 1,25-74,25 49,-25-50,25 50,0 0,24 74,-49-24,0 0,0-1,0 1,0-1,-24 1,24-25,-50 24,25-49,25 25,-49-25,-1 0,25 0,25-25,0-24,25 49,25-50,-26 50,1 0,25 0,-25 25,24 0,1 24</inkml:trace>
  <inkml:trace contextRef="#ctx0" brushRef="#br0" timeOffset="1.29291E6">14412 14759,'49'49</inkml:trace>
  <inkml:trace contextRef="#ctx0" brushRef="#br0" timeOffset="1.29338E6">14759 14511,'-149'223,"298"-446,-198 223,49 25,-25-25,25 74,0-24,-50 24,50 0,0 1,0-1,25-24,-25-25,50 24,-50-24,74-25,-24 25,-26-25,26 0,0-75,-50 26,0 24,-25 25,-25 0,25 0,1 0,-26 0,50 50,-25-50</inkml:trace>
  <inkml:trace contextRef="#ctx0" brushRef="#br0" timeOffset="1.29389E6">15255 14560,'0'0,"-49"0,24 0,25 25,0 0,0 25,74-50,1 24,-51-24,1 0,25 0,-1 0,-49 50,25-50,-25 25,0 24,0-24,0 25,-49-50,-26 25,26-25,24 0,25-25,0-25</inkml:trace>
  <inkml:trace contextRef="#ctx0" brushRef="#br0" timeOffset="1.29411E6">15280 14511,'149'-99,"-298"198,323-198,-125 99</inkml:trace>
  <inkml:trace contextRef="#ctx0" brushRef="#br0" timeOffset="1.30103E6">15925 14536,'0'24,"-25"-24,25-24,0-1,25 0,0 25,-25-50,49 50,-24 0,25 50,-50-25,0 24,0 1,0 0,0-1,0 1,-25-1,0-24,0 25,-24-50,24 25,0-25,25-50,0 25,50 25,-1 0,-24 0,25 25,-25 25,-25-26,49-24,-49 50,50 0</inkml:trace>
  <inkml:trace contextRef="#ctx0" brushRef="#br0" timeOffset="1.30151E6">16446 14536,'0'-75,"0"150,0-100,0 99,0 1,0-1,0 0,0-49,0 25,25-50,-25 49,49-49,1 0,-1 0,-49-74,50 24,-50 26,0-1,0-50,0 51,-25 48,25 51,0-1,0 1,0-1,0 0,0 1,0-1,0 1,-25 24,25-49</inkml:trace>
  <inkml:trace contextRef="#ctx0" brushRef="#br0" timeOffset="1.31497E6">11063 14759,'-25'0,"-24"0,24 25,0-25,-24 0,-1 0,25 0,25-25,-25-25,25 1,-49 49,49-25,25 25,-1 0,1 0,0 0,25 0,-26 49,1-49,-25 25,50 0,-25 49,-25-49,49-25,-49 25,0 25,25-50,-25 24,0 1,-25 25,-24 24,-1-49,0 25,1-50,24 0</inkml:trace>
  <inkml:trace contextRef="#ctx0" brushRef="#br0" timeOffset="1.32271E6">3647 14536,'0'-50,"0"25,24 25,-24-25,0 50,0 50,0-26,50 26,-50-1,0 0,0 1,0-26,0 1,0-25,0 24,0-98</inkml:trace>
  <inkml:trace contextRef="#ctx0" brushRef="#br0" timeOffset="1.32614E6">4044 13221,'24'-50,"-24"75,0 0,-74 0,49 24</inkml:trace>
  <inkml:trace contextRef="#ctx0" brushRef="#br0" timeOffset="1.32714E6">3895 13271,'0'0,"49"0,-74 0,50 0,0 0,-50 24,0-24</inkml:trace>
  <inkml:trace contextRef="#ctx0" brushRef="#br0" timeOffset="1.33511E6">3721 14486,'0'-50,"0"75,0 0</inkml:trace>
  <inkml:trace contextRef="#ctx0" brushRef="#br0" timeOffset="1.35514E6">1861 16024,'0'-25,"0"0,25 25,-25-49,0 24,0 50,-25 24,25-24,-25 0,25 24,0 26,-25-50,25-1,0 26,50-50,-25 0,24 0,-24 0,0 0,0 0,24 0</inkml:trace>
  <inkml:trace contextRef="#ctx0" brushRef="#br0" timeOffset="1.35558E6">2109 16098,'0'-49,"0"98,-50-74,50 100,0 24,0 0,0 25,0 0,0-24,0-26,0-24,0-1</inkml:trace>
  <inkml:trace contextRef="#ctx0" brushRef="#br0" timeOffset="1.35705E6">3151 16520,'0'-25,"24"25,-24-25,0 125,0-51,50 1,-50-1,0 26,0-1,25 1,-25-26,0 1,0-1,0 1,0 0,0-26,0 1,0 0,0 25,0-26,0 1,0 25,49-50,-24 0</inkml:trace>
  <inkml:trace contextRef="#ctx0" brushRef="#br0" timeOffset="1.3585E6">8037 15602,'0'-49,"0"24,0 74,0 26,0 24,0 25,0 50,0 24,0-24,0-1,0-49,0-24,0-26,0-49,0 24,-25-49</inkml:trace>
  <inkml:trace contextRef="#ctx0" brushRef="#br0" timeOffset="1.35983E6">13172 15553,'0'-25,"-25"25,25 49,0 26,0 49,0 49,0 1,-50 24,50-73,0-26,0-25,0 1,-49-26,49-24,0-50</inkml:trace>
  <inkml:trace contextRef="#ctx0" brushRef="#br0" timeOffset="1.56213E6">3597 15999,'0'0,"0"-25,0 0,0-24,0 98,0 1,0 49,0-49,0 24,25-24,-25-25,0 24,49-49,-49 25,25 0,0-25</inkml:trace>
  <inkml:trace contextRef="#ctx0" brushRef="#br0" timeOffset="1.56236E6">3969 16247,'50'25</inkml:trace>
  <inkml:trace contextRef="#ctx0" brushRef="#br0" timeOffset="1.5632E6">4440 16024,'-99'322,"99"-297,-25-199,149 1,-148 520,73-347,1 0,-25-25,-25-24,0-1,0 0,0-24,0 24,0 26,0-26,-50 50,0 0,50-25,25 25,50 0,-1 0,0 0,1-49,-1 49,1 0,-26 0,1-25,0 25,-1 0,-49-25,25 25,-99 0,49 0,0 25,25 0,-50 24,50 1,0-1,0 1,0 0,0-26,0 26,50 0,-25-50,24 0,1 0,0 0,-50-25,24 25,-24-75,0 51,0-26,0 25,-24-24,-26-1,0 25</inkml:trace>
  <inkml:trace contextRef="#ctx0" brushRef="#br0" timeOffset="1.56377E6">5482 15900,'0'-25,"0"50,0-25,0 49,0-24,0 0,25 25,-25-26,50-24,-50 50,49-50,-24 0,25 0,-1 0,-49-25,25 25,-25-49,0-1,0 0,0 75,0 0,0 25,0-1,0 26,0-26,0 1,25-25,-25-1,0 26,0 0,49-50</inkml:trace>
  <inkml:trace contextRef="#ctx0" brushRef="#br0" timeOffset="1.56427E6">6400 15875,'-50'-50,"100"100,-149-100,99 100,-75 0,75-1,-24 26,24 49,0-50,0-24,0-26,0 1,0 25,24-50,26 25,-25-25,24-25,-49-50,0 26,0-1,-49 50,24 0,-49 25,74 25</inkml:trace>
  <inkml:trace contextRef="#ctx0" brushRef="#br0" timeOffset="1.56487E6">6846 16024,'-99'-149,"198"298,-198-273,99 149,0-1,25-24,-25 75,50-75,-50 49,24-49,-24 50,75-50,-75 50,25-50,-25 24,0 26,0-25,0 0,-25 24,-50-49,26 0,24-49,25 24,0-50,25 1,24 24,1 1,0-1,-1 25,1 25,-25-49,-1 49</inkml:trace>
  <inkml:trace contextRef="#ctx0" brushRef="#br0" timeOffset="1.56556E6">6970 15875,'0'-25,"25"25,0 0,-25-49,0 24,0 0,-25 25,-24 0,24 0,-25 0,25 0,-24 0,49 25,0 24,0-24,0 0,0 25,0-26,25-24,-25 25,24-25</inkml:trace>
  <inkml:trace contextRef="#ctx0" brushRef="#br0" timeOffset="1.56987E6">8831 15925,'49'0,"-24"0,0 0,25 0,-50 49,0 1,-25-50,25 25,-25-25,50 0,24 0,1 0,-50 24,25-24,-25 50,0 0,0-26,-75-24,75 25,-49-25,24 0</inkml:trace>
  <inkml:trace contextRef="#ctx0" brushRef="#br0" timeOffset="1.57011E6">9277 16024,'50'25</inkml:trace>
  <inkml:trace contextRef="#ctx0" brushRef="#br0" timeOffset="1.57179E6">9947 15900,'0'-25,"-25"0,-24 25,49-49,-25 49,-25 0,1 24,-26 51,75-26,-25 1,25 24,0-49,0 0,25 25,0-50,25 0,-26 24,1-24,25 0,-25 0,-1 0,-24-49,50 49,-50-50,0-24,-25 74,25-75,-25 75,25-49,-24 49,73 0,26 0,-1 0,0 0,1 0,-26 0,1 0,0 0,24 0,-49 0,0 0,0 0,-50 0,0 25,25 24,-50-49,50 75,-49-51,49 1,0 25,0-1,25-49,-25 25,49-25,1 0,-25 0,24 0,1 0,-50-74,0 49,0 0,-25 0,0-49,-24 74,98-25,-24 25,0 0,24 0,-24 0,25 0,-1 0,1-49,0 49,-26 0,1 0,25 0,-1 0,-73 0,-1 0,0 0,25 24,-50 51,50-26,0-24,25 25,0-1,0-49,49 0,-24 0,-1 0,-24 0,-25-24,0-1,0-25,0 25,0-24,-49 24,24 25,0 0</inkml:trace>
  <inkml:trace contextRef="#ctx0" brushRef="#br0" timeOffset="1.5723E6">11411 15999,'297'-149,"-594"298,594-223,-297 123,0-24,0 0,0 0,-25 24,-24-24,-1 49,1-24,-1-25,50 24,25-49,24 0,1 0,0 0,-1 0,-24-24,25 24,-26 0,1 0</inkml:trace>
  <inkml:trace contextRef="#ctx0" brushRef="#br0" timeOffset="1.59422E6">14040 15825,'-25'0,"25"-24,0-26,25 50,0-25,-1 25,26 0,-25 0,0 0,24 0,-49 50,0-25,0 24,0 1,0-1,0 26,-49-50,24 24,0-49,-25 50,26-50,24 25,-50-25,50-50,25 50,24 25,-49 24,25-49,-25 50,0 0</inkml:trace>
  <inkml:trace contextRef="#ctx0" brushRef="#br0" timeOffset="1.59447E6">14561 15999,'0'74,"0"-148,0 198,25-124</inkml:trace>
  <inkml:trace contextRef="#ctx0" brushRef="#br0" timeOffset="1.59498E6">15032 15825,'0'-74,"0"148,-25-148,0 74,1 0,-26 50,25 24,-24-24,49-1,-25 1,25-1,0 1,0-25,74 49,-24-74,-25 0,-1 0,26 0,-25 0,-25-49,0-1,-25 50,-25 0,26 0,-1 0,0 0,25 25,50-25</inkml:trace>
  <inkml:trace contextRef="#ctx0" brushRef="#br0" timeOffset="1.5954E6">15429 15776,'0'-50,"0"100,-25-50,25 49,0 1,0 0,50-50,-26 24,26-24,-25 0,0 25,24-25,-49 50,-49-25,-26-25,50 0,1 0,-1 0</inkml:trace>
  <inkml:trace contextRef="#ctx0" brushRef="#br0" timeOffset="1.59563E6">15528 15751,'298'-25</inkml:trace>
  <inkml:trace contextRef="#ctx0" brushRef="#br0" timeOffset="1.59621E6">16074 15801,'-50'-25,"125"50,-100-25,-25 0,25 0,-24 0,49-50,0 25,25 25,-1 0,-24-49,50 49,-25 0,24 24,1 26,-50-25,0 24,0-24,0 25,-25-1,0 1,1 24,-51-24,26 0,24-50,25 24,-50-24,100 0,-1 0,1 0,24 0,1 0,-1 0</inkml:trace>
  <inkml:trace contextRef="#ctx0" brushRef="#br0" timeOffset="1.5978E6">16495 15652,'50'0,"24"0,26 0,49 0,-25 0,0 0,-50 0,-24 0,-75 0,25 49,0 1,0-25,0 24,0 26,0 24,0 0,0 25,0-25,0-24,0-50,0 24,0 1,-25-50,25 25,-25-25,-24 0,-1 0,-24 0,24-25,0 25,1 0,-26 0</inkml:trace>
  <inkml:trace contextRef="#ctx0" brushRef="#br0" timeOffset="1.59873E6">16545 15751,'0'-25,"0"0,0-24,-50 49,50 25,0-1,0 1,0 25,0-1,0 26,0-1,0 1,0-26,0 1,0-1,0-24,0 0,0 25,0-1,0-24,50-25,0 0,-26 0,51 50,-25-50,-1 0,26 0,-1 0,0 0,1 0,-26 0,1 0,-25 0,0 0</inkml:trace>
  <inkml:trace contextRef="#ctx0" brushRef="#br0" timeOffset="1.59935E6">16694 16470,'74'0,"-24"0,24 0,1 0,-26 0,1 0</inkml:trace>
  <inkml:trace contextRef="#ctx0" brushRef="#br0" timeOffset="1.60287E6">16694 15999,'0'-25,"0"75,0-25,0 24,50-49,-50 50,49-75,-24 25,25-50,-1 1,1 24,-1 25,26-50,-50 50,-1-49,1 49,-25-25,-25 50,1-25</inkml:trace>
  <inkml:trace contextRef="#ctx0" brushRef="#br0" timeOffset="1.60361E6">16843 16024,'0'-25,"0"-25,0 26,0 73,0-24,0 0,0 24,0 1,0 0,0-26,0 1,0 25,49-50,-24 0,50-25,-51 25,26-25,-25 25,24-49,-24 49,0 0,0-25,49 25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Gauss </a:t>
            </a:r>
            <a:r>
              <a:rPr lang="en-IN" dirty="0" err="1" smtClean="0"/>
              <a:t>seidal</a:t>
            </a:r>
            <a:r>
              <a:rPr lang="en-IN" dirty="0" smtClean="0"/>
              <a:t> METHOD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By</a:t>
            </a:r>
          </a:p>
          <a:p>
            <a:r>
              <a:rPr lang="en-IN" dirty="0" smtClean="0"/>
              <a:t>Doyel Sarkar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4257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SOLVE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487" y="3071019"/>
            <a:ext cx="3400425" cy="192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178560" y="124920"/>
              <a:ext cx="7930080" cy="449208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9200" y="115560"/>
                <a:ext cx="7948800" cy="451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8065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142920" y="169560"/>
              <a:ext cx="8001360" cy="609948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560" y="160200"/>
                <a:ext cx="8020080" cy="611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6267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44</TotalTime>
  <Words>7</Words>
  <Application>Microsoft Office PowerPoint</Application>
  <PresentationFormat>On-screen Show (4:3)</PresentationFormat>
  <Paragraphs>4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Opulent</vt:lpstr>
      <vt:lpstr>Gauss seidal METHOD</vt:lpstr>
      <vt:lpstr>SOLVE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Gauss seidal METHOD</dc:title>
  <dc:creator>UEM</dc:creator>
  <cp:lastModifiedBy>UEM</cp:lastModifiedBy>
  <cp:revision>2</cp:revision>
  <dcterms:created xsi:type="dcterms:W3CDTF">2006-08-16T00:00:00Z</dcterms:created>
  <dcterms:modified xsi:type="dcterms:W3CDTF">2021-02-17T08:46:13Z</dcterms:modified>
</cp:coreProperties>
</file>