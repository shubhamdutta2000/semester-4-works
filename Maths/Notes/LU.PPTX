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8:48:30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9228 1439,'0'0,"0"-25,0 0,0-25,0 100,0 24,-50 50,50 1,-74 23,24 1,50-50,-74 1,74-76,0-48,24-51,26-49,0-25,-1 1,-24 23,25-23,-1 24,-49 74,50 25,-50 0,25 75,-25 0,49 49,-49-25,0 25,0-24,25-25,-25-1,0 1,50-25,-50-1,0 26,0-25</inkml:trace>
  <inkml:trace contextRef="#ctx0" brushRef="#br0" timeOffset="172.0603">8955 1811,'0'0,"0"-25,25 25,49-50,0 50,1-24,-1 24,-24 0</inkml:trace>
  <inkml:trace contextRef="#ctx0" brushRef="#br0" timeOffset="771.976">9997 769,'0'0,"24"-50,-24 26,25 24,-25-25,-49 25,-1 25,0-25,1 49,24-49,0 0,25 25,-25-25,25 25,0 24,0 1,0 0,0 24,0 25,25 25,-25 50,0 24,0 26,0 24,0-25,0-25,0 26,0 48,0-73,50-26,-50-24,49-50,-49-24,100-25,-26-26,0-24,-49 0,25-24,49-51,0 1,50-1,50-24,-26 0</inkml:trace>
  <inkml:trace contextRef="#ctx0" brushRef="#br0" timeOffset="1680.138">11237 868,'0'-49,"0"24,0 0,0-25,0 26,25 24,49-25,-24 25,24-75,1 75,-26-49,26 49,-26-50,-24 50,0-25,24 25,-24 0,0 0,25 0,-1 25,1 50,-50-26,49 26,1 24,-50 50,0-1,50 100,-50 25,0 25,0 24,0 75,0-173,49-51,1-49,-25-49,-25-26,49 1,-49-25,-25-25,-49 0,-75 0,-49 0,24 49,-24 1</inkml:trace>
  <inkml:trace contextRef="#ctx0" brushRef="#br0" timeOffset="2811.4196">13618 1091,'0'0,"0"-24,0-1,0-25,0 25,0 1,0 98,0 25,0 0,0 50,0-25,0-25,0-49,0 0,0-75,0 0,25-25,-25 1,0 24,74-25,1-24,-1 74,-49 0,49 0,-49 50,-25-1,0 1,0-25,-49 24,-1-24,0-25,-24 50,49-50,0 0,-24 0,49-25,0-25,25 50</inkml:trace>
  <inkml:trace contextRef="#ctx0" brushRef="#br0" timeOffset="3000.8434">14189 1215,'0'0,"0"-24,74 24,-24 0,-1 0</inkml:trace>
  <inkml:trace contextRef="#ctx0" brushRef="#br0" timeOffset="3150.4413">14263 1389,'0'0,"25"0,74-50,-25 50,-24-49</inkml:trace>
  <inkml:trace contextRef="#ctx0" brushRef="#br0" timeOffset="3733.9412">14958 546,'0'0,"0"-25,0-25,-25 50,-25 0,1 25,24-25,-25 25,1-25,49 74,0-24,49 0,-49-1,25 26,-25 24,50 50,-50 24,0 50,0 50,0 50,0-50,0-50,0-49,49-26,-49-73,50-26,-50 1,49-25,1 24,0-49,-1-24,1-1,-1-25,1 25,-50 1,25-26,-25 25,0 0,0-24</inkml:trace>
  <inkml:trace contextRef="#ctx0" brushRef="#br0" timeOffset="4632.1529">15330 670,'0'0,"0"-50,-25 50,25-25,25 25,-1-24,1 24,25-50,-25 50,24-25,-24 25,0 0,-25-50,49 50,1 0,-50 25,25-25,-25 75,25-26,-25 26,49 24,-49 75,0 98,0 76,0-51,0 1,0-75,50-49,-50-25,0-75,0 1,0-51,0 1,0-50,-50 25,50-24,-24 24,-1 0</inkml:trace>
  <inkml:trace contextRef="#ctx0" brushRef="#br0" timeOffset="5880.2647">16644 1563,'0'-25,"25"25,-25-25,25 25,-25 25,0 0,0 24,0-24,-25 0,25 25,-74-50,49 0,25 24</inkml:trace>
  <inkml:trace contextRef="#ctx0" brushRef="#br0" timeOffset="6051.1481">16471 1067,'0'0,"0"-25,0 50,-25 49</inkml:trace>
  <inkml:trace contextRef="#ctx0" brushRef="#br0" timeOffset="6569.4555">12973 2009,'0'0,"0"-25,0 75,0-25,0 24,0 26,0-1,0 1,0-26,0-24,-49-25</inkml:trace>
  <inkml:trace contextRef="#ctx0" brushRef="#br0" timeOffset="6728.2617">12775 1488,'0'0,"0"-25,-25 25,50 0,0 25,24 0</inkml:trace>
  <inkml:trace contextRef="#ctx0" brushRef="#br0" timeOffset="7474.539">18083 918,'0'0,"0"-50,0 125,-74 24,-1 25,-24 25,25-25,-1-25,50-25,25-49,-25-25,25 25</inkml:trace>
  <inkml:trace contextRef="#ctx0" brushRef="#br0" timeOffset="7709.4086">17636 1116,'0'0,"-49"-25,49 1,74 48,-49 1,25 74,-1-24,26 49,-1-50,-24 25,24-49,-24 0,-1-1,1-49,-25 50</inkml:trace>
  <inkml:trace contextRef="#ctx0" brushRef="#br0" timeOffset="7903.8376">18505 1364,'0'0,"0"-49,24 49,1-25,25 25,24 0,-24 0</inkml:trace>
  <inkml:trace contextRef="#ctx0" brushRef="#br0" timeOffset="8062.2042">18529 1563,'0'0,"50"0,0-50,-1 50,1-25</inkml:trace>
  <inkml:trace contextRef="#ctx0" brushRef="#br0" timeOffset="8612.2124">19323 347,'-49'-25,"24"25,0 0,0 0,-24 0,24 0,0 0,-25 0,26 0,-1 0,-25 25,50 25,25-50,-25 49,50-24,-26 25,-24 24,50 26,-50 24,0 74,50 75,-50-25,0-25,0-24,0-1,0 0,0 1,49-50,1-75,-25 1,24-1,1-49,-1 24,26-49,-26 0,1 0,0 0,-26 0,1 0,25-74,-25 74,24-74</inkml:trace>
  <inkml:trace contextRef="#ctx0" brushRef="#br0" timeOffset="9257.9834">19670 496,'0'0,"0"-50,0 100,0 25</inkml:trace>
  <inkml:trace contextRef="#ctx0" brushRef="#br0" timeOffset="9425.1617">19794 1141,'25'0,"0"0</inkml:trace>
  <inkml:trace contextRef="#ctx0" brushRef="#br0" timeOffset="9574.0467">19919 1538</inkml:trace>
  <inkml:trace contextRef="#ctx0" brushRef="#br0" timeOffset="9726.7324">19919 1885,'0'25</inkml:trace>
  <inkml:trace contextRef="#ctx0" brushRef="#br0" timeOffset="9882.3124">19993 2232,'0'0,"50"0</inkml:trace>
  <inkml:trace contextRef="#ctx0" brushRef="#br0" timeOffset="10040.8928">20142 2381</inkml:trace>
  <inkml:trace contextRef="#ctx0" brushRef="#br0" timeOffset="11309.9946">20092 248,'0'-50,"-25"50,25-24,25 24,0 0,25 0,-1 0,1 0,-25 0,-1 0,-24 49,0 1,50-1,-50 26,25 24,-25 75,49 74,-49 0,0 49,0 26,0 49,75-74,-75-75,0-25,74-49,-74-50,0-24,25-1,-25-49,0 0,-25-25,-24 0,-1 0,-24 0,-1 0,-24 0,-25 74,50-74,24 50,25-50</inkml:trace>
  <inkml:trace contextRef="#ctx0" brushRef="#br0" timeOffset="15248.113">18405 4142,'0'-74,"0"99,-49 24,49 26,-50 24,1 50,49 0,-50-75,50-24,-25-26,75-48,-1-51,1-24,-25 25,-25-50,74 0,-74 24,50 1,-50 0,0 49,0 26,0-26,25 50,-25-25,24 25,-24 50,75 24,-75 50,74 25,-74 0,50-25,-50-25,25-25,-25-49,0 0,24-25,-24-25,0 0</inkml:trace>
  <inkml:trace contextRef="#ctx0" brushRef="#br0" timeOffset="15420.3125">18232 4514,'0'0,"0"-24,25 24,49 0,0 0,26 0,-1-75,0 75,25-25</inkml:trace>
  <inkml:trace contextRef="#ctx0" brushRef="#br0" timeOffset="15734.2862">19298 3994,'0'-50,"0"0,-24 100,24 0,-75 49,26 50,-1-25,0-25,26-25,24-24,-50-1</inkml:trace>
  <inkml:trace contextRef="#ctx0" brushRef="#br0" timeOffset="15944.7231">18951 4142,'0'0,"0"-49,0 24,25 50,-25 49,74 50,-24-25,0 25,-26-49,26-1,-25-24,24 24,-24-49,50-25</inkml:trace>
  <inkml:trace contextRef="#ctx0" brushRef="#br0" timeOffset="16122.7731">19571 4242,'0'0,"25"0,25-25,-26 25,1 0,50 0,-51 0</inkml:trace>
  <inkml:trace contextRef="#ctx0" brushRef="#br0" timeOffset="16281.4741">19596 4514,'0'0,"99"0,-49 0,24 0,26-74,-1 49</inkml:trace>
  <inkml:trace contextRef="#ctx0" brushRef="#br0" timeOffset="16813.9639">20365 3795,'0'0,"0"-49,0 98,0 26,25 24,-25-25,49 1,-49-1,25-24,-25-1,0-24,25-25,-25 50,0-75,0 0,50 0,-50-24,24 24,-24 0,50 25,0-74,-26 74,26 0,0 0,-50 49,49-24,-49 0,0 24,0-24,-25 0,-24 25,24-50,-25 0,1 0,-1 0,25 0,25-25,0-25</inkml:trace>
  <inkml:trace contextRef="#ctx0" brushRef="#br0" timeOffset="17016.3255">20911 4192,'0'0</inkml:trace>
  <inkml:trace contextRef="#ctx0" brushRef="#br0" timeOffset="18036.3431">19249 5110,'0'-25,"-25"25,0 0,25-25,0 75,0 24,50 1,-50-1,25 25,-25-49,49 49,-49-49,0-26,0 26,25-50,-25 25</inkml:trace>
  <inkml:trace contextRef="#ctx0" brushRef="#br0" timeOffset="18462.8767">19249 5556,'0'0,"0"-49,0 73,0 1,0 0,49 25,-49 24,25-49,25 0,-25-25,-25-25,49-25,-49 25,0-24,50-1,-50 25,25 1,24-51,-24 75</inkml:trace>
  <inkml:trace contextRef="#ctx0" brushRef="#br0" timeOffset="19041.7523">19150 5507,'-50'0,"75"0,0 24,24 26,1-25,-25 24,24-24,-24 0,25 25,-26-50,1 0,25-50,-50-24</inkml:trace>
  <inkml:trace contextRef="#ctx0" brushRef="#br0" timeOffset="22063.3656">18083 3894,'0'-24,"-25"24,25-25,-25 25,25-25,0 50,0 0,0-1,0 1,0 50,25-150,-25 1,99-1,-49-24,0-25,-1 0,26 50,-51 24,-48 75</inkml:trace>
  <inkml:trace contextRef="#ctx0" brushRef="#br0" timeOffset="22350.9894">18207 3597,'0'49,"0"1,0 0,0-1,0-24,0 25,50-50,-1 0,26 0,-26-100,50 26,-24-1,24 1,50-25,0 24,24 1</inkml:trace>
  <inkml:trace contextRef="#ctx0" brushRef="#br0" timeOffset="23001.1741">20985 3671,'0'-50,"0"26,-49-1,49 50,0-1,24 26,-24 0,25-25,25-1,-1-24,26-24,-26-1,1-50,0 26,24-1,-24-24,-1 24,1 25,-1-24,-98 98</inkml:trace>
  <inkml:trace contextRef="#ctx0" brushRef="#br0" timeOffset="23352.4245">21258 3497,'0'-24,"-50"24,50 49,0 1,0 24,0 1,0-50,25-1,0-24,-25 50,25-50,24-25,1 0,0-24,-1 24,1-25,-50 25,49-24,1-1,-50 25,25 25</inkml:trace>
  <inkml:trace contextRef="#ctx0" brushRef="#br0" timeOffset="29800.828">4961 6995,'-49'0,"24"0,25 25,-25-25,50 0,24 0,1 0,49-25,-49 25,24 0,1 0,-1 0,-49 0</inkml:trace>
  <inkml:trace contextRef="#ctx0" brushRef="#br0" timeOffset="32177.3175">6226 7045,'-24'0,"-1"0,0 0,75 0,24 0,25-25,50 25,-25-25,74 25,-74 0,-24-50,-51 50,-24 0,25 0,-50-49,-25 49,25 25</inkml:trace>
  <inkml:trace contextRef="#ctx0" brushRef="#br0" timeOffset="33017.1147">6202 7045,'0'0,"0"-25,74-25,0 50,26-49,48 49,-48 0,-1-25,-25 25,1 0,-51 0,26 0,-75 0</inkml:trace>
  <inkml:trace contextRef="#ctx0" brushRef="#br0" timeOffset="55159.2972">6474 5680,'-49'0,"24"0,75 0,-1 0,26 0,49-49,-25 49,-25-50,-24 50,-25 0,49 0,-99 25</inkml:trace>
  <inkml:trace contextRef="#ctx0" brushRef="#br0" timeOffset="55489.3868">6648 5705,'0'0,"25"0,24 0,26 0,-26 0,1 0,-25 0,24 0,-73 0</inkml:trace>
  <inkml:trace contextRef="#ctx0" brushRef="#br0" timeOffset="82894.4422">19026 5209,'0'0,"-50"0,-24 50,24-50,25 0,-25 24,26-24,-1 0,-25 0,100 0,24 0,26-74,48 0,26-1,0 26,74-1,25 0,-50 1,25-1,-124 50,-25-50</inkml:trace>
  <inkml:trace contextRef="#ctx0" brushRef="#br0" timeOffset="83222.69">19224 5358,'0'0,"-50"0,26 49,-26-49,75 0,24-24,51-1,48-50,1-24,25 25,24-1,-49 51,-50 24,-49 0,-50-50,-25 50,0 25,1-25</inkml:trace>
  <inkml:trace contextRef="#ctx0" brushRef="#br0" timeOffset="87685.731">7045 10914</inkml:trace>
  <inkml:trace contextRef="#ctx0" brushRef="#br0" timeOffset="90642.0524">5631 13692,'0'-49,"-25"49,25 74,0 50,0 25,0 49,0-24,0-75,-49 25,49-74,0-25,0-1,-50-24</inkml:trace>
  <inkml:trace contextRef="#ctx0" brushRef="#br0" timeOffset="91039.9882">5408 14560,'0'0,"0"-49,0 24,0 75,0-1,49 26,-49-26,25 1,-25-25,0-1,25-24,25 0,-26-49,26-26,0 26,-1-1,26 50,-51-25,26 25</inkml:trace>
  <inkml:trace contextRef="#ctx0" brushRef="#br0" timeOffset="91358.1378">5681 14982,'-25'0,"25"25,0 24,-50 26,50 24,-49 25,49-25,-25-24,25-26,-50 1,50 0,-25-50,25-25</inkml:trace>
  <inkml:trace contextRef="#ctx0" brushRef="#br0" timeOffset="91653.9224">5358 15354,'-49'-50,"98"100,-98-124,73 74,51 0,-26 49,1 1,49 24,-49-49,-1 50,1-51,24-24,-49 50,0-50</inkml:trace>
  <inkml:trace contextRef="#ctx0" brushRef="#br0" timeOffset="103625.3021">844 6672,'-25'0,"25"50,25 24,-25 1,25-50,-25 0,24-25,26 0,0-25,-26 0,26-50,-25 26,49-1,-24-24,-1 24,1 1,-25 24,24-50,1 51,-50 73,-74 26,49-26,0 1</inkml:trace>
  <inkml:trace contextRef="#ctx0" brushRef="#br0" timeOffset="104341.4248">1092 6722,'0'0,"0"-50,0 26,0-1,-25 25,25 25,0 24,25-24,-25 25,49-1,-49-24,25 0,25-25,-50-25,25-25,-25 26,49-1,-24-50,0 75</inkml:trace>
  <inkml:trace contextRef="#ctx0" brushRef="#br0" timeOffset="109016.4072">744 12129,'0'0,"0"-49,0 24,-24 25,24 25,24-25,-24 49,25-49,-25 25,50-25,-25 0,24-25,26-24,-50 24,-25-25,49 26,-49-1,50-25,-50 25,49 25,-49 25,-24-25,24 75</inkml:trace>
  <inkml:trace contextRef="#ctx0" brushRef="#br0" timeOffset="109575.9531">993 12055,'0'25,"0"0,24 24,-24-24,50 0,-50 49,25-74,0 0,-25-49,49-1,-49 25,50-24,-50 24,74-25,-74 25,50 25,-50-24,49 24</inkml:trace>
  <inkml:trace contextRef="#ctx0" brushRef="#br0" timeOffset="113613.0857">546 13246,'0'0,"0"-50,0 75,0 25,0-1,25-49,-25 50,49-50,-49 25,25-25,-25 49,25-49,25 0,-50-25,24-24,-24-1,50 1,0-26,-25 1,24-1,1 26,-25-1,-1 50,-24-25,0 50,0 0,0 24,-24-49</inkml:trace>
  <inkml:trace contextRef="#ctx0" brushRef="#br0" timeOffset="114114.7851">844 13171,'0'50,"0"24,0-49,25 25,-25-1,49-49,-24-24,25-51,-50 50,99-49,-74 24,24 25,-24 25,-25-49,50 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19T08:51:45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10964 3696,'-50'25,"50"0,-49 24,49-24,-25 0,25 24,-50-24,50 0,-24 25,24-1,-25-49,25 25,0-75</inkml:trace>
  <inkml:trace contextRef="#ctx0" brushRef="#br0" timeOffset="801.3464">11063 3646,'-49'0,"49"25,0 25,0-1,0 1,0-25,24 24,-24-24,25 0,-25 25,50-50</inkml:trace>
  <inkml:trace contextRef="#ctx0" brushRef="#br0" timeOffset="1357.5402">10790 3894,'25'0,"0"0,0 0,49 0,-49 0</inkml:trace>
  <inkml:trace contextRef="#ctx0" brushRef="#br0" timeOffset="2646.6019">11435 3696,'25'0,"25"74,-1-49,1 25,24 24,-24-24,0-1,-1-24,1 25,-1-50,-49 25</inkml:trace>
  <inkml:trace contextRef="#ctx0" brushRef="#br0" timeOffset="3233.8814">11857 3721,'0'-50,"0"25,0 50,-50 25,-24 49,0 0,-26-24,26 24,24-50,1 1,-1 24,25-49,-24 0,98-25</inkml:trace>
  <inkml:trace contextRef="#ctx0" brushRef="#br0" timeOffset="4618.5435">12403 3919,'49'0,"1"0,0 0,-1-25,26 25,-26 0,-24 0,25 0</inkml:trace>
  <inkml:trace contextRef="#ctx0" brushRef="#br0" timeOffset="4853.4046">12403 4068,'24'0,"51"0,-25 0,-1 0,26 0,-1 0,25 0,0 0,-24 0</inkml:trace>
  <inkml:trace contextRef="#ctx0" brushRef="#br0" timeOffset="5419.8776">13246 3572,'0'0,"0"-25,0 75,-25 24,25 25,-49 50,49-25,-50 25,50-75,0-24,0-25,0 24,0-123</inkml:trace>
  <inkml:trace contextRef="#ctx0" brushRef="#br0" timeOffset="6029.2452">13122 4068,'0'0,"50"-25,-26 25,26 0,49 0,-49 0,-50 25,49-25,-49 50,0-26,0 51,0-26,0 1,-24-50,24 25,-50-25,25 49,0-49,-24 0,24 0,0 0,0 0,-24 0,24 0,25-24</inkml:trace>
  <inkml:trace contextRef="#ctx0" brushRef="#br0" timeOffset="8273.1767">10220 5730,'0'-25,"0"0,0-24,0 98,-50 26,1 49,-1-25,50-25,-50 26,50-51,-49 1,49-25,0 24,-25-49,25-25,25-24,-25 24</inkml:trace>
  <inkml:trace contextRef="#ctx0" brushRef="#br0" timeOffset="8744.4429">10121 5804,'0'-25,"0"1,24-26,-24 25,50 25,-25 50,0-1,-25 26,49 24,-49 0,0 25,0-49,50-26,-50-24,0 0</inkml:trace>
  <inkml:trace contextRef="#ctx0" brushRef="#br0" timeOffset="9137.3934">10096 6127,'49'0,"125"-75,-124 75,-1-24,1 24,0-50</inkml:trace>
  <inkml:trace contextRef="#ctx0" brushRef="#br0" timeOffset="9601.1592">10741 5928,'49'0,"1"0,0-24,-1 24,26 0,-51 0,1 0,0 0</inkml:trace>
  <inkml:trace contextRef="#ctx0" brushRef="#br0" timeOffset="9766.7109">10865 6127,'0'0,"74"0,25-25,1 25,-26 0</inkml:trace>
  <inkml:trace contextRef="#ctx0" brushRef="#br0" timeOffset="10994.7876">11807 5333,'0'-25,"-24"25,-26 0,0 0,1 0,24 0,0 0,-24 0,-1 0,50 25,0 0,0 24,0 1,0 0,0-1,0 1,0 24,-25 25,25 50,0-49,0-1,0 50,0-25,-49 24,49-48,0-1,0 0,0 0,0-24,0-1,0-24,0 24,0 1,0-1,0 0,0 1,0-26,0 26,0-50,0-1,0 26,0 0,0-1,0-24,0 0,24-25,26 0,0 0,24 0,-24 0,24 0,0 0,1 0,24 0,-25-50,-24 50,0 0</inkml:trace>
  <inkml:trace contextRef="#ctx0" brushRef="#br0" timeOffset="33516.0829">11857 5606,'0'25,"0"-50,0 50,0-50,0-25,0 25,25 1,24 24,-24 0,0 0,25 0,-50 49,24 26,-24-26,0 1,0-25,0-1,0 26,0-25,-74 25,24-1,1-24,24-25,75 0,-1 0,100 0,-75 0,-24 0,24-50</inkml:trace>
  <inkml:trace contextRef="#ctx0" brushRef="#br0" timeOffset="34714.6645">13693 5631,'24'0,"1"0,25 24,-25-24,24 0,-24 0,25 0,-1 0,-24 0,0 0</inkml:trace>
  <inkml:trace contextRef="#ctx0" brushRef="#br0" timeOffset="35299.4393">14536 5358,'0'-25,"-25"25,-74 74,74-49,25 25,-50-1,50 26,0-26,0 1,0 0,0-26,0 1,25 25,50-50,-51 0,1 0,0 0,-25-25,75 25,-75-50,0 1,-25 24,0 25,0 0,-49 0,49 0,0 0,0 0</inkml:trace>
  <inkml:trace contextRef="#ctx0" brushRef="#br0" timeOffset="36962.3955">15999 5581,'25'0,"0"0,0 0,24-50,-24 50,-25-49,25 24,-25 0,0-49,0 49,0 0,-50-24,1 49,24 0,0 0,0 0,25 24,-49 1,49 25,0-25,0 24,0-24,0 25,0-26,25-24,-25 50,24-50,-24 25,25 0,-25 24,50-24,-50 0,0 24,0-24,-50-25,25 0,-24 0,-1-25,25 25,25-24,-49 24,49-25,0 0,25 25,-25-74,74 74,-49-50,0 50,24-25,1 25,-50-49,49 49,1-25</inkml:trace>
  <inkml:trace contextRef="#ctx0" brushRef="#br0" timeOffset="38938.6933">12080 6449,'-25'0,"1"0,-1 0,0 0,-25 0,26 0,24 50,0 24,0-49,0 0,0 24,0-24,-25-25,25 25,25-25,24 0,-24 0,25 0,-1 50,26-1,-51 1,-24 0,0-26,-49 1,24-25,0 0,0 0,-24 0,24 0</inkml:trace>
  <inkml:trace contextRef="#ctx0" brushRef="#br0" timeOffset="40074.1808">14114 6524,'0'0,"-25"0,1 0,-51 0,26 0,24 0,0 0,0 0,-24 0,73-25,26-25,0 1,-1-26,-24 50,0 1,-25-26,49 50,-49 74,0 26,0 48,0-48,0-1,0-25,0 1,0-26,25 1,-25 0,25-50</inkml:trace>
  <inkml:trace contextRef="#ctx0" brushRef="#br0" timeOffset="41382.8355">15602 6697,'-24'0,"-1"0,25 25,-25-25,50 0,24 0,1 0,25 0,-1 0,-24 0,-1 0,-24 0</inkml:trace>
  <inkml:trace contextRef="#ctx0" brushRef="#br0" timeOffset="42088.471">16148 6474,'50'0,"-1"0,-24 0,0 50,-25-1,0-24,0 25,0 24,0-49,0 0,-50-25,1 49,24-49,75 0,-26 0,1 75,-25-50,0 49,0-49,0 24,-25 1,-24-50,24 25,-74-25,-25 0,74 0,1 0,24 0</inkml:trace>
  <inkml:trace contextRef="#ctx0" brushRef="#br0" timeOffset="43623.4131">12006 7417,'25'0,"-25"-25,24 25,26-50,0 50,-1 0,-24 0,25 0,-50 75,0-1,0-49,-50-25,50 49,-25-49,0 0,125 0,-51 50,-24 24,-25-24,0-25,0 0,-25-25,-24 0,24 0,0 0,-25 0,50-25,0-25</inkml:trace>
  <inkml:trace contextRef="#ctx0" brushRef="#br0" timeOffset="44965.337">14164 7466,'0'-49,"0"73,0 26,0 24,-50 26,50-1,0-50,0-24,0 25,0-75</inkml:trace>
  <inkml:trace contextRef="#ctx0" brushRef="#br0" timeOffset="46468.1955">15454 7665,'24'0,"-24"24,0-48,50 24,0 0,-1 0,1 0,0 0,-26 0,-24 49,0 1,0-1,0 1,0-25,0 0,-24 24,-26-24,25-25,25 50,-25-50,25 25,-49-25,73 0,51 0,-1 0,26 0,24-25,-25 25,25-75,-25 75,-49-25</inkml:trace>
  <inkml:trace contextRef="#ctx0" brushRef="#br0" timeOffset="48637.2096">16471 5259,'49'0,"-24"0,0 0,49 0,1 0,-26 0,-49 49,0 1,0 24,0 1,-24 49,24 49,0-49,0 25,0-25,0 25,-50 0,50 148,-50-123,50-25,-74 74,74 0,-75 1,75-76,0 1,0-49,0-26,0-24,0-26,-49-24,-1 0,25 0,-24 0,-50 0,-100 0</inkml:trace>
  <inkml:trace contextRef="#ctx0" brushRef="#br0" timeOffset="53986.5761">17488 6921,'0'-25,"0"0,49 25,-24 0,0 74,-25-24,0 0,0 24,0-49,0 24,0 1,0-25,-50 24,1-49,24 0,0-24,25-1,0 0</inkml:trace>
  <inkml:trace contextRef="#ctx0" brushRef="#br0" timeOffset="54574.003">17488 6548,'0'0,"0"-24,0-1</inkml:trace>
  <inkml:trace contextRef="#ctx0" brushRef="#br0" timeOffset="56424.2948">18480 6152,'0'49,"25"1,24 24,1 1,-1 24,26-25,-1 25,-49-24,25-26,-50 1,49-25,-49 0,0 24,-24-73</inkml:trace>
  <inkml:trace contextRef="#ctx0" brushRef="#br0" timeOffset="57090.0399">18902 6350,'0'0,"0"-50,0 26,0-1,0 0,0 50,-50 49,-25 50,-24 25,25 25,24-50,1-50,49-24,-25-25,25 24,25-98</inkml:trace>
  <inkml:trace contextRef="#ctx0" brushRef="#br0" timeOffset="57539.6167">19348 6598,'0'-25,"25"25,0 0,24 0,-24 0,0 0,24 0,-24 0,0 0</inkml:trace>
  <inkml:trace contextRef="#ctx0" brushRef="#br0" timeOffset="57728.1099">19199 6871,'50'0,"-25"0,49 0,-24 0,49-50</inkml:trace>
  <inkml:trace contextRef="#ctx0" brushRef="#br0" timeOffset="59056.3289">20092 5383,'-25'0,"1"0,-26 0,0 0,1 0,24 0,25 49,0-24,0 25,0 24,0 0,0 75,0 0,50 74,-50-74,0 50,0-1,49 25,-49 1,0-26,0-24,50-1,-50-24,0 0,74 0,-74-50,0 0,50 25,-50-49,25-1,-25-49,0 24,49-49,1-24,-1 24,26-25,24 25,25 0,-50-50,1 50</inkml:trace>
  <inkml:trace contextRef="#ctx0" brushRef="#br0" timeOffset="66420.8215">20315 5904,'0'-25,"0"0,0-25,50 50,-25 0,0 0,-25 25,49-25,-49 25,25 25,-25-1,0 26,0-26,-50 26,26-51,24-48,0-26,0 0,24 50,-24-24,50-1,-50-25,25 50,-25-25,49 1,-49-26,0 25,0 100,-24-75,24 49,0-24,0 0,0 24,0 1,0-25,24-25,1 0,25 0,-25 0,-1 0,26 0</inkml:trace>
  <inkml:trace contextRef="#ctx0" brushRef="#br0" timeOffset="67668.329">20563 6747,'0'25,"0"49,50-74,-50 50,50-50,-26 0,1 0,0 0,-25-25,50 0,-50 0,0-24,0-26,0 50,0 100,0-26,0 1,0 0,24 24,-24 25,0-24,0-1,0 1,50-1,-50-49,0 0,0 24,0 1,-74-50,74-50,-75 25,75-24,-74-1,74 25,-25-24,25 24,0 0,50-49,-1 74,26-25,-1 25</inkml:trace>
  <inkml:trace contextRef="#ctx0" brushRef="#br0" timeOffset="68295.7136">20737 7789,'0'24</inkml:trace>
  <inkml:trace contextRef="#ctx0" brushRef="#br0" timeOffset="68948.9661">20762 7813,'0'0,"49"0,-24 0,0 0,0 0,25 0,-26 0,1 0,-25 75,-25-26,25 26,-49-25,49-1,-25 1,25-1,0 1,-50-25,50 0,0 24,25-49,25-25,-1 25,1-24,-25 24,24-50,-24 50</inkml:trace>
  <inkml:trace contextRef="#ctx0" brushRef="#br0" timeOffset="69190.3209">20787 8136,'-25'-50,"50"50,49-24,-24 24,-1 0,1 0,-25 0</inkml:trace>
  <inkml:trace contextRef="#ctx0" brushRef="#br0" timeOffset="81519.8542">20712 5383,'0'0,"50"0,-25 0,-1 0,1 0,25 0,-25 0,0 0,24 0,-24 0,0 74,-25-24,0 24,74-24,-74-1,25 1,-25-1,50 26,-50-25,0-1,24 1,-24-1,50 26,-50 49,0-25,25-25,-25 1,0-26,49 1,-49 0,0-1,0 1,0-1,0 1,0 0,25 74,-25-25,50-49,-50-1,0-24,0 0,0 24,25 1,-25 24,0-24,0 0,49-1,-49 1,0-1,25 26,-25-26,50-24,-50 0,0 25,0-26,24 1,-24 25,0-25,0 24,0 1,0 0,0-1,0-24,-24-25,-1 74,-50-24,-49 49,-24 25,-26 25,25-50,0 0,0-24,-49-100</inkml:trace>
  <inkml:trace contextRef="#ctx0" brushRef="#br0" timeOffset="92127.3057">17240 2803,'0'-50,"0"26,0-1,0 0,0-25,24 50,-24-25,25 100,-25-25,50 24,-50 0,0 1,49-1,-49-24,0-1,0 1,25 0,-25-26,0 1,25-25,-25-25,0-24,50-50,-26 49,-24 25,50 25,-25 0,0 0,24 0,1 0,-50 50,50-1,-50 1,0 0,-75-1,25-49,1 50,-1-50,1 0,24 0,-25 0,25-25,25 0,0 0,50 25,0 0</inkml:trace>
  <inkml:trace contextRef="#ctx0" brushRef="#br0" timeOffset="92550.9814">18133 2927,'0'-25,"24"-24,51 24,-50 25,-1-50,26 50,-25 0,0-25,49 25</inkml:trace>
  <inkml:trace contextRef="#ctx0" brushRef="#br0" timeOffset="92732.495">18133 3150,'74'-25,"-24"25,-1-24,1 24,-1-25,26 25,-50 0,-1-75</inkml:trace>
  <inkml:trace contextRef="#ctx0" brushRef="#br0" timeOffset="93834.5184">18777 1736,'0'0,"0"-24,-49 24,-1 0,1 0,-1 0,25 0,0 0,-24 0,49 24,0 51,0-50,0-1,0 1,0 50,0-26,0 50,49 25,-24-49,-25 49,0-25,50 25,-50 50,49-1,-49-24,0-50,50 1,-50-26,50 0,-50 1,0-26,49 1,-49 0,50-1,-50 26,74 24,-74-25,50 1,-50 24,50-25,-50 1,0-26,0-24,24-25,-24 50,0-25,50-25,0 0,24 0,50 0,-25 0,0-75,50 26,-25-1,-24 0,-1 26,-74-26</inkml:trace>
  <inkml:trace contextRef="#ctx0" brushRef="#br0" timeOffset="96045.115">18926 2009,'0'-49,"0"24,0 0,50 25,-25 25,-25 0,0 49,0-24,0-26,0 26,-50 0,50 24,-25-49,50-25,0-25,49 25,-24-50,24 50,1-24</inkml:trace>
  <inkml:trace contextRef="#ctx0" brushRef="#br0" timeOffset="96813.0544">19819 1885,'0'-49,"-25"49,-24 24,24-24,0 0,-24 25,24-25,-25 50,50-75,25-74,0 99,-25-50,49 50,-49-49,25-1,-25 25,25 25,-25 50,0 24,50 25,-50 1,0-1,49 0,-49-49,25 24,-25-49,0 0</inkml:trace>
  <inkml:trace contextRef="#ctx0" brushRef="#br0" timeOffset="97823.7">19546 2977,'-24'0,"24"-25,0-25,0 1,0 24,24 0,26 25,0 0,-26 0,26 0,-50 50,0-26,0 26,0-25,0 0,0-1,0 26,-25-25,-24 24,49 1,24-50,26-25,-25 25,24-25,51 25,-100-24</inkml:trace>
  <inkml:trace contextRef="#ctx0" brushRef="#br0" timeOffset="98422.6088">19546 3845,'0'-50,"0"25,0 50,0 25,0-25,0-1,0 26,0 24,0-49,25-25,-25 50,50-50</inkml:trace>
  <inkml:trace contextRef="#ctx0" brushRef="#br0" timeOffset="98901.8634">19919 3497,'0'0,"0"-24,0 73,0 26,0-1,-50-24,50 24,0-24,0-25,0-1,0 26,50-50,-26 0,26 0,0-25,-50 0,0 1,-25-26,0 50,0 0,-24 0,24 25</inkml:trace>
  <inkml:trace contextRef="#ctx0" brushRef="#br0" timeOffset="100192.991">19968 1488,'0'-49,"25"49,25-25,-26 25,1 0,-25-50,50 50,-50 50,0 24,25 25,-25 26,99 48,-99 75,74-49,-74 24,75 25,-26 0,-49 0,75 25,-75-75,49-24,-49-75,0-24,0-1,0-49,0 0,0-1,-99-24,0 0,0 0,-25 50,24-50,26 74</inkml:trace>
  <inkml:trace contextRef="#ctx0" brushRef="#br0" timeOffset="105316.9437">1712 9748,'0'-25,"0"50,-25 50,25 24,-74 25,74-25,-75 0,75-49,0-25,-25-25,25 25</inkml:trace>
  <inkml:trace contextRef="#ctx0" brushRef="#br0" timeOffset="105788.6815">1637 9947,'0'-25,"0"0,0-25,0 1,25 49,-25-50,0 1,0 24,0 0,50 25,-50 25,25 0,-25 49,49 0,-24 125,-25-100,50 75,24-75,-74-49,25-26,-25 1,25-25</inkml:trace>
  <inkml:trace contextRef="#ctx0" brushRef="#br0" timeOffset="106128.8039">1662 10319,'0'-50,"0"25,25-24,49 49,26-50,-26 50,25 0,-24 0,-26-25</inkml:trace>
  <inkml:trace contextRef="#ctx0" brushRef="#br0" timeOffset="106432.9899">2406 10021,'50'-50,"-25"50,24 0,1-24,0 24,-26 0</inkml:trace>
  <inkml:trace contextRef="#ctx0" brushRef="#br0" timeOffset="106614.5039">2307 10269,'149'0,"-50"-74,0 74,-24-50,-26 50,26 0</inkml:trace>
  <inkml:trace contextRef="#ctx0" brushRef="#br0" timeOffset="107088.863">2977 9599,'25'0,"-25"25,0 25,0 24,0 1,0-1,0 0,0 1,0-1,0 1,0-26,0 1,0-25,0 24,49-49,1 0,-25 0,74 0,0 0,0-24,-24 24,-26-75,1 50</inkml:trace>
  <inkml:trace contextRef="#ctx0" brushRef="#br0" timeOffset="107640.4355">3523 9575,'0'0,"0"-25,0 149,0 74,0-99,24 26,-24-51,50-24,-50-1,50-49,-50 50,49-50,1 0,-25 0,24-50,1 25,-1-24,-24-26,-25 1,75-1,-75 1,0 0,0 24,-25 0,25 26,-50-51,50 50,0 75</inkml:trace>
  <inkml:trace contextRef="#ctx0" brushRef="#br0" timeOffset="109165.1141">893 11757,'0'-24,"0"48,0 51,0-1,0 25,0 1,50 24,-50-50,0-24,0 24,25 1,-25-51,0 26,25-50,99 0,-50 0,25-25,0 25,1-49</inkml:trace>
  <inkml:trace contextRef="#ctx0" brushRef="#br0" timeOffset="109666.7721">1886 11906,'24'0,"26"0,-25 0,0 0,-1 0</inkml:trace>
  <inkml:trace contextRef="#ctx0" brushRef="#br0" timeOffset="109841.3046">1786 12254,'100'-25,"-26"-25,0 50</inkml:trace>
  <inkml:trace contextRef="#ctx0" brushRef="#br0" timeOffset="110787.0293">2704 10914,'-25'0,"-49"0,24 0,25 0,1 0,24 25,-50-25,0 0,50 49,0-24,0 50,-24-26,24 26,0-1,0 1,0 49,0 24,0-24,0 50,0 24,24 1,-24-1,50 1,-50-1,0 1,50 49,-50 273,0-75,0-297,49-25,-49-25,50 50,-50-50,0-24,25-26,-25-24,0 25,0-1,0-24,49-25,-49 25,25-25,0 0,49 0,1 0,173-50,-99-24,-1 74,-73-50</inkml:trace>
  <inkml:trace contextRef="#ctx0" brushRef="#br0" timeOffset="120608.2457">2704 11460,'0'-25,"25"25,-25-50,49 26,-49-1,25-25,-25 25,0 1,0-26,-49 50,49 25,-25-25,25 25,0-1,-25 26,25-25,0 24,0 1,0 0,0-1,0 1,0-1,50 1,-50-25,0 24,24-49,-24 25,25-25,25 0,-1 0,1 0</inkml:trace>
  <inkml:trace contextRef="#ctx0" brushRef="#br0" timeOffset="121400.6788">3076 11633,'0'0,"0"25,0 0,0 49,0-24,0 0,0-1,0 26,25-26,-25-24</inkml:trace>
  <inkml:trace contextRef="#ctx0" brushRef="#br0" timeOffset="121851.4704">3225 11708,'0'0,"0"-25,25 25,-25 25,0 0,0 24,49 1,-49 24,0-24,25-1,-25-24,50 25</inkml:trace>
  <inkml:trace contextRef="#ctx0" brushRef="#br0" timeOffset="123103.1796">4515 11162,'0'-25,"0"0,-50 25,25 0,1 0,-26 0,25 0,0 0,25 25,-24-25,24 50,0 0,0-26,0 1,0 0,0 25,0-26,0 1,0 25,24-25,51-25,-50 49,-1-49,26 0,-25 0,0 25,24-25,1 0,-25 0,24 0,-24 0,25-50,-50 1,0 24,0-49,0 49,0-50,-25 26,0 24,0 25,-24-50,24 50,-25 0,25 0,25 25</inkml:trace>
  <inkml:trace contextRef="#ctx0" brushRef="#br0" timeOffset="124433.4863">6648 11063,'-50'0,"1"0,24 0,-25 0,26 0,-26 0,25 25,25 24,-49-24,49 25,0-25,0 49,0-24,0-1,74-49,-74 50,50-50,-50 25,49-25,-24 0,49 49,-49-49,0 0,25 0,-26 0,1 0,25-25,-25 1,-1-26,-24 25,0 0,0 1,0-26,-24 0,-26 1,0-26,1 50,-26 25,51-49,-1 49,-25 0,-74 25,0 24,-25 26,0-26</inkml:trace>
  <inkml:trace contextRef="#ctx0" brushRef="#br0" timeOffset="127090.2847">2729 13271,'0'-25,"25"25,-25-50,24 0,1 1,-25-1,0 25,0-24,0 24,0 0,0-24,0 24,0 0,0 0,0 50,0 0,0 0,0 148,0-123,0 49,0-74,0 0,0 49,0-49,0 0,50-25,-1 49,-24-49,0 0</inkml:trace>
  <inkml:trace contextRef="#ctx0" brushRef="#br0" timeOffset="127724.8112">3101 13295,'0'-49,"-50"49,50-25,0 0,25 25,0 0,0 25,-25 0,0 24,0-24,0 0,0 0,0 24,0 1,0-25,49-25,1 0,-25 0,0 0</inkml:trace>
  <inkml:trace contextRef="#ctx0" brushRef="#br0" timeOffset="128082.0254">3423 13171,'0'-25,"0"75,0 0,25 24,-25 1,0 24,50 0,-50-49,0-26,25 26,-1-25,51-25</inkml:trace>
  <inkml:trace contextRef="#ctx0" brushRef="#br0" timeOffset="131326.0563">4143 13246,'25'0,"123"-124,-148 74,25 25,-25-24,50-1,-50-24,74 24,-74 25,0-24,0-1,0 0,0 26,0-1,-25 50,25 49,0-24,0-1,0 26,0-1,0 0,0 1,25-1,-25 1,25-1,25-24,-26-50,-24 25,50-25,-25 0,24 0</inkml:trace>
  <inkml:trace contextRef="#ctx0" brushRef="#br0" timeOffset="131769.8394">4837 13295,'0'-49,"25"24,0 25,-25-25,49 25,-24 0,25 0,-50 50,25-50,-25 74,0-24,0-25,0-1,0 26,-25 0,25-1,-50-24,50 25,-49-50,98 0,26-50,-26 50,1-25,-25 25,-25-25</inkml:trace>
  <inkml:trace contextRef="#ctx0" brushRef="#br0" timeOffset="132188.7186">5259 13271,'0'0,"0"-25,0 0,50 25,-1 0,-24 0,25 0,-50 74,0-49,0 25,0-25,-25-1,25 26,-25-25,25 0,0 24,-25-49,174-49,-25-1,-25 0,25 26</inkml:trace>
  <inkml:trace contextRef="#ctx0" brushRef="#br0" timeOffset="133004.3646">6772 12750,'0'-25,"-25"25,-24 0,24 0,25 25,-25 24,25-24,0 0,0 24,0-24,0 0,0 0,0 24,0 1,25-25,0-25,49 0,-24 0,-1 0,-24-75,-25 26,50 49,-50-50,0 1,0-1,0 25,-25-24,25 24,-50-25,25 50,-24-49,24 49,-25 0,-24 0,-50 74,-50 25</inkml:trace>
  <inkml:trace contextRef="#ctx0" brushRef="#br0" timeOffset="134385.2982">2927 14858,'0'-74,"50"74,-25-100,-25 76,25-1,-25-50,0 51,49-1,-49-25,-25-99,1 100,24 98,0-24,0 0,0 0,0 49,0-24,0-1,0 1,0 0,24 24,-24 0,0 1,25-1,-25-49,0 0,99-25,25-25</inkml:trace>
  <inkml:trace contextRef="#ctx0" brushRef="#br0" timeOffset="134969.256">3423 14734,'-24'0,"24"-50,0 26,0-1,24 25,26 0,-25 0,0 0,-25 25,0 24,0-24,49-25,-49 25,25-25,-25 25,0 49,0-24,0-26,-25-24,-24 25,24-25,0 0,-25 0</inkml:trace>
  <inkml:trace contextRef="#ctx0" brushRef="#br0" timeOffset="135284.4123">3746 14660,'0'-25,"25"50,-25 49,74 25,-74 0,74-24,-74-1,25-24,-25-25,25-25,-25 24,50-24,-1 0</inkml:trace>
  <inkml:trace contextRef="#ctx0" brushRef="#br0" timeOffset="136122.3193">4912 14684,'0'-24,"74"-26,-49-24,-25 49,50-25,-50 25,24 1,-24-26,0 25,0 0,0 0,0-24,0 74,0-1,-49 1,49 25,0-25,-25 49,25-24,0-25,0-1,0 26,0-25,25 0,-25 24,25-24,24 25,-24-1,25-49</inkml:trace>
  <inkml:trace contextRef="#ctx0" brushRef="#br0" timeOffset="136671.3171">5284 14660,'0'0,"0"-50,49 50,-24 0,0 0,25 0,-26 25,-24 0,25-25,-25 49,0 1,0-1,-25-49,25 25,-24-25,48 0,26 0,-50 50,0-25,25-25,-25 24,0 26,-75-50,51 0,-1 0,-25 0</inkml:trace>
  <inkml:trace contextRef="#ctx0" brushRef="#br0" timeOffset="137084.213">5606 14610,'0'0,"0"-25,25 25,-25-25,25 25,24 0,-24 0,-25 25,0 0,25 0,-25 24,0-24,0 0,0 25,0-26,0 26,0 0,0-26,50-24,-1-24,50 24,25-75,-49 75</inkml:trace>
  <inkml:trace contextRef="#ctx0" brushRef="#br0" timeOffset="137849.9193">6970 14238,'0'-25,"50"-25,-50 26,50-26,-50 0,0 26,0-1,24-25,-24 1,0 24,0 0,-24 25,-26 25,50 49,-25 1,25-26,0 26,0-1,0 0,0 1,0-25,0-1,0-24,0 25,50-26,-25-24,-25 25,24-25,1 0,25 0</inkml:trace>
  <inkml:trace contextRef="#ctx0" brushRef="#br0" timeOffset="138440.4039">7268 14412,'0'-25,"0"50,0-75,50 50,-25 0,-1 0,26 0,-50 50,0-26,0 26,0-25,0 0,-25 24,0-49,25 50,0-75,25 25,-25 25,50-25,-50 25,0-1,0 1,-25-25,-25 0,-24 0,49 0</inkml:trace>
  <inkml:trace contextRef="#ctx0" brushRef="#br0" timeOffset="139042.7934">7566 14337,'0'-50,"49"50,1 0,0 0,-26 0,26 0,-25 0,-25 25,0 0,0 25,0-1,0-24,-50-25,50 50,25-50,25 0,-26 25,1-25,-25 24,0 26,0-25,-25-25,1 0,-1 0,-25 0,25 0,-24 0</inkml:trace>
  <inkml:trace contextRef="#ctx0" brushRef="#br0" timeOffset="141219.5451">7144 10790,'25'0,"25"0,24-50,-49 50,24 0,-24 0,25 0,-25 0,-25 25,0 50,49-26,-24 174,-25-148,0-1,74 1,-74-1,25-24,-25 24,0-24,50-1,-50 1,0 0,0-1,25 26,-25-1,0-24,0-1,0 1,0-1,49 1,-49 25,0-26,25 1,-25-1,0 1,50 0,-50 24,0 0,24 1,-24-1,0 1,0-26,0 1,50-1,-50 1,0 24,0-24,0 0,25 49,-25-49,0-1,0 26,0 24,0-25,0 1,0-1,49-24,-49-1,0 1,0-25,0 24,0-24,0 0,0 0,25 49,-25-24,0-1,0 1,0 0,0-1,0 1,0-25,0-1,0 1,0 25,0-1,50 1,-50 24,0-49,0 25,25-50,-25 49,0 1,-25-50,-25 0,1 0,-1 0,-24 0,-1 0,-24 0,0 0,-50 0,25 0,-25 50,-25-50,-49 0</inkml:trace>
  <inkml:trace contextRef="#ctx0" brushRef="#br0" timeOffset="148368.818">10815 11286,'-25'-25,"25"1,0-26,0 25,0 0,0 75,0 24,0-49,0 0,0 25,25-1,-25-24,0 0,0 24,0-24,0 0,25-25,-25 50,0-1,0-24,0 0,0 24,0 26,25-26,-25 1,0 0,0-26,0 26,0-25,0 0,0-1,49 26,-49 0,25-1,25 1,74 0,-75-26,1-24,0 0,-1 0,1 0,0 0,-26 0,1 0,25 0,-1-24,-24 24,25-25,-1-25,-24-24,-25 24,0 25,0 0,0-24,0 24,0 0,0-24,0 24,0 0,0-25,-49 26,49-1,-25-25,25 25,-25 1,25-26,0 25,0 0,-50-24,50-26,0 51,0-26,50 50,0 0</inkml:trace>
  <inkml:trace contextRef="#ctx0" brushRef="#br0" timeOffset="148931.3109">12824 11708,'25'-50,"25"50,-1-25,1 25,0 0,-1 0,-24 0,25 0,-50 25</inkml:trace>
  <inkml:trace contextRef="#ctx0" brushRef="#br0" timeOffset="149103.8499">12700 12080,'50'0,"24"0,1 0,24-50,-25 50,-24 0</inkml:trace>
  <inkml:trace contextRef="#ctx0" brushRef="#br0" timeOffset="150400.1285">13742 10592,'-25'0,"-49"0,24 0,26 0,-1 0,-25 0,50 49,-25-49,25 25,0 25,0-26,0 26,0-25,0 0,0 24,0 1,0-1,0 1,50 24,-50 1,25-1,-25 1,0 49,74 25,-74-50,50 25,-50 0,74 25,-24 0,-50-50,99 25,-74 99,24 25,-49-149,50-24,-50 24,0-25,25 26,-25-1,49 0,-49 50,75 0,-75-50,74-25,-74-24,25 24,-25-49,50 25,-50-26,24 26,-24-25,25-25,-25 25,50-25,-50 49,25-49,-25 25,24-25,1 0,25 0,-25 0,74-25,0 25,0-49,1 49,24-75</inkml:trace>
  <inkml:trace contextRef="#ctx0" brushRef="#br0" timeOffset="152527.843">13941 10939,'0'-25,"0"0,0 0,0 75,24-25,-24 24,25 1,-25 24,50-49,-50 0,25-25,-25 50,24-50</inkml:trace>
  <inkml:trace contextRef="#ctx0" brushRef="#br0" timeOffset="154612.5031">15181 10840,'0'-25,"0"0,0 0,0 50,0 25,0-26,0 1,0 0,0 25,0-26,0 26,25-50,-25 25,24-25,-24 49,25-49,0 0,25-24,-26-26,-24-24,50 49,-50-25,0 25,0 1,25 24,-25-50,0 0,0 26,0 73,49 1,-49-1,25 1,74 49,-49-74,25-25,-26 0</inkml:trace>
  <inkml:trace contextRef="#ctx0" brushRef="#br0" timeOffset="154979.5228">15925 10914,'0'0,"0"-25,0 0,0 50,0 50,0-26,25-24,-25 25,0-26,49-24,-49 75,25-50,-25 24</inkml:trace>
  <inkml:trace contextRef="#ctx0" brushRef="#br0" timeOffset="155452.2606">16148 11013,'0'-49,"50"49,-25-25,-25 0,24 25,-24-50,75 50,-26 0,-24 0,25 0,-25 0,-25 50,49-50,-49 50,0-26,0 1,0 25,0-25,0-1,0 1,-25 25,1-25,98-25,25-50,50 25,0 25,25-99,-50 99,24-50,1 50</inkml:trace>
  <inkml:trace contextRef="#ctx0" brushRef="#br0" timeOffset="156637.0213">18405 10468,'0'-50,"0"75,0 49,0-24,0-1,0 1,0 0,0-26,0 26,0-25,0 0,25-25,25 0,-50-25,49 0,-49 0,50-24,-50 24,0-25,50 50,-50-25,0 1,0-1,0-25,-25 50,25 25,0 0,0 0,25 24,-25-24,0 0,49 24,-49-24,50-25,-50 25,49-25,-24 0</inkml:trace>
  <inkml:trace contextRef="#ctx0" brushRef="#br0" timeOffset="156944.2012">18976 10666,'0'25,"0"24,0 26,50-26,-50 1,0-25,0 0,24 24,-24-24,0 0,0 24,50-49</inkml:trace>
  <inkml:trace contextRef="#ctx0" brushRef="#br0" timeOffset="157523.6765">19298 10840,'0'-50,"0"25,0 0,25 25,0 0,49 0,-49 0,-25 25,25 25,-25-25,0-1,0 51,0-50,-25-25,75 0,-50 24,49-24,1 50,-25 0,-25-1,0-24,0 25,-25-50,0 0,-24 25,-26-25,1 0,24 0,-24 0</inkml:trace>
  <inkml:trace contextRef="#ctx0" brushRef="#br0" timeOffset="158991.997">14610 12303,'0'-49,"-74"49,49 24,0 1,-24 25,49-1,0-24,-25 0,25 25,0 24,0-24,0-1,0-24,0 25,0-1,25-24,24-25,1 0,-25 0,0 0,24 0,26 0,-51 0,1-25,25 25,-50-49,25 49,-25-25,0-25,0-24,0 49,0-25,0 1,-25-1,25 25,-25 25,25-24,-25 24,0 0,-49 0,49 0</inkml:trace>
  <inkml:trace contextRef="#ctx0" brushRef="#br0" timeOffset="159773.282">16495 12055,'0'25,"25"74,74 199,-74-174,25 0,0 0,-1-50,-49-24,25-50,-25 25,0-50</inkml:trace>
  <inkml:trace contextRef="#ctx0" brushRef="#br0" timeOffset="161839.7849">19100 11981,'0'-50,"0"25,0 50,0 25,0-1,0 26,0-1,25 1,-25-26,25-24,49 49,-24-74,-1-24,1-51,-50 50,0-24,25 24,-25 0,0-25,0 26,0 73,0 1,49 0,-49 24,50-24,-25 24,24-49,-24 24</inkml:trace>
  <inkml:trace contextRef="#ctx0" brushRef="#br0" timeOffset="162268.0993">19819 12378,'0'0,"0"-50,0 25,25 25,0 0,25 0,-50 50,24-25,-24-1,0 26,0-25,0 0,0 24,-74-24,24 25,25-50,25 49,50-49,0 0,24-49,-24 49,-1 0</inkml:trace>
  <inkml:trace contextRef="#ctx0" brushRef="#br0" timeOffset="162771.93">20241 12254,'0'-50,"0"0,25 50,0 0,-1 0,1 0,25 0,-50 25,0 0,0 0,0 24,0-24,-25 0,50-25,-25 25,49-25,-24 0,-25 49,25-49,-25 25,0 0,0 25,-25-50,-49 0,24 24,-24-24,24 0,1 0,24 50,-25-50</inkml:trace>
  <inkml:trace contextRef="#ctx0" brushRef="#br0" timeOffset="164200.8448">15900 13618,'0'0,"-25"0,25-50,-24 50,-26 0,25 0,0 0,-24 0,49 25,-50-25,-24 50,24-26,50 26,-50-50,50 74,-24-49,24 0,0 25,0-26,0 1,0 0,0 25,49 24,26-24,-26-50,1 24,0-24,24 0,-24 0,-1 0,-24 0,25 0,-26 0,1-49,-25-1,0 25,50-24,-50-1,0-24,-25-1,25 26,-74 24,49-25,25 26,-25 24,-25 0</inkml:trace>
  <inkml:trace contextRef="#ctx0" brushRef="#br0" timeOffset="165362.3579">17537 13643,'-25'0,"25"-50,-24 50,24-25,-25 25,-25 0,25 0,1 0,-26 0,50 50,0-1,-50-24,50 0,0 25,0-26,0 1,25 25,-25-25,75-25,-51 49,51 1,-50-50,49 0,-49 0,0 0,-1 0,26-50,0 1,-1-1,-49 25,0-24,0 24,0 0,0-25,0 26,0-1,-24 25,24-50,-50 50,0 0,-24 0,49 0</inkml:trace>
  <inkml:trace contextRef="#ctx0" brushRef="#br0" timeOffset="168679.3087">20936 13246,'-25'-50,"25"25,0 75,0 0,0 24,0 0,49 26,-49-1,0-25,25 1,-25-26,0-24,0 0,0 24,25-49</inkml:trace>
  <inkml:trace contextRef="#ctx0" brushRef="#br0" timeOffset="172624.3376">20365 10269,'0'-49,"0"24,-25 25,50 0,0 0,49 0,-49 0,49-25,-49 25,0 0,0 0,49 0,-74-50,25 50,0 25,24 0,-24 25,-25-26,25-24,-25 25,50 25,-25 49,-25-74,49 124,-49-125,25 26,-25-25,0 0,50 24,-50-24,24 25,-24-1,50 26,-50-26,25 1,-25-1,0 1,49 0,-49 24,0-24,25-1,-25 1,0 0,50-1,-50 26,25-26,-25 1,49-1,-49 1,0 0,25-26,-25 1,0 25,50-1,-50 1,0 24,24 1,-24-1,50-24,-50 24,0-49,25 0,-25 25,0-1,0 1,0-25,25 24,-25-24,0 0,0 0,49 24,-49-24,0 0,25-25,-25 49,0-24,0 0,25-25,-25 25,0 24,-50-49,1 25,-1-25,-24 75,49-51,-25 26</inkml:trace>
  <inkml:trace contextRef="#ctx0" brushRef="#br0" timeOffset="252526.8203">2977 12254,'50'0,"-26"0,1 0,0 0,25 0,-26 0,26 0,0 0,-50-25,49 25,26 0,-26 0,-24 0,0 0,24 0,-24 0,0 0,0 0,24 0,-24-25,0 25,25 0,-26 0,1 0,0 0,25 0,-26 0,1 0,50 0,-1 0,1 0,-1 0,-24 0,-1 0,1-50,-25 50,24 0,1 0,24 0,25-25,-49 25,0 0,-1 0,1 0,-1 0,1 0,25-49,-26 49,26 0,-1 0,-24 0,-1-25,1 25,24 0,1 0,-26 0,26 0,-26 0,1-50,74 50,25 0,-75-24,1 24,-1 0,-24 0,24 0,25-50,-24 50,-26 0,1 0,24 0,-24 0,-1 0,1 0,0 0,-1 0,-24 0,0 0,0 0,24-25,1 25,0 0,-26 0,26 0,-25 0,24-49,-73 73</inkml:trace>
  <inkml:trace contextRef="#ctx0" brushRef="#br0" timeOffset="256340.5204">14337 10864,'0'-49,"25"49,-25 25,25-1,-25 1,25-25,-25 50,49-50,-49 25,0-1,25-24,-25 50,25 24,-25-49,50-25,-50 25,25 25,-25-25,24-25,-24 24,50 26,-25 0,24-1,-24 1,-25-1,50-49,-25 25,-1 0,1 0,-25 24,50-49,-50 25,49-25,-49 25,25-25,-25 50,50-50,-1 24,-24-24,-25 25,50-25,-1 75,1-75,-25 49,24-49,-24 75,25-51,-50 26,49-25,-49 0,50 24,-50-24,50-25,-50 50,49 24,1-24,0-50,-50 49,24-49,-24 25,25-25,-25 50,50-1,-50-24,49 0,-49 25,50-26,-50 1,50 25,-50-1,74 1,-49 24,-25-49,49-25,-49 25,25 25,25 49,-50-74,25-25,-25 74,0-49,49 25,-49-26,50 1,-50 25,74 49,-49-49,-25-26,0 1,25-25,-25 25,0 25,0-26,0 1,49-25,-49 50,0-25,25-25,-25 24,0-98</inkml:trace>
  <inkml:trace contextRef="#ctx0" brushRef="#br0" timeOffset="270816.158">1886 16173,'24'-50,"-24"0,0 1,0 24,25 0,-25-24,0 24,0 0,0 0,0-24,0 24,0 0,0-25,-49 26,24-26,25 0,-50 50,50 25,0 0,0 0,-25 24,25 26,0-1,0 25,0 1,0-1,0 0,0-25,0 1,0-25,0-26,0 26,50-25,-25-25,-25 25,25-25,49 0,-49 0,0 0,24 0,1 0,-1-25</inkml:trace>
  <inkml:trace contextRef="#ctx0" brushRef="#br0" timeOffset="271401.5947">2282 16371,'0'-50,"0"75,0 25,0 0,0 24,0-24,0-1,50 1,-50-1,0-24,0 0,25-25</inkml:trace>
  <inkml:trace contextRef="#ctx0" brushRef="#br0" timeOffset="271760.6301">2530 16371,'0'-50,"0"75,0 0,0 25,0 24,0-24,0-1,0 1,0 0,50-26</inkml:trace>
  <inkml:trace contextRef="#ctx0" brushRef="#br0" timeOffset="285292.2399">3051 16321,'-24'0,"24"-24,-25 24,50 0,49 0,-24 0,-26 0,1 0,25 0,-25 0,-1 0,1 0</inkml:trace>
  <inkml:trace contextRef="#ctx0" brushRef="#br0" timeOffset="285578.1876">3051 16545,'0'0,"25"0,25 0,-1 0,1 0,24 0,-24 0</inkml:trace>
  <inkml:trace contextRef="#ctx0" brushRef="#br0" timeOffset="287226.7416">3671 16073,'0'-24,"50"24,-25 0,-75 0,75 0,-25 49,0-24,-25-25,0-25,25 0,0 1,0-1,0-25,25 50,50 0,-26 0,1 0,-25 0,24 25,-49 0,25-25,-25 25,25 49,-25-49,0 0,0 49,0-49,0 0,0 24,0-24,-50 0,50 25,-25-50,25 49,-24-49,24 25,-25-25,25 25,-50-25,25 49,50-49,0 0,99-24,-25 24,-49-25,-25 25,24 0,-24 0</inkml:trace>
  <inkml:trace contextRef="#ctx0" brushRef="#br0" timeOffset="315631.8783">7963 15825,'24'0,"-24"-24,25-1,-25-25,25 50,-25-49,50-51,-50 76,0-1,0 0,0-49,0 24,0 0,0 25,0 50,0 0,0 25,0-1,0 1,0 0,0-1,0 1,0-1,0 1,0 0,0-26,0 1,24-25,51 0,-50-25</inkml:trace>
  <inkml:trace contextRef="#ctx0" brushRef="#br0" timeOffset="316004.2212">8434 15652,'0'0,"0"-25,0 50,0 0,0 24,0-24,25 25,-25-26,0 1,49-25,-49 50,0-75</inkml:trace>
  <inkml:trace contextRef="#ctx0" brushRef="#br0" timeOffset="316161.7979">8558 15528,'0'0,"50"0,-50-25</inkml:trace>
  <inkml:trace contextRef="#ctx0" brushRef="#br0" timeOffset="316371.2385">8608 15503,'148'248,"-148"-198,25-50,-25 24</inkml:trace>
  <inkml:trace contextRef="#ctx0" brushRef="#br0" timeOffset="317233.1398">9178 15081,'0'-49,"0"24,0 74,0-24,0 25,25-1,-25 1,0 24,49-49,-49 0,25-25,-25 50,25-50,0 0,25-50,-26-24,-24 49,50-50,-25 26,-25 24,0-25,0 26,0-1,0 74,0-24,0 25,25 24,-25-24,49 49,-49-49,50 24,-1-74,1 50,-25-50</inkml:trace>
  <inkml:trace contextRef="#ctx0" brushRef="#br0" timeOffset="317630.5893">9947 15379,'25'0,"-25"25,0 0,49 24,-49-24,0 0,25 24,-25-24,0 0</inkml:trace>
  <inkml:trace contextRef="#ctx0" brushRef="#br0" timeOffset="318176.1334">10220 15404,'0'0,"0"-25,0 0,0-25,0 1,25 49,24 0,-24 0,-25 25,50-25,-50 74,25-49,-25 25,49-1,-49 1,0-1,0-24,-49-25,49 25,24-25,26 0,0 0,-1 0,1 0,24 0,1 0</inkml:trace>
  <inkml:trace contextRef="#ctx0" brushRef="#br0" timeOffset="320930.5664">10592 15032,'50'0,"-26"0,51 0,-50 0,-1 0</inkml:trace>
  <inkml:trace contextRef="#ctx0" brushRef="#br0" timeOffset="321173.8576">10642 15304,'49'0,"1"0,-1 0,26-24,-1 24,1 0,-1-75,0 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19T08:58:41.9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15057 5259,'0'-25,"0"0,0 0,-50 25,50-74,-25 74,-24-50,24 50,25-25,-25 25,25-24,-25 24,25-50,-74 50,74-25,-50 25,50-25,-49 25,49-49,-50 49,25 0,-24-25,-26 25,50 0,1-25,-26 25,25 0,0 0,-24 0,-50 0,24 0,50 0,1 0,24 25,-75-25,26 50,24-50,25 24,-25-24,25 50,-50-50,50 25,-24-25,24 49,-25 1,25 0,-50-1,50 1,0-1,0-24,0 50,0-26,0-24,0 0,0 24,0 1,0 0,50-26,-25 26,49-25,-49-25,0 25,24-25,26 49,-1-49,0 50,1-50,-1 0,-24 0,24 0,1 0,-1 0,-24 0,-1-50,26 50,24-49,-25-1,1-24,49-26,-25-24,-25 0,-24 25</inkml:trace>
  <inkml:trace contextRef="#ctx0" brushRef="#br0" timeOffset="2597.5192">11609 15056,'-25'0,"0"0,50 0,0 0,25 0,-26 0,1 0,-25-24</inkml:trace>
  <inkml:trace contextRef="#ctx0" brushRef="#br0" timeOffset="3439.3048">12155 14709,'-25'0,"25"25,-25-25,25 74,0-49,-50 0,50 25,0-26,0 1,0 25,0-25,25 24,0-24,25 25,-26-50,1 0,25 0,-50-25,49 25,-49-25,0 0,0 0,-24-24,-1 49,25-25,-25 25,-25 0,26 0,-1 0,-25 0,1 0,24 50,0-50,25 24,0 26</inkml:trace>
  <inkml:trace contextRef="#ctx0" brushRef="#br0" timeOffset="6806.5746">10121 16247,'0'0,"0"-50,0 26,-25-1,25-25,-50 50,50-25,0 1,-25 24,25 24,0 1,0 25,0 24,0-24,50-1,-50-24,25 25,24-25,-24-25,74-149,-99 74,0 26,0-1,0 1,0 73,0 1,0 0,0 0,0 24,0-24,50 25,0-25,-25-1,24 26</inkml:trace>
  <inkml:trace contextRef="#ctx0" brushRef="#br0" timeOffset="7061.8905">10542 16197,'0'-49,"0"98,0-24,0 0,50 25,-50-26,74 26,-74-25,50-25</inkml:trace>
  <inkml:trace contextRef="#ctx0" brushRef="#br0" timeOffset="7588.5261">10815 16148,'0'-25,"0"-25,25 50,0 0,-25-24,49 24,1 0,0 0,-50 49,49 26,-49-51,0 1,0 0,0 25,0-26,-49-24,49 50,-25-50,50 0,123 0,-123 0,50-50</inkml:trace>
  <inkml:trace contextRef="#ctx0" brushRef="#br0" timeOffset="7920.4098">11435 15925,'25'0,"25"0,-25 0,-1 0,26 0</inkml:trace>
  <inkml:trace contextRef="#ctx0" brushRef="#br0" timeOffset="8065.3848">11485 16098,'50'0,"-26"0,26 0,-25 0</inkml:trace>
  <inkml:trace contextRef="#ctx0" brushRef="#br0" timeOffset="8411.461">12006 15875,'49'0,"1"0,-25 0,24-25,1 25,0-25</inkml:trace>
  <inkml:trace contextRef="#ctx0" brushRef="#br0" timeOffset="9083.6674">12477 15602,'0'-25,"25"25,-25-24,50 24,-1 0,1 0,-25 0,24 0,-49 74,0-49,0 24,0 1,0-25,-25 0,1 49,-26-74,75 0,-25-25,49 25,-24 0,25 0,-1 25,-49 0,25-25,-25 49,0-24,0 25,0-25,0-1,-149 26,100-50,-1 0,1 0,24 0</inkml:trace>
  <inkml:trace contextRef="#ctx0" brushRef="#br0" timeOffset="18019.8196">17091 15354,'0'50,"25"-75,-25-50,0 51,24-26,-24 25,0 0,0 1,0-26,0 25,0 0,0 1,0-26,0 25,-24 25,24-25,-50 224,50-26,0-98,0-1,0 1,0-26,0-24,0 25,50-50,24 0,-49 0,24-50,1 25,0-24,-26-1</inkml:trace>
  <inkml:trace contextRef="#ctx0" brushRef="#br0" timeOffset="18342.9509">17388 15379,'0'-25,"0"75,0-1,0 1,0-25,0 24,0-24,50 25,-50-1,25-49</inkml:trace>
  <inkml:trace contextRef="#ctx0" brushRef="#br0" timeOffset="18659.1077">17587 15329,'0'0,"0"-25,0 1,0 48,0 1,25 50,-25-26,0 26,0-50,24-25,-24 49,50-49,0 0</inkml:trace>
  <inkml:trace contextRef="#ctx0" brushRef="#br0" timeOffset="19567.9667">17934 15056,'0'0,"0"25,0 50,0-26,0 1,0-25,0-1,0 51,50-75,-1-75,-49 26,50 24,-50-25,50-24,-50 24,0 26,0-1,0 74,0 26,0-1,0-24,0 24,0-49,49 25,1-25,-25-25,49 0</inkml:trace>
  <inkml:trace contextRef="#ctx0" brushRef="#br0" timeOffset="19905.0636">18505 15255,'0'25,"0"-1,0 26,0 0,0-1,0-24,24 25,-24-1,50-49</inkml:trace>
  <inkml:trace contextRef="#ctx0" brushRef="#br0" timeOffset="20413.8144">18653 15255,'0'0,"25"-50,25 1,-1 49,1-50,-25 50,0 25,-25 24,0-24,0 0,0 25,0-1,-25-24,0-25,75 0,24 50,-49-25,-25 24,0 26,0-26,-50-24,-24-25,49 0,50 0</inkml:trace>
  <inkml:trace contextRef="#ctx0" brushRef="#br0" timeOffset="21050.7715">19075 15081,'25'0,"25"0,-1 0,26-49,-1 49,-24 0,-1 0,-24-50,25 50,-75 25,0-25</inkml:trace>
  <inkml:trace contextRef="#ctx0" brushRef="#br0" timeOffset="21290.1303">19150 15255,'24'0,"51"0,-1 0,1-50,-1 50,0 0,1 0,-50 0</inkml:trace>
  <inkml:trace contextRef="#ctx0" brushRef="#br0" timeOffset="26241.7831">20489 15032,'25'0,"-25"-50,0 0,25 50,-25-24,0-1,0-25,0 25,0 1,-50-26,25 50,0 0,-24-25,24 25,-25 0,50 50,-24-50,24 49,-25-24,25 25,0-25,0-1,25 26,-1-25,51 24,-26-24,-24 0,25 25,-25 24,-1-74,-24 25,0 0,0-1,-49 26,-1-50,1 0,-1 0,25 0,0-25,25-49,0 24,0-24,0 24,0 1,0 24,50 25,-50-50,50 50,-1 0,-24 0,0 0</inkml:trace>
  <inkml:trace contextRef="#ctx0" brushRef="#br0" timeOffset="27273.3477">19150 15974,'0'0,"0"50,0 99,0-100,24-24,-24 0,25-25,25 74,-25-74,-1 0,26 0,-50-25,74-24,-74-1,0 1,25-1,-25 25,0 0,0-24,0-1,0 75,0 49,25 50,-25-99,50 25,-26-50,26 25</inkml:trace>
  <inkml:trace contextRef="#ctx0" brushRef="#br0" timeOffset="27504.7253">19720 16173,'0'49,"25"-24,-25 0,0 24,0-24,0 0,49 25,-49-25,0-1</inkml:trace>
  <inkml:trace contextRef="#ctx0" brushRef="#br0" timeOffset="28012.8862">19919 16247,'0'-50,"0"1,49 24,1 25,-25 0,-1 0,26 0,-50 50,0 24,0-24,-25-50,25 24,-25-24,1 0,73 0,26 0,-75 25,24-25,-24 25,0 50,0-26,-24-49,24 25,-75-25,50 0,-24 0</inkml:trace>
  <inkml:trace contextRef="#ctx0" brushRef="#br0" timeOffset="28254.7649">20514 16123,'0'-25,"49"25,-24 0,0-25,25 25,-26 0,1 0</inkml:trace>
  <inkml:trace contextRef="#ctx0" brushRef="#br0" timeOffset="28434.2744">20613 16321,'50'-24,"24"24,-49 0,0-25</inkml:trace>
  <inkml:trace contextRef="#ctx0" brushRef="#br0" timeOffset="29189.1801">21308 16049,'0'-25,"24"25,-48 0,-1 0,0 0,-25 25,26-25,-1 0,-50 24,26 1,49-50,49-24,-49-1,100-49,-100 49,49 26,-49-1,50 25,-50-50,0 25,0 100,0-1,0 25,0 25,0 50,0-75,0 1,0-26,0-24,0 24,0-49,0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8:56:24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2828 12303,'25'0,"0"0,-1 0,1 0,25 0,-25 0,0 0,24 0,-24 0,0 0,24 0,-24 0,25 0,-50-49,74 49,-24 0,-1 0,1 0,0 0,-26 0,1 0,25 0,24 0,-49 0,0 0,0 0,24 0,1 0,-25 0,-1 0,26 0,25 0,-26 0,1 0,-25 0,-1 0,26-25,-25 25,0 0,24 0,-24 0,0 0,24 0,1 0,0-50,24 50,25 0,-24 0,-1 0,0-25,-24 25,0 0,-1 0,1 0,0 0,-1 0,1 0,-1 0,1 0,24 0,-24 0,0-49,-1 49,1 0,-1 0,1 0,24-25,-49 25,25 0,-1 0,1 0,24 0,-24 0,0 0,-1 0,1 0,0-50,-1 50,26 0,-1 0,-49 0,24 0,-24 0,25 0,-25 0,24 0,1-25,24 25,-24 0,-1 0,26 0,-26 0,-24 0,25 0,-25 0,24 0,-24 0,25 0,-25 0,24 0,-49-24,25 24,0 0,24 0,-24 0</inkml:trace>
  <inkml:trace contextRef="#ctx0" brushRef="#br0" timeOffset="3874.3087">14461 10914,'0'-25,"25"25,-25 25,25-25,-25 25,0 0,50-25,-50 49,0-24,0 0,25-25,-25 25,0 24,24-24,-24 0,50-25,-50 50,0-26,25-24,-25 25,25-25,-25 25,24-25,26 50,-25-26,24-24,-49 50,25-50,-25 25,0 0,25-25,-25 24,50 26,-50 0,24-50,-24 24,25 26,-25 0,50-50,-50 24,25 1,-25 50,24-75,-24 24,50-24,-50 50,25-50,-25 25,25-25,-25 49,24-49,-24 50,50-50,-50 25,0 0,25-25,-25 49,25 26,-25-50,49-25,-49 24,25 26,-25 24,25-74,-25 50,0-25,49 0,-49 49,25-74,-25 25,25-25,-25 25,0-1,50-24,-50 50,24-25,-24 0,25-25,-25 49,50-24,-50 0,25-25,-25 74,49-49,-24 0,-25 24,25-49,-25 25,50 0,-50 25,24-1,-24 1,25-50,-25 25,50 24,-50-24,25-25,-25 25,49 25,-24-50,-25 24,25-24,-25 25,25-25,-25 50,49-50,-49 25,25-1,-25 26,50-25,-50 0,24-25,-24 49,0-24,0 0,25-25,-25 25,0 24,25-49,-25 25,50-25</inkml:trace>
  <inkml:trace contextRef="#ctx0" brushRef="#br0" timeOffset="25066.4337">3002 12303,'0'0,"25"0,-25-25,74 25,-49 0,49 0,-49 0,0 0,0 0</inkml:trace>
  <inkml:trace contextRef="#ctx0" brushRef="#br0" timeOffset="26354.0083">6995 12030,'0'0,"25"0,0 0,24 0,-24 0,0 0,0 0,25 0,-26 0,1 0,25 0,24 0,-49 0,25 0,-26 0,26 0,-25 0,0 0,-1 0,26 0</inkml:trace>
  <inkml:trace contextRef="#ctx0" brushRef="#br0" timeOffset="350370.7721">1042 16123</inkml:trace>
  <inkml:trace contextRef="#ctx0" brushRef="#br0" timeOffset="358310.8732">2679 13915,'-25'0,"75"0,-25 0,-25 50,25-50,-1 0,26 0,0 0,-26 0,1 0,25 0,0 0,-1 0,-49-25,25 25,0 0,24 0,1 0,-50-25,50 25,-26 0,26 0,0 0,-1 0,-49-24,50 24,-1 0,1 0,0 0,24 0,-24 0,-26 0,26 0,-50-25,50 25,-1 0,1 0,0-50,24 50,-49 0,0 0,24 0,1 0,-1 0,-24 0,0 0,0 0,24 0,-24 0,0 0,25 0,24-25,-24 25,-26 0,26 0,0-49,-26 49,1 0,0 0,25 0,-26 0,1 0,25 0,-25 0,0 0,-1 0,26 0,-25 0,0 0,24 0,-24 0,0 0,24 0,-24 0,50 0,-51 0,26 0,-25 0,24 0,-24 0,0 0,0 0,49 0,-24 0,-1 0,1-25,0 25,-1 0,26 0,-26 0,1 0,-25 0,0 0,24 0,-24 0,0 0,0 0,24 0,-24 0,0 0,24 0,26 0,-26 0,1 0,0 0,-26 0,26 0,-25 0,0 0,-1 0,26 0,-25 0,-25-50,49 50,-24 0,-25-24,50 24,-25 0,-25-25,24 25,26 0,-50-25,50 25,-25 0,-25-50,24 50,1 0,-25-24,50 24,-50-25,0 0,25 25,-25-50,24 50,-24-24,75-26,-75 0,25 50,-25-24,0-1,0 0,0-50,0 26,0 24,0 0,0-24,0-1,0 0,0 26,0-1,0-25,0 25,0 1,0-26,0 25,0 0,-50 25,50-24,0-26,-25 50,25-25,-25 25,25-25,-49 25,24-49,0 49,25-25,-49 25,-1 0,50-25,-25 25,0 0,-24 0,49-25,-25 25,0 0,0 0,-24 0,24 0,0 0,0 0,-24 0,24 0,-25 0,25 0,-24 0,24 0,0 0,-24 0,24 0,0 0,0 0,-24 0,24 0,0 0,-25 0,26 0,-26 0,25 0,-24 0,-1 0,25 0,0 0,-24 0,-1 0,0 0,-24 0,49 0,0 0,-24 0,-1 0,25 0,1 0,-26 0,25 0,0 0,1 0,-26 0,0 0,-24 25,24-25,1 0,-26 50,26-50,24 0,0 0,-24 0,24 25,0-25,-25 0,25 0,1 0,-1 0,-25 0,25 0,1 0,-26 0,25 0,0 0,1 0,-26 0,25 0,0 49,-24-49,-1 0,1 0,24 0,-25 25,-24-25,24 0,1 0,-1 0,50 50,-50-50,1 0,49 24,-50-24,0 0,-24 0,74 25,-50-25,1 0,24 0,0 0,-24 50,-1-50,25 0,-24 0,-1 0,25 0,-24 0,-1 0,0 0,26 0,-26 0,25 0,-24 0,-1 0,25 0,0 0,1 0,-51 0,50 0,0 0,1 0,-26 0,25 0,0 0,-24 0,24 0,0 0,25 25,-49-1,49 26,0-25,-25 0,25 24,0-24,0 0,0 0,0 24,0-24,0 0,0 24,0-24,0 0,0 25,0-1,0-24,0 0,0 25,0-1,0 1,0-25,0-1,0 26,0 0,0 24,0-49,0 0,0 24,49-49,-49 50,25-50,0 25,25-25,-26 0,26 24,0-24,-1 0</inkml:trace>
  <inkml:trace contextRef="#ctx0" brushRef="#br0" timeOffset="376407.4207">1588 17785,'25'-74,"24"49,1-25,-50 1,25 49,-25-50,0 25,24 0,-24-49,0 49,0 0,0-24,0 24,-24 25,-26 0,25 25,25 24,0-24,0 0,0 24,0 26,0-25,0-1,0-24,0 25,0-1,0 26,0-51,0 1,0 0,75-25,-26 0,26 0,-50 0</inkml:trace>
  <inkml:trace contextRef="#ctx0" brushRef="#br0" timeOffset="377096.4421">1960 17859,'0'25,"25"-25,-25 25,0 0,0-75,0 25,25 25,-1 0,26 0,-25 25,-25 0,0 0,0 24,0-24,0 0,0 49,0-24,-50-50,50 50,-49-50,24 0,25-50,49 50,26 0,-50 0,-25 25,49-25,-24 0</inkml:trace>
  <inkml:trace contextRef="#ctx0" brushRef="#br0" timeOffset="377530.3543">2357 17859,'0'0,"0"-24,0-1,25 74,-25-24,0 25,49-1,-49 1,0 24,0-49,0 0,25-25,-25-25</inkml:trace>
  <inkml:trace contextRef="#ctx0" brushRef="#br0" timeOffset="378642.2739">2853 17462,'0'0,"-25"0,25 25,-25-25,0 0,100 0,-50 0,24 0,1-25,-25 25,0 0,24 0,-49 25</inkml:trace>
  <inkml:trace contextRef="#ctx0" brushRef="#br0" timeOffset="378890.3301">2778 17711,'-24'0,"73"0,1 0,-25 0,-1 0,26 0,-25-25,0 25,0 0</inkml:trace>
  <inkml:trace contextRef="#ctx0" brushRef="#br0" timeOffset="381969.9856">3746 17264,'0'0,"0"-25,25 25,24 0,-24-25,0 25,24 0,-49-49,25 49,-25 25,-49-25,-1 0,25 24,0-24,-24 0,-1 50,25-50,25 25,25-25,-25 74,0-49,0 0,0 24,0-24,0 25,50-50,-25 0,-25-25,49 25,-49-50,50 50,-1 0,1 0,-25 25,-25 0,0 25,50-1,-50-24,0 25,0-1,-50-49,25 25,0-25,-24 0,24 0,0 0</inkml:trace>
  <inkml:trace contextRef="#ctx0" brushRef="#br0" timeOffset="399346.9023">6226 17140,'25'-25,"25"-24,-25-26,-25 26,49 49,-49-25,0-25,0 1,0-1,0-24,0 49,-25 0,25 0,-24 25,24 25,0 0,0 24,0 1,0 0,0-1,0 1,0-25,0 49,0-49,0 24,0-24,0 25,49-50,-24 25,25-25,-1 0</inkml:trace>
  <inkml:trace contextRef="#ctx0" brushRef="#br0" timeOffset="399997.6941">6598 17115,'0'25,"0"-50,0 0,50 1,-25 24,0 0,24 24,-49 76,0-76,0 26,0 0,0-1,-25-24,25 0,-49-25,49 49,-50-49,25-24,25-51,25 50,25 25,-1 0,1 0,0 50,-50-25</inkml:trace>
  <inkml:trace contextRef="#ctx0" brushRef="#br0" timeOffset="400326.3747">6946 17115,'0'0,"0"-25,0 1,49 48,-49 51,0-26,25 1,-25-25,0 24,50-24,-50 0,0 0</inkml:trace>
  <inkml:trace contextRef="#ctx0" brushRef="#br0" timeOffset="403077.983">7566 16966,'0'-24,"0"-26,0 25,0 75,0-25,0 24,0-24,0 25,0-1,25-24,-1 25,26-50,-25 0,0 0,24-50,-49 0,50 26,-50-51,0 26,0-1,0 0,-25 26,25-26,25 50</inkml:trace>
  <inkml:trace contextRef="#ctx0" brushRef="#br0" timeOffset="403621.8665">7987 17090,'0'-24,"0"-26,0 75,0 49,0-24,0-1,0-24,0 0,0 25,25-50</inkml:trace>
  <inkml:trace contextRef="#ctx0" brushRef="#br0" timeOffset="404128.1752">8161 17239,'0'-49,"0"24,0 0,0 0,75 25,-51 0,1 0,25 25,-50 49,0-49,0 25,-50 24,1-24,24-50,50 0,24 0,-24 0,25 0,-26 0,1 0</inkml:trace>
  <inkml:trace contextRef="#ctx0" brushRef="#br0" timeOffset="405137.9382">8905 17090,'25'0,"25"0,24-24,-24 24,-1 0,-24 0,25 0</inkml:trace>
  <inkml:trace contextRef="#ctx0" brushRef="#br0" timeOffset="405461.9354">9104 16942,'0'-25,"-50"25,50-50,0 75,0 49,25-24,-25 0,25-1,-25 1,49-1,-49-24,25-25,-25 25</inkml:trace>
  <inkml:trace contextRef="#ctx0" brushRef="#br0" timeOffset="405956.0066">9525 17165,'25'0,"-25"-25,50 0,-50-24,25 49,-25-50,0 25,0-24,0 24,0-25,-25 50,-25 0,50 25,0 0,0 24,0 1,0 0,0-1,25 1,-25-1,50-49,-50 25,24-25,51 0</inkml:trace>
  <inkml:trace contextRef="#ctx0" brushRef="#br0" timeOffset="406389.5651">9947 17190,'0'0,"-25"0,0 0,25-25,0 0,25-25,0 50,0 0,-25 25,25-25,-25 50,0-25,0-1,0 26,0-25,0 0,-25-25,25 49,25-49,24-25,-24 25,0 0</inkml:trace>
  <inkml:trace contextRef="#ctx0" brushRef="#br0" timeOffset="406773.6033">10245 17115,'0'0,"24"-25,26 25,-25 0,-25 25,0 25,0-1,0-24,0 0,0 25,0-1,25-49,24 0,-24 0,0-25,49 25,-49 0</inkml:trace>
  <inkml:trace contextRef="#ctx0" brushRef="#br0" timeOffset="407529.7613">11311 16842,'25'0,"25"-24,-1 24,1 0,0 0,-26 0,26 0,-25 0</inkml:trace>
  <inkml:trace contextRef="#ctx0" brushRef="#br0" timeOffset="407826.9194">11386 16966,'25'0,"49"0,-49 0,0 0,24 0,-24 0,0 0,0 0,24-24</inkml:trace>
  <inkml:trace contextRef="#ctx0" brushRef="#br0" timeOffset="409444.3737">12626 16793,'-25'0,"0"0,-24 0,-26 25,26-25,24 0,0 0,-25 49,1-49,74-74,-25 49,49 0,1-49,-1 24,-49 25,25 25,-25 25,0 25,50-1,-50 26,25-1,-25 1,49 24,-49-25,0-24,25-25,-25-1,0-48</inkml:trace>
  <inkml:trace contextRef="#ctx0" brushRef="#br0" timeOffset="411519.8951">6698 17661,'-25'0,"0"0,50 0,0 0,-1 0,26 0,0 0,-26 0</inkml:trace>
  <inkml:trace contextRef="#ctx0" brushRef="#br0" timeOffset="418705.4548">10269 17835,'25'0,"-25"-50,0 25,25 25,-25-25,0-24,0-1,0 25,0 125,-25-26,25-24,0-1,0 1,0-1,0-24,0 50,0-51,25-24,25 0,-1 0,-24-24</inkml:trace>
  <inkml:trace contextRef="#ctx0" brushRef="#br0" timeOffset="419132.4849">10567 18058,'-25'0,"25"-25,25-25,0 50,-25-24,25 24,24 0,-49 74,0-49,0 0,0-1,-24-24,24 50,-25-50,50 0,49-25,-49 25,24-25</inkml:trace>
  <inkml:trace contextRef="#ctx0" brushRef="#br0" timeOffset="419508.0775">10890 17983,'0'0,"0"-49,49 49,-49-25,50 25,-25 0,-25 50,0-1,0 1,0-25,-25-25,74 0,-24 0,25 0,-25 0</inkml:trace>
  <inkml:trace contextRef="#ctx0" brushRef="#br0" timeOffset="419703.5545">11286 17835,'25'0,"0"-25,25 25,-25 0,-1 0,26 0</inkml:trace>
  <inkml:trace contextRef="#ctx0" brushRef="#br0" timeOffset="419861.6771">11361 17884,'50'0,"-26"0,26 0,-25 0</inkml:trace>
  <inkml:trace contextRef="#ctx0" brushRef="#br0" timeOffset="420790.2869">11956 17711,'0'-50,"0"75,0 49,0-24,0-1,25 1,-25-25,0 24,25-49,-25 50,25-50,24 0</inkml:trace>
  <inkml:trace contextRef="#ctx0" brushRef="#br0" timeOffset="421344.6335">12427 17785,'0'0,"-24"0,-26 0,25 0,0 0,-24-25,49-24,0 24,0 0,25-25,-1 50,1 0,25 0,-1 0,-49 25,25 0,-25 0,50 49,-50-24,0-1,0 1,0 0,0-26,-25 51,0-26,-24-24,24 25,25-75</inkml:trace>
  <inkml:trace contextRef="#ctx0" brushRef="#br0" timeOffset="438825.4552">14461 16793,'0'0,"25"0,25 0,-50-25,25 25,-25-50,25 50,-25-24,24 24,-24-50,0 0,50 50,-50-49,0 24,0-25,-25 50,0 0,1 0,24 25,0 25,0-1,0-24,0 0,0 25,0 24,-50-24,50 24,0-24,0-1,0 1,0-1,25-49,24 0,-24 0</inkml:trace>
  <inkml:trace contextRef="#ctx0" brushRef="#br0" timeOffset="439273.5117">14759 17041,'0'-25,"0"-25,25 50,0 0,-25 25,0 50,0-26,0-24,0 0,0 24,0-24,0 0,-50-25,50 50,25-75,0 25,0 0,24 0,-49-25,50 25</inkml:trace>
  <inkml:trace contextRef="#ctx0" brushRef="#br0" timeOffset="439544.9942">15032 17016,'0'0,"0"-25,0-24,0 24,0 50,25 24,-25 1,0-1,0-24,49 25,-49-25,0-1,0 1,0 25</inkml:trace>
  <inkml:trace contextRef="#ctx0" brushRef="#br0" timeOffset="443381.8881">16024 16818,'0'-25,"0"0,0-25,0 26,0-1,-25 74,25 1,0-25,0 0,0 24,0-24,0 0,0 0,50-25,-25 0,24-75,-49 50,0-24,0 24,0-25,0 1,0-1,0 100,0-1,0-24,0 0,0 25,25 24,-25-49,0 0,50 24,-25-49</inkml:trace>
  <inkml:trace contextRef="#ctx0" brushRef="#br0" timeOffset="443613.013">16347 16768,'0'0,"-25"0,25 25,0 24,0 1,0 24,0-24,0-25,0 24,25-49</inkml:trace>
  <inkml:trace contextRef="#ctx0" brushRef="#br0" timeOffset="443961.1374">16371 17016,'0'-50,"0"100,25-149,-25 74,50 25,-1 0,-24 50,-25-26,0 26,0 0,-74-50,74 49,-25-49,50 0,24 0,-49 25,25-25,-25 25,0 0,-99 24,74-49,0 25,-24-25</inkml:trace>
  <inkml:trace contextRef="#ctx0" brushRef="#br0" timeOffset="444668.5034">17165 16966,'-49'0,"24"0,74 0,1-49,0 49,-1 0,-24 0,0 0</inkml:trace>
  <inkml:trace contextRef="#ctx0" brushRef="#br0" timeOffset="444945.6262">17240 16743,'0'0,"0"25,0 25,24 24,-24-24,0-26,25 1,-25 25,50-50</inkml:trace>
  <inkml:trace contextRef="#ctx0" brushRef="#br0" timeOffset="445342.79">17562 16917,'0'0,"0"-50,50-24,-26 24,-24 25,50-24,-50-26,0 51,0-1,0 0,0-49,0 49,-50 50,50-1,0 1,0 25,0-1,0 26,0-1,0 1,25-1,-25-24,0-26,25-24,-25 50,50-50,-50 25</inkml:trace>
  <inkml:trace contextRef="#ctx0" brushRef="#br0" timeOffset="445740.5091">17934 16991,'0'-49,"0"24,50 25,-50 25,0-1,0 26,0-25,-25 0,25 24,-50-24,1 25,98-50,-24 0,0 0,0 0</inkml:trace>
  <inkml:trace contextRef="#ctx0" brushRef="#br0" timeOffset="446085.7889">18108 17041,'0'-50,"25"50,24 0,-24 0,-25 50,0-25,0-1,0 26,-25 0,25-1,-49-24,49 25,-25-50,25 24,49-24,-24-24,25 24,-25-25,24 25,1 0</inkml:trace>
  <inkml:trace contextRef="#ctx0" brushRef="#br0" timeOffset="447464.104">18877 16892,'0'-50,"0"26,0 98,0-49,0 0,0-1,0 26,0 0,74-50,-74 24,25-24,25 0,-26 0,-24-49,0-1,50 25,-50 1,0-26,0 0,0 26,0-1,-25 25,25 49,0 1,0 24,0-24,25 0,-25-26,50-24,-50 50,49-50</inkml:trace>
  <inkml:trace contextRef="#ctx0" brushRef="#br0" timeOffset="447900.3907">19348 17140,'-25'0,"25"-25,0-24,25 49,25 0,-26 0,26 49,-50 26,0-51,-25 1,25 25,-49-25,-1 24,25-49,25 25,25-50,49 25,-24 0,0 0</inkml:trace>
  <inkml:trace contextRef="#ctx0" brushRef="#br0" timeOffset="448343.5235">19621 17190,'0'0,"0"-50,25 50,-1-25,26 25,-25 0,-25 75,0-26,0-24,-25-25,50 0,-25 25,0 24,0-24,-50 0,1-25,-1 0</inkml:trace>
  <inkml:trace contextRef="#ctx0" brushRef="#br0" timeOffset="452305.4799">20514 17115,'-50'0,"75"0,0 0,24 0,-24 0,25-25,-25 25,-1 0</inkml:trace>
  <inkml:trace contextRef="#ctx0" brushRef="#br0" timeOffset="452560.201">20539 17239,'24'0,"1"0,25 0,-1 0,1 0</inkml:trace>
  <inkml:trace contextRef="#ctx0" brushRef="#br0" timeOffset="453148.0872">21283 17066,'-25'0,"-25"0,75 0,0 0,25 0,-1 0,1 0,24 0,-49 0</inkml:trace>
  <inkml:trace contextRef="#ctx0" brushRef="#br0" timeOffset="453671.0487">21630 16942,'0'0,"0"-50,50 25,24 25,-49 0,0 0,-25 25,0 0,0 24,0-24,0 0,-25 25,0-50,50 0,0 0,-1 0,-24 49,0-24,0 0,0 24,0-24,-24-25,-1 25,-25-25,1 0,-1 0,25 0</inkml:trace>
  <inkml:trace contextRef="#ctx0" brushRef="#br0" timeOffset="456576.5696">15230 17983,'0'-24,"-24"24,24-25,0-25,-50 50,50-25,0 75,0 0,0-1,0 1,50-25,-50-1,49-24,-49 50,25-50,0 0,74-50,-74 26,24-26,-49-24,25 24,-25 0,0 26,0-26,0 25,0 75,0-1,0 1,0 24,0-49,50 0,-50 25,49-26,-24-24,0 25</inkml:trace>
  <inkml:trace contextRef="#ctx0" brushRef="#br0" timeOffset="456934.6108">15751 18132,'0'-25,"0"1,50 24,-25-50,0 50,24 25,-49 24,0-24,0 0,0 25,-25 24,25-24,-24-26,48-24,1 0,25 0,-50-24,49 24</inkml:trace>
  <inkml:trace contextRef="#ctx0" brushRef="#br0" timeOffset="457427.9438">16049 18132,'0'0,"0"-49,0 24,50 0,-26 25,1 0,-25 50,0 24,0-49,0 24,50-49,-50 25,0 0,-25-25,-25 50</inkml:trace>
  <inkml:trace contextRef="#ctx0" brushRef="#br0" timeOffset="457659.9443">16371 18008,'0'-74,"75"49,-50 25,49-50,-49 50</inkml:trace>
  <inkml:trace contextRef="#ctx0" brushRef="#br0" timeOffset="457835.4659">16520 18107,'0'0,"25"-24,0-1,49-25,-49 25,0 25,25 0</inkml:trace>
  <inkml:trace contextRef="#ctx0" brushRef="#br0" timeOffset="474543.8905">17116 17859,'24'0,"-73"0,24 0,0 0,25 50</inkml:trace>
  <inkml:trace contextRef="#ctx0" brushRef="#br0" timeOffset="475252.7187">17512 17661,'-24'0,"-26"0,25 0,-24 0,24 0,25 25,0-50,0-25,0 1,0-1,25 50,-25-50,49 26,-49-1,25 25,-25 74,0-49,50 25,-50-25,0-1,49-24,-49 50,25 0,-25-26</inkml:trace>
  <inkml:trace contextRef="#ctx0" brushRef="#br0" timeOffset="475716.479">17636 17487,'0'-25,"50"25,-50-24,25 24,0 0,24 0,-49 24,0 26,-24-50,24 25,-25-25,25 25,49-25,1 0,-25 0,-25 49,0-24,0 0,-50-25,1 0,49 25,-25-25,25 49</inkml:trace>
  <inkml:trace contextRef="#ctx0" brushRef="#br0" timeOffset="475911.4729">17463 18033,'0'0,"49"-25,1 25,24-49,-24 49,0-50,-1 50,-24 0</inkml:trace>
  <inkml:trace contextRef="#ctx0" brushRef="#br0" timeOffset="476171.8285">17537 18058,'0'49,"25"26,-25-50,0 24,0 1,25-25,24-1,-24-24</inkml:trace>
  <inkml:trace contextRef="#ctx0" brushRef="#br0" timeOffset="476538.9074">17785 18157,'0'25,"0"0,-49-25,24 0,25-25,0 0,25-25,0 50,49 0,-24 50,-50-25,0 0,0-1,0 26,0 0,0-26,-25 26,-25 0,1-26</inkml:trace>
  <inkml:trace contextRef="#ctx0" brushRef="#br0" timeOffset="686335.7989">17438 17636,'-25'0,"50"0,-25 50,-25-50,0 0,25-25,0 0,0 0,25 25,-25-24,50 24,-50 24,0 1,-25-25,0 0,25 50,-25-50,25-25,0 0,0-24,0 24,25-25,25 50,-25 0,-1 0,-24 25,50 0,-50 0,0 24,0-24,0 0,0 0,0 24,-25-24,25 0,-49 24,49-24,-50 25,0-1,50-24,0 25,25-50,25-25,-1 0,1-24,24 24,-49-25,0 50,-25-25,50 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19T08:59:31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1439 1017,'0'-25,"25"25,-25-49,25 49,-1-25,26 25,-25 0,-50 0,-25 0,1 0,-1 0,1 0,24 0,25 49,0 1,0-25,0 24,0-24,0 25,0-1,0 1,0 24,0 1,0 24,0-74,0 0,0 24,0-24,0 0,0 0,0 24,0 1,0-25,0 24,0 1,0-25,0 24,0 1,0-25,0 24,0-24,49 0,-49 25,0-26,0 26,0 0,0-1,0 1,0-25,0 24,25 1,-25 24,0-24,0 0,0-26,25 26,-25-25,0 49,0 1,0-26,0-24,0 0,0 24,0-24,50-25,-50 50,0-25,0 24,0-24,24-25,-24 25,0 0,0 24,0-24,25-25,-25 25,50-25,24 0,1 0,24-25,25 0,25-24</inkml:trace>
  <inkml:trace contextRef="#ctx0" brushRef="#br0" timeOffset="2909.8281">1811 1265,'0'-50,"-25"50,25-24,0-1,0-25,50 50,-25 0,24 0,-24 0,-25 25,25-25,-25 25,0 0,0 24,0 1,0-25,0-1,0 26,-50-25,50 0,-24-25,24 49,49-74,1 25,49-74,-25 74,-24-74,0 74</inkml:trace>
  <inkml:trace contextRef="#ctx0" brushRef="#br0" timeOffset="3882.1294">3200 1017,'0'-25,"-49"25,24 0,-25 0,1 50,49-25,-25-25,25 49,0 1,0-25,0 24,49-49,-24 0,0 0,25 0,-26 0,-24-25,25 1,-25-1,0-25,0 1,0 24,0 0,-25 25</inkml:trace>
  <inkml:trace contextRef="#ctx0" brushRef="#br0" timeOffset="4940.8117">4068 1042,'0'-25,"0"0,-24 25,-1 0,-25 0,25 0,25 25,0 25,0 24,0-24,0-26,0 1,50-25,-25 0,0 0,24 0,-24 0,-25-25,0 1,0-51,0 50,0 1,-50-26,26 50,-26 0,-25 0,-24 0,-50 0</inkml:trace>
  <inkml:trace contextRef="#ctx0" brushRef="#br0" timeOffset="6330.3933">1662 2108,'50'0,"-25"0,-25-49,24 49,-24-50,50 50,-50-74,25-1,-25 51,0-1,-25 25,25 25,0-1,-50 51,50-50,0 24,0 1,0-1,-24 1,24-25,0 0,0 24,0 1,24-50,101 0,-101-25,26 25</inkml:trace>
  <inkml:trace contextRef="#ctx0" brushRef="#br0" timeOffset="7077.9052">2109 2158,'0'-50,"0"26,25-1,-1 25,26 0,-25 25,-25 24,0-24,0 25,0-26,0 1,0 25,0-1,-25-49,25 25,25-50,0 25,-1 0,51 0</inkml:trace>
  <inkml:trace contextRef="#ctx0" brushRef="#br0" timeOffset="7412.6801">2481 2133,'0'0,"0"50,0 24,0-49,0 0,49 24,-24 1,25-50</inkml:trace>
  <inkml:trace contextRef="#ctx0" brushRef="#br0" timeOffset="9784.9748">3027 2009,'0'-25,"0"-24,0 24,0 0,0-24,0 24,-25 25,25 25,0 24,0 26,0-26,0 1,0-25,0-1,0 51,25-75,24 0</inkml:trace>
  <inkml:trace contextRef="#ctx0" brushRef="#br0" timeOffset="10309.319">3175 2133,'0'-25,"0"-24,25 49,0 25,25-1,-50 26,0 0,0-1,-25-24,74-25,-24 0</inkml:trace>
  <inkml:trace contextRef="#ctx0" brushRef="#br0" timeOffset="10686.345">3498 2158,'-50'-25,"75"0,25 25,-50 25,49-25,-49 50,0-1,-25-49,25 50,0 0,50-50,24-25,-24 25,24-50</inkml:trace>
  <inkml:trace contextRef="#ctx0" brushRef="#br0" timeOffset="11369.5229">4316 1736,'-24'-49,"-1"49,0 0,-25 25,26 24,24-24,-50 49,50-49,0 0,0 0,0 24,0-24,0 0,0 25,74-50,-24 24,-25-24,74 0,-74-99,-25 74,0-24,0 24,0 0,0 0,0-24,-75-1,51 50,-1-25,-25 25,-24 0,24 0</inkml:trace>
  <inkml:trace contextRef="#ctx0" brushRef="#br0" timeOffset="12545.5111">1836 3274,'50'-49,"-1"-51,-49 76,25-1,-25-25,25 25,-25 1,0-26,0 0,0 26,0-1,-25 25,25-25,0 50,0 24,0 26,0-26,0 1,0 0,0-26,0 26,0-25,0 0,25-25,24 0,-24 0</inkml:trace>
  <inkml:trace contextRef="#ctx0" brushRef="#br0" timeOffset="13053.1531">2208 3101,'0'-25,"0"-25,25 50,-25-25,49 25,-24 0,25 0,-1 0,-49 50,0 0,0-26,50-24,-25 25,24 25,-49-25,-24-25,24 24,-50-24,0 0,1 0,24 0</inkml:trace>
  <inkml:trace contextRef="#ctx0" brushRef="#br0" timeOffset="13332.4242">2679 3051,'50'50,"-50"-26,0 1,25 25,-1-25,26-25,-25 0</inkml:trace>
  <inkml:trace contextRef="#ctx0" brushRef="#br0" timeOffset="13903.4015">3324 2828,'25'0,"-25"-50,50 50,-50-25,0 1,0-26,0 25,-25 25,25 25,0 25,0-1,0 1,0-1,0 1,0-25,0 24,0-24,25-25,-25 25,24-25,-24 50,25-50,25 0</inkml:trace>
  <inkml:trace contextRef="#ctx0" brushRef="#br0" timeOffset="14329.2656">3572 3026,'0'0,"25"-49,0 49,0 0,-25 74,0-24,0-26,-25-24,25 25,49-25,-24 0,-25 50,0-25,0-1,-49-24,24 0</inkml:trace>
  <inkml:trace contextRef="#ctx0" brushRef="#br0" timeOffset="14719.7297">3746 3051,'25'0,"-1"-25,26 25,-50-49,25 49,0 0,-25 24,0 1,0 25,0-1,0 1,0 0,0-26,49-24,26 0,24-24,-25-26</inkml:trace>
  <inkml:trace contextRef="#ctx0" brushRef="#br0" timeOffset="15597.0419">4589 2902,'0'-25,"0"1,0-26,0 25,50 0,-50-24,0-1,25 50,-25-74,0 24,0 0,-25 50,-25 75,50-26,0 125,0-124,0-25,0-1,0 26,0 0,0-26,0 1</inkml:trace>
  <inkml:trace contextRef="#ctx0" brushRef="#br0" timeOffset="16158.538">4738 2927,'25'0,"0"0,24 0,-24 0,-25 50,0-1,0-24,0 0,25-25,24 0,1 0,-25 0,-25 49,0-24,0 0,-50 0,25-25,1 0,-26 0</inkml:trace>
  <inkml:trace contextRef="#ctx0" brushRef="#br0" timeOffset="16647.234">5085 2902,'0'-25,"0"-24,25 49,25-25,-1 25,-24 0,0 0,-25 50,0-1,0-24,0 0,50-25,-50 49,24-49,-24 50,0-25,-24 24,-51-49,26 0,24 0</inkml:trace>
  <inkml:trace contextRef="#ctx0" brushRef="#br0" timeOffset="17934.2286">5333 893,'-24'-50,"24"26,49 24,1 0,-1 0,1 0,-25 0,0 0,24 0,-24 124,25-50,-50 0,0 26,0 73,49 100,-49-50,0 1,0 24,0-50,0-49,0 0,0-25,0-25,0-25,50 26,-50-26,0 0,0-24,0-25,0 0,0 24,0 1,-25-50</inkml:trace>
  <inkml:trace contextRef="#ctx0" brushRef="#br0" timeOffset="19508.9008">6152 893,'0'0,"-50"0,50-25,50 25,-25 0,24 0,-24 0,25 0,24 0,-49 0,25 0,-26 0,26 0</inkml:trace>
  <inkml:trace contextRef="#ctx0" brushRef="#br0" timeOffset="20114.4205">6053 918,'49'0,"-24"0,-25 25,25-25,-25 24,0 1,0 50,0-26,50 75,-50-25,0 25,0 25,49-25,-49 25,0 25,50 24,-50-24,0-50,49 0,-49-25,0 0,0-24,25-1,-25 1,0-1,0 0,0-24,50 0,-50-1,0 1,0-25,0-1,25-24,49 0,0 0,26 0,48-49,1 49,0 0,74-50,-74 50</inkml:trace>
  <inkml:trace contextRef="#ctx0" brushRef="#br0" timeOffset="21547.0004">6772 1191,'0'-25,"0"-25,0 25,0 1,0-26,0 75,0 24,0 1,0 0,25-1,-25 1,0-25,0 24,25-49,24 0</inkml:trace>
  <inkml:trace contextRef="#ctx0" brushRef="#br0" timeOffset="26793.398">7690 1191,'74'0,"-24"0,-1 0,1 0,0 0</inkml:trace>
  <inkml:trace contextRef="#ctx0" brushRef="#br0" timeOffset="27479.3191">8111 1042,'25'0,"-25"-25,0 0,25-24,25 49,-25 0,24 0,1 0,-25 0,-25 24,49-24,-49 50,0-25,0 49,-25-74,25 50,-24-50,24 49,-25-49,124 25,-74-25,49 50,-49-25,-25-1,0 1,-50 25,26-50,-1 0,-50 0,26 0</inkml:trace>
  <inkml:trace contextRef="#ctx0" brushRef="#br0" timeOffset="29726.6561">9972 1215,'0'-24,"-50"24,-49 0,49 0,-24 0,49 0,50 0,-25-25,50 25,-50-25,24 25,-24-50,50 50,0-74,-26 0,26 74,-50-25,0-25,25 50,-25 50,0-1,0 1,49 24,-49 1,0-1,0 1,0-1,25 25,-25-49,0-25</inkml:trace>
  <inkml:trace contextRef="#ctx0" brushRef="#br0" timeOffset="31624.8617">7020 2158,'-25'0,"25"-50,-25 50,-24 0,49 25,-25 25,25 24,0 25,50-74,-1-25,-24 0,0 0,24 0,-49-49,0-1,0 0,0 1,0 24,-24 25,-1 0,0 0</inkml:trace>
  <inkml:trace contextRef="#ctx0" brushRef="#br0" timeOffset="32331.3245">8682 2108,'0'-24,"0"-1,0 50,0 24,25 125,0-149,-25-1,24-24</inkml:trace>
  <inkml:trace contextRef="#ctx0" brushRef="#br0" timeOffset="33943.1309">9897 2133,'0'50,"0"-1,0 1,0 0,0-1,0 1,25-1,0-49,0 0,0 0,-25-24,0-1,49-50,-49 26,0 24,25 0,-25-24,0 24,0 0,0-25,0 100,0-25,0 24,0 1,0 0,50-1,-50 26,49-51,1 26</inkml:trace>
  <inkml:trace contextRef="#ctx0" brushRef="#br0" timeOffset="34492.6703">10369 2406,'0'-25,"0"0,0 1,0-26,49 50,1 0,-25 0,0 0,-25 25,0 24,0-24,0 74,-25-49,0 0,-25-26,50 1,-49-25,49 50,-50-50,75 0,49 0,-24 0,0 0,-1 0,1-50</inkml:trace>
  <inkml:trace contextRef="#ctx0" brushRef="#br0" timeOffset="34956.4216">10617 2381,'0'-49,"49"24,-24 25,25 0,-1 0,-24 0,-25 49,0 1,0 0,0-26,-49-24,49 25,24 0,1-25,-25 74,0-49,-74 0,-25-25,-25 50</inkml:trace>
  <inkml:trace contextRef="#ctx0" brushRef="#br0" timeOffset="35923.3679">7318 2902,'0'0,"-25"0,25 25,0 49,0 1,0-26,0-24,50-25,24 0,-24 0,-26 0,26 0,0-25,-1-74,-49 74,0 1,0-1,0-25,-74 50,49 0,0 0,0 0</inkml:trace>
  <inkml:trace contextRef="#ctx0" brushRef="#br0" timeOffset="36454.9475">9550 3150,'0'-25,"0"-24,-25 24,1 25,-1 0,-25 0,1 50,49-1,0 1,0-1,24-49,26 50,0-50,24 0,-49-25,-25-24,0 24,0 0,0-49</inkml:trace>
  <inkml:trace contextRef="#ctx0" brushRef="#br0" timeOffset="36802.9992">10369 3150,'25'50,"-25"-25,49-1,-49 26,25-50,-25 25,25-25,24 0</inkml:trace>
  <inkml:trace contextRef="#ctx0" brushRef="#br0" timeOffset="38578.9416">10518 893,'0'-25,"0"0,0-24,24 49,26 0,0 0,-1 0,1 0,-1 0,1 0,-25 0,24 0,-24 0,-25 25,0-1,0 26,0 0,0 24,0 25,0 50,0 0,50 24,-50-24,0-25,49 25,-49-25,50 0,-50 0,0 25,25-50,-25 1,0-1,0 25,49 25,-49-100,0-24,-49-25,-26 0,-24 0,-25 0,-25 0</inkml:trace>
  <inkml:trace contextRef="#ctx0" brushRef="#br0" timeOffset="40494.3369">11634 1662,'0'-50,"25"50,-1 0,1-25,25 25,-25 0,24 0</inkml:trace>
  <inkml:trace contextRef="#ctx0" brushRef="#br0" timeOffset="40654.9455">11659 1761,'24'0,"26"0,49 0,-24 0,-1 0</inkml:trace>
  <inkml:trace contextRef="#ctx0" brushRef="#br0" timeOffset="41719.9695">12874 695,'-99'-25,"24"25,51 0,-1 0,-25 0,25 0,25 25,0-1,25 76,-25-51,0 1,0-1,25 26,-25 74,0-25,50 24,-50-24,0 50,49 0,1 99,24 74,1-223,-75-50,24 1,-24-1,50 1,-50-1,0-24,0-1,50 1,-50-25,0 24,0-24,24-25,-24 50,0-26,50-24,49-24,75-26,49 0,-24 1,24-26,-25 75</inkml:trace>
  <inkml:trace contextRef="#ctx0" brushRef="#br0" timeOffset="45522.3932">13320 1215,'0'-49,"0"24,0 0,0-24,0 24,0-25,25 50,25-25,-25 25,24 0,1 50,-50 0,0-26,0 1,0 0,-25 25,0-1,-24 1,98-50,1 0,24-25,26 25,-1 0,25-50</inkml:trace>
  <inkml:trace contextRef="#ctx0" brushRef="#br0" timeOffset="45844.5312">14734 1091,'50'-24,"-25"24,24 0,1 0,24 0,-24 0</inkml:trace>
  <inkml:trace contextRef="#ctx0" brushRef="#br0" timeOffset="46338.4235">15429 819,'0'-25,"-25"50,25 24,-50 26,50-51,0 1,0 25,0-25,0 24,0-24,75-25,-50 0,-1 0,1 0,-25-25,0-24,-25 49,25 24</inkml:trace>
  <inkml:trace contextRef="#ctx0" brushRef="#br0" timeOffset="47146.9765">16719 918,'49'-25,"-49"0,25 25,-25-49,0 24,0 0,-25-25,1 50,-26 0,-25 0,26 0,49 25,-25-25,25 25,0 0,0 24,25 1,49-25,-49-25,0 49,25-49,-26 25,1-25,25 50,-25-50,24 25,-24-25,-25 49,50-49,-50 50,0-1,0-24,0 0,-199-25,150 0,-1 0,0 0,25-25,-49-24,74-1,0 25,0 0,50-24,24 24,1 25,-1-50,0 50,-24 0</inkml:trace>
  <inkml:trace contextRef="#ctx0" brushRef="#br0" timeOffset="48993.1573">13742 1811,'50'0,"-25"0,-25 49,0 51,0-76,0 1,49-25,1 0,-1 0,1 0,-50 25,25-25,-25 50,0-26,-25-24,-25 0,26 25,-1-25,-25 0,25 0</inkml:trace>
  <inkml:trace contextRef="#ctx0" brushRef="#br0" timeOffset="49225.5355">13767 1860,'0'0,"0"-24,25 24,24-25,-24-25,0 50,25-25,24 25,-49 0,0 0,-1 0,26 0,-25 25</inkml:trace>
  <inkml:trace contextRef="#ctx0" brushRef="#br0" timeOffset="50005.4915">15379 1885,'0'-25,"-124"25,75 0,24 0,25-49,25 49,24-50,-49 25,50 25,-50-49,25 49,-25-50,49 25,-49 50,0 25,0-1,25 125,-25-124,0-1,50-24,-50 25,24-50,-24 24,25-24,25 0</inkml:trace>
  <inkml:trace contextRef="#ctx0" brushRef="#br0" timeOffset="51148.0153">16446 1786,'-25'0,"75"0,-26 0,100 0</inkml:trace>
  <inkml:trace contextRef="#ctx0" brushRef="#br0" timeOffset="51715.5006">16818 1637,'0'-25,"0"0,25 25,24-49,1 49,0-25,24 25,-49 0,0 50,-25-1,0 1,-50-25,-24-25,74 49,-25-49,99 0,-24 0,-25 0,-25 25,0 25,0-1,-25-49,25 50,-75-50,26 50,-1-50,25 0,1 0,-26 0,25 0</inkml:trace>
  <inkml:trace contextRef="#ctx0" brushRef="#br0" timeOffset="52756.9203">13941 2629,'0'-25,"49"-24,1 49,-25-25,24 25,-24 0,0 0,24 0,1 0,-50 25,0 24,-25-24,0-25,25 25,50-25,0 0,24 0,-74 50,25-50,-25 25,0-1,0 1,-25 25,-25-50,26 0,-26 0</inkml:trace>
  <inkml:trace contextRef="#ctx0" brushRef="#br0" timeOffset="53197.7426">15379 2381,'0'25,"25"25,-25-1,50 1,-50 24,24 1,26-26,-50 1,25-50,0 0,-1 0</inkml:trace>
  <inkml:trace contextRef="#ctx0" brushRef="#br0" timeOffset="53965.0298">16396 2580</inkml:trace>
  <inkml:trace contextRef="#ctx0" brushRef="#br0" timeOffset="54491.6206">16396 2580,'0'-50,"0"25,0 0,25-49,25 74,24 0,-49 0,0 0,-25 50,0-26,0 51,0-26,0 26,-25-25,-25-1,25 1,25-25,-49-25,49 24,25-24,24 0,26 0,-1 0,1 0,-26 0</inkml:trace>
  <inkml:trace contextRef="#ctx0" brushRef="#br0" timeOffset="55660.7293">17091 521,'0'-50,"0"25,25 25,24 0,1 0,-25 0,-1 0,51 0,-50 0,-1 0,-24 75,0 49,50 25,-50-25,0 49,0 26,0 49,50-25,-50 0,49 25,-49 25,50-49,-50-76,49 51,1-150,-50 26,0-26,0-24,-99-25,-50 50,-74-50,-25 99,25-99</inkml:trace>
  <inkml:trace contextRef="#ctx0" brushRef="#br0" timeOffset="60955.9848">1513 2629,'0'-49,"25"49,25-25,-25 25,-1 0,26 0,-25 0,24-50,1 50,0 0,-1 0,-24 0,0 0,0 0,0 0,-1 0,51 0,-26-49,-24 49,0 0,25 0,-26 0,1 0,25 0,-1 0,26 0,-50 0,-1 0,1 0,25-25,-25 25,-1 0,51 0,-26 0,26 0,-50 0,-1 0,26 0,0 0,-1 0,1 0,0 0,-1 0,1 0,-1 0,26 0,-26 0,1-50,24 50,1 0,-26 0,26 0,-26 0,1 0,0 0,-1 0,-24 0,0 0,25 0,-26-25,1 25,25 0,24 0,1 0,-1 0,0 0,-24 0,0 0,-1 0,-24 0,74-24,-74 24,-25-50,25 50,0 0,24 0,1-25,-25 25</inkml:trace>
  <inkml:trace contextRef="#ctx0" brushRef="#br0" timeOffset="64768.8086">968 5358,'49'-50,"-49"1,0 24,25-25,-25 25,0-24,0-1,0 25,0 1,0-26,0 25,0 0,0 1,0-26,0 25,0 0,0-24,0 73,-49 26,49 25,0-1,0 0,0 1,0-1,0 1,0-1,0-24,0-1,24-24,-24 25,25-50,0 0,49 0,-24 0,24 0,-49-25</inkml:trace>
  <inkml:trace contextRef="#ctx0" brushRef="#br0" timeOffset="65529.1527">1414 5383,'0'0,"0"-25,0-25,0 1,25 49,-25 49,50-24,-50 0,0 24,0 1,24 0,-24-1,0-24,0 25,-49-26,49-48,25-26,-1 50,26 0,49 0,-74 0</inkml:trace>
  <inkml:trace contextRef="#ctx0" brushRef="#br0" timeOffset="65796.4377">1811 5283,'0'-24,"0"48,0 1,0 0,0 25,0-1,50-24,-50 25,25-26,24 1,-24-25</inkml:trace>
  <inkml:trace contextRef="#ctx0" brushRef="#br0" timeOffset="66192.3802">2406 4936,'75'0,"-50"-49,49 49,-24 0,-26 0,1 0,25 0</inkml:trace>
  <inkml:trace contextRef="#ctx0" brushRef="#br0" timeOffset="66349.9559">2406 5209,'50'0,"24"0,26-50,-1 50,-25 0</inkml:trace>
  <inkml:trace contextRef="#ctx0" brushRef="#br0" timeOffset="73095.1864">3175 4638,'-24'0,"24"-24,0-1,0 99,24-49,-24 25,0-26,0 1,0 25,0-25,0 0,25-25,0 0,25 0,-26 0,1 0,25 0,-25 0,24 0,-24 0,25 49,-50-24,0 25,0-1,-25 1,-25-50,50 25,-49-25,24 0,0 0</inkml:trace>
  <inkml:trace contextRef="#ctx0" brushRef="#br0" timeOffset="73460.2107">3200 4614,'-25'0,"75"0,0 0,24-50,25 50,25-50,-49 50,-26 0,-24 0,-25-49,50 49,-75 0</inkml:trace>
  <inkml:trace contextRef="#ctx0" brushRef="#br0" timeOffset="75343.2971">4589 5035,'0'50,"0"-25,0-100,0 175,0-51,0-24,0 0,-49 24,-1-24,0 25,1-50</inkml:trace>
  <inkml:trace contextRef="#ctx0" brushRef="#br0" timeOffset="81874.8872">447 7193,'-25'0,"-25"0,26 0,73 0,-24 0,0-49,24 49,-24 0,-25-25,25 25,0 0</inkml:trace>
  <inkml:trace contextRef="#ctx0" brushRef="#br0" timeOffset="82549.0882">769 6995,'0'-25,"50"-24,0 49,-26 0,26 0,0 0,-50 49,0 1,0-25,-25-25,0 49,0-49,50 0,25 0,-1 25,1 0,-50 49,0-24,0-25,-50-25,1 0,24 0</inkml:trace>
  <inkml:trace contextRef="#ctx0" brushRef="#br0" timeOffset="83076.8842">1315 7218,'0'-25,"25"-24,24-1,-24 1,25-1,-50 0,25 26,-25-26,0 25,0 0,-25 25,25-49,-50 49,50 24,0 1,0 0,0 25,0 24,25 25,0 25,-25-99,49 25,-49-1,25-49,-25 25,25-25</inkml:trace>
  <inkml:trace contextRef="#ctx0" brushRef="#br0" timeOffset="83549.6189">1737 7243,'0'-50,"0"1,24 49,-24-25,25 25,25-25,-25 25,0 0,-25 25,49 0,-49 0,0 24,0 1,0-1,-25 1,25 0,-49-26,49 1,-50-25,100 0,-1 0,1-49,0 49</inkml:trace>
  <inkml:trace contextRef="#ctx0" brushRef="#br0" timeOffset="83918.6296">2233 7144,'0'0,"0"49,0 1,74 49,-74-49,0-25,25 24,-25-24,0-99</inkml:trace>
  <inkml:trace contextRef="#ctx0" brushRef="#br0" timeOffset="84408.9794">2605 6871,'49'0,"-24"0,25 0,-25-25,-1 25,26 0,-25-50,0 50,24 0</inkml:trace>
  <inkml:trace contextRef="#ctx0" brushRef="#br0" timeOffset="84806.9527">2679 6648,'25'24,"-25"26,0 0,25-1,-25 1,0 0,49-1,-49 1,0-25,25-1,-25 26</inkml:trace>
  <inkml:trace contextRef="#ctx0" brushRef="#br0" timeOffset="85656.6702">3101 6846,'25'-50,"24"26,-24-26,-25 0,50 26,-50-1,0-25,25 25,-25 1,0-26,0 25,-25 0,25 50,-50 0,50 25,0-26,0 26,0 0,0-1,0 1,0 24,0-49,25 0,-25 25,25-1,24-49,26 0</inkml:trace>
  <inkml:trace contextRef="#ctx0" brushRef="#br0" timeOffset="86263.9861">3572 6871,'0'-25,"0"0,0 0,0-24,25 49,25 0,-26 0,-24 25,50 24,-50 26,0-50,0-1,0 26,-25-25,25 0,-25-25,25 74,-24-74,24 25,49-50,-24 25,0 0,24 0,-49-25,50 25</inkml:trace>
  <inkml:trace contextRef="#ctx0" brushRef="#br0" timeOffset="86724.569">3919 6921,'0'-25,"0"0,25 25,25-50,24 50,-49 0,0 0,0 0,-25 25,0 25,0-1,0-24,0 0,0 25,0-26,-25-24,25 25,-50-25,50 50,50-75,0 25,173-74,-174 74,-24 0</inkml:trace>
  <inkml:trace contextRef="#ctx0" brushRef="#br0" timeOffset="87493.5137">5036 6300,'49'0,"-24"0,0 0,25 0,-1 0,26 0,-26 0,-24 0,0 0,24 0,-24 0,0 0</inkml:trace>
  <inkml:trace contextRef="#ctx0" brushRef="#br0" timeOffset="87689.0067">5085 6648,'50'0,"24"0,26 0,48-50,-48 50,-1 0,-25 0,1 0</inkml:trace>
  <inkml:trace contextRef="#ctx0" brushRef="#br0" timeOffset="90656.9144">6623 6524,'0'-25,"-49"25,-1 0,25 0,0 0,1 0,-51 0,75-25,25-25,0 26,-25-1,99-50,-99 26,25 49,-25-50,0 100,49 49,-49 0,0 25,50 50,-50 24,0-49,0-50,25-24,-25-26,0-24</inkml:trace>
  <inkml:trace contextRef="#ctx0" brushRef="#br0" timeOffset="94119.9904">943 8830,'25'-24,"-25"-1,25-25,-25 25,49 1,-49-26,0 0,25 1,-25 24,0 0,0-24,0 24,0-25,0 25</inkml:trace>
  <inkml:trace contextRef="#ctx0" brushRef="#br0" timeOffset="100957.6031">1117 8409,'0'-25,"0"0,-50 25,50 50,0 24,-25-24,25 24,0 1,-49-1,49-24,0 24,0-49,0 0,24 24,1-49,0 0,25 0,-1 0,75 0</inkml:trace>
  <inkml:trace contextRef="#ctx0" brushRef="#br0" timeOffset="101455.7597">1365 8930,'0'-25,"49"-25,1 50,-1 0,-49 25,25-25,-25 50,0-26,0 1,0 25,0-25,-25 0,25 24,-49-49,-1 50,75-50,0 0,0-25,24 25,-24-25,0 25</inkml:trace>
  <inkml:trace contextRef="#ctx0" brushRef="#br0" timeOffset="101870.5702">1662 8880,'0'0,"25"0,0-50,24 50,1 0,-25 0,-25 25,0 25,0-25,0-1,0 1,0 25,0-25,-25 0,25 24,-25-49,25 50,50-75,0 25,-1-50,1 50,24-24,-49 24</inkml:trace>
  <inkml:trace contextRef="#ctx0" brushRef="#br0" timeOffset="102169.2843">2431 8533,'0'-25,"25"25,-25-25,25 25,24-49,1 49,0 0,-26 0,1 0,25 0,-1 0</inkml:trace>
  <inkml:trace contextRef="#ctx0" brushRef="#br0" timeOffset="102331.8885">2506 8682,'0'0,"173"0,-24 0,-75-25</inkml:trace>
  <inkml:trace contextRef="#ctx0" brushRef="#br0" timeOffset="102672.9753">3299 8186,'0'0,"0"-25,50 25,-50 25,25 49,-25-24,0-1,0 26,49-26,-49 1,0-1,0-24,25-25,-25 25</inkml:trace>
  <inkml:trace contextRef="#ctx0" brushRef="#br0" timeOffset="103212.5317">3771 8210,'0'0,"24"-24,-24-26,0 25,0-24,-49 24,24 25,-25 0,26 0,-26 0,0 25,50 24,0 1,0-25,0-1,0 26,50-50,-25 0,0 0,24 0,1 0,-50-50,49 1,-49 98,25 1,-25 0,0 24,0 0,0-24,50 24,-50-49,0 0,0 25,-25-26,-25-24</inkml:trace>
  <inkml:trace contextRef="#ctx0" brushRef="#br0" timeOffset="105025.1223">298 8458,'0'-24,"0"-1,25 25,-25 25,0 24,0 26,49 49,-49 74,0 1,0-26,0 1,50-25,-50-50,50-25,-50-49,24 49,1-74,124 0,-75 0,26-24,-1 24,50 0,24-50,-24 50,74-50,26 50,23-124,76 50,-26 24,25 1,-99 49,0-99,-24 99,-1-50,-99 50,0-50,-50 50,-24-24,0-26,-26 0,-24 26,50-26,-50 25,0-25,25 1,-25-1,0 1,0-26,0 26,49-100,-49 74,0 1,0-25,0 0,0 24,0 1,0 24,0 0,0 1,-49 49,49-50,-25 50,25-25,-25 25,-24 0,-1 0,25 0,-24 0,-26 0,1 0,-1 0,-24 0,-50 0,-49 0,-25 0,74 0,25 0,-50 0,0 0,26 0,-1 25,0-25,50 0,-25 50,0-50,49 0,1 25,-50-25,0 49,25-49,-1 50,1-50,25 0,-25 50,24-50,26 24,-1-24,25 50,-49-50,49 25,0-25,-24 25,24-25,0 49,-25-49,25 25,-99 49,50-24,49-25,0-25,25 25,0 24</inkml:trace>
  <inkml:trace contextRef="#ctx0" brushRef="#br0" timeOffset="107547.8109">620 4390,'0'0,"100"0,24 0,49-49,75-1,25-24,0 24,0 1,-50-1,-24 0,24 1,-50-1,1 1,0-1,-50 50,-25-74,-49 74,-1-25,-24 25,74-50,-74 50,25 0,-26 0,1 0,-25 50,50-25,-50 49,0 25,74 25,-74-25,50 50,-50-25,50 25,-50-50,24 75,51 24,-75-148,0-25,49 24,-49 1,0-25,-99 24,50-49,-51 75,-222 49,173-124,0 74,-24-24,-26-50,1 99,-50-49,49-50,26 124,-1-75,0 1,1-50,24 74,25-74,25 0,-1 25,26-25,24 0,1 0,-1 50,25-50,-49 0,49 0,0 25,-24-25,49-25,-25-50,25 1,-50-224,50 149,0 50,0 25,0 24,0-24,0 24,0-24,0-1,0 1,0 0,0-1,0 1,0 24,0 0,0 26,0-1,75-25,-1 50,25 0,25 0</inkml:trace>
  <inkml:trace contextRef="#ctx0" brushRef="#br0" timeOffset="118349.4709">769 10864,'-49'0,"-1"25,25-25,0 0,-24 25,49-50,25-24,-25 24,0 0,24-25,-24 26,0-1,25-50,-25 51,50-1,-50 0,25 75,-25-1,49 50,-49 50,50-25,-50 25,50 0,-50-75,24-24,-24-25,0 0,50-25,49-50</inkml:trace>
  <inkml:trace contextRef="#ctx0" brushRef="#br0" timeOffset="118866.6025">1191 11137,'0'0,"0"-49,0-26,25 26,-25-1,49 0,-49-24,0 49,50 0,-50 1,0-26,0 25,0-24,-25-1,0 0,1 50,24 50,0 0,0 24,0 0,0 1,0 123,0-148,49 24,-49-49,25 0,-25 0,25-25,24 49,-24-49,0 0,25 0</inkml:trace>
  <inkml:trace contextRef="#ctx0" brushRef="#br0" timeOffset="119566.2428">1637 11162,'25'0,"-50"0,1 0,24-50,0 26,49 24,1 0,24 0,-49 0,-25 74,0-49,0 0,0 0,0 24,0-24,0 0,-25 24,25-24,-49-25,49 25,49-25,-24 0,0-50,25 50,-26-24</inkml:trace>
  <inkml:trace contextRef="#ctx0" brushRef="#br0" timeOffset="119907.842">2084 10988,'-25'0,"50"0,-50-24,25 48,50 51,-50-1,25 1,-25-1,49-24,-49-25,0 24,25-49,-25-49</inkml:trace>
  <inkml:trace contextRef="#ctx0" brushRef="#br0" timeOffset="122016.8782">2878 10790,'-50'25,"25"-25,25 25,50-25,49 0,-24 0,-1 0,0-50,-24 50,-25 0,0 0,-25-25</inkml:trace>
  <inkml:trace contextRef="#ctx0" brushRef="#br0" timeOffset="122419.318">3101 10517,'0'0,"25"50,-25 24,25 25,-25 1,49-1,-49 0,75 0,-75-49,24-25,-24 24,0-98,0-1</inkml:trace>
  <inkml:trace contextRef="#ctx0" brushRef="#br0" timeOffset="123584.7211">4391 10666,'0'-25,"25"-24,-25 24,24-25,-24 1,0-1,50 0,-50 1,0-75,-25 74,0 50,-24 50,49 24,0 25,-25 1,25 48,0-24,0-24,0-26,0 0,0-49,25-25,-25 25,49-25,1 0,-25 0,0 0</inkml:trace>
  <inkml:trace contextRef="#ctx0" brushRef="#br0" timeOffset="123951.0524">4713 10988,'0'-24,"50"24,-25 0,-25 24,49 26,-49-25,0 0,-25 24,-24 1,24-25,-25 24,26-24,-1-25,50 0,24-25,26 25,-26-49,1 49,-1 0</inkml:trace>
  <inkml:trace contextRef="#ctx0" brushRef="#br0" timeOffset="124320.6387">4936 11013,'0'0,"0"-25,25 25,25-49,0 49,-26 0,26 0,-50 74,0-49,0 0,0 0,-25 24,25-24,-25-25,25 25,-24-25,48 0,26 0,24 0,1-75,-26 75,26-24</inkml:trace>
  <inkml:trace contextRef="#ctx0" brushRef="#br0" timeOffset="124972.4147">5383 10393,'0'-25,"0"1,0 73,0 26,50-1,-50-24,0 24,24-24,-24-26,25 26,-25-75,75-49,-51-1,-24 26,50-1,-50 1,0-1,0 0,0 26,0 98,0 0,25-24,-25 0,49-1,-49 1,50 24,-50-49,25-25</inkml:trace>
  <inkml:trace contextRef="#ctx0" brushRef="#br0" timeOffset="125340.4296">5929 10716,'0'-25,"0"50,49-50,-24 25,0 0,0 0,-25 25,0-1,0 26,0 0,0 24,0-49,0 0,-25 24,-25-24,25 25,-24-26,74-24,24 0,1 0,-1 0,1 0,-25 0</inkml:trace>
  <inkml:trace contextRef="#ctx0" brushRef="#br0" timeOffset="125831.1181">6226 10765,'0'-25,"0"50,25-50,25 1,-1 24,-24 0,0 0,-25 49,0 1,0-1,0-24,-25-25,50 0,0 25,24-25,-49 50,0-26,0 1,-24 25,-1-50,-74 0,74 0</inkml:trace>
  <inkml:trace contextRef="#ctx0" brushRef="#br0" timeOffset="127062.9543">6772 10344,'50'0,"-26"0,26-25,-25 25,24 0,1 0,-25 0,24 0</inkml:trace>
  <inkml:trace contextRef="#ctx0" brushRef="#br0" timeOffset="127252.4454">6871 10542,'0'0,"50"0,-25 0,-1 0,26 0,24 0,-24 0</inkml:trace>
  <inkml:trace contextRef="#ctx0" brushRef="#br0" timeOffset="129422.8936">7739 10244,'50'0,"0"0,24 0,25-24,-24 24</inkml:trace>
  <inkml:trace contextRef="#ctx0" brushRef="#br0" timeOffset="129770.4824">8533 9748</inkml:trace>
  <inkml:trace contextRef="#ctx0" brushRef="#br0" timeOffset="130291.0908">8533 9748,'25'0,"0"0,24 0,-24 25,-25 25,50-26,-50 26,0-25,0 49,0-49,-25 0,-25 25,26-50,-26 0,75 0,24 0,26 0,-26 24,1 1,-50 25,0-1,0 26,0-1,-50-24,-24-1,-25 26,24-75,26 49,-26-49,1 0,0 0,24-24,0-1,25-25</inkml:trace>
  <inkml:trace contextRef="#ctx0" brushRef="#br0" timeOffset="138490.3239">620 12948</inkml:trace>
  <inkml:trace contextRef="#ctx0" brushRef="#br0" timeOffset="149476.7968">1637 12601,'0'-25,"0"0,0-49,0 49,0 75,0-1,0 1,0 24,0-24,50-25,-50-1,25-24,-25 50,25-50,24 0,-24 0,-25-50,25 1,-25-125,0 149,0 1,0-26,0 75,50 0,-50-1,0 26,49-25,-49 0,50 24,-1-24,-24 25,0-50,-25 24</inkml:trace>
  <inkml:trace contextRef="#ctx0" brushRef="#br0" timeOffset="149858.7773">2258 12700,'0'-25,"24"25,1 0,25 0,-25 0,-25 25,24 0,-24 24,0-24,0 0,0 25,-24-26,24 1,-25 25,-25-25,125-25,-1 0,0 0,-49-50</inkml:trace>
  <inkml:trace contextRef="#ctx0" brushRef="#br0" timeOffset="150316.5533">2679 12700,'0'-25,"50"-24,-25 49,-1 0,26 0,0 0,-26 49,-24 1,0-1,0-24,25-25,-25 50,50-50,0 0,-50 25,24-25,-24 24,0 26,-49-50,-1 0,25 0,0 0</inkml:trace>
  <inkml:trace contextRef="#ctx0" brushRef="#br0" timeOffset="150547.9367">3374 12477,'0'0,"74"0,-24-50,-1 50,1 0,0 0,-26 0,26 0,0 25</inkml:trace>
  <inkml:trace contextRef="#ctx0" brushRef="#br0" timeOffset="150677.5871">3647 12700,'173'-25,"-346"50,445-50</inkml:trace>
  <inkml:trace contextRef="#ctx0" brushRef="#br0" timeOffset="150925.2033">4316 12502,'75'0,"-50"0,24-50,1 50,24 0,-24 0,-1 0,26 0,-26 0</inkml:trace>
  <inkml:trace contextRef="#ctx0" brushRef="#br0" timeOffset="151448.8382">5135 11906,'0'0,"0"-49,0 24,25 0,0 25,-25-50,24 50,26 0,-25 0,-25 25,25-25,-25 75,0-51,0 26,0 0,-25 24,0 25,-25-49,50-25,-49-25,49 25,124-50,-75 25,-24 0,0 0,0 0</inkml:trace>
  <inkml:trace contextRef="#ctx0" brushRef="#br0" timeOffset="151986.3971">5532 11832,'0'-25,"0"-25,49 50,26 0,-50 0,-25 25,0 25,0-1,0 1,-25 0,0-50,75 24,-26 1,-24 50,0-26,0-24,-24-25,-1 0,-25 25,25-25,1 0</inkml:trace>
  <inkml:trace contextRef="#ctx0" brushRef="#br0" timeOffset="152242.9239">5085 12675,'25'0,"50"0,49-25,0 25,24-49,1 49,74-50,-24 50,-25-49,-100 49,-24 0</inkml:trace>
  <inkml:trace contextRef="#ctx0" brushRef="#br0" timeOffset="152552.299">5433 12874,'0'24,"0"26,0 0,0 49,0 0,0 0,0 50,0-50,0-24,24-26,26 1,0-50</inkml:trace>
  <inkml:trace contextRef="#ctx0" brushRef="#br0" timeOffset="153047.0308">6053 13122,'0'-50,"0"25,0-24,-50 24,25 25,25-25,-49 25,24 0,0 0,25 50,-50-26,50 26,0-25,0 0,0 24,50-49,0 0,-26 0,1 0,25-25,-50-24,25 24,-25-25,0 299,0-150,0 0,0-25,0-24,0 0,0-1,0-24,0 25,-25-50</inkml:trace>
  <inkml:trace contextRef="#ctx0" brushRef="#br0" timeOffset="157936.6845">1166 12254,'0'-25,"0"-25,0 25,0 0,0 100,0 24,0 50,50-25,-50 50,0 24,0-24,49-1,-49 1,50 49,-50-74,25-124,-25 0,0 24,49-49,-49 50,25-25,-25-1,25-24,0 0,24 0,-24 0,0 0,25 0,-1 0,1 0,24 0,1 0,-1 0,25 0,1 0,24 0,49 0,1 0,24 0,323 0,50-24,-298-26,-50 50,-25-50,-24 50,24-49,-24 49,-25-75,-25 75,0-49,-25 49,-25-50,-24 50,0 0,-50-25,24 25,1 0,-25-24,50-26,-25 0,24 1,-49 24,50-25,-50 26,25-1,-25-50,49 26,-49-75,0 49,0-24,50 0,-50-25,0 0,0 25,25-25,-25 49,0 26,0 24,0 0,49-25,-49 25,0 1,0-26,0 25,0-24,0 24,25 25,-25-50,0 25,0 1,0-1,0-25,0 25,0 1,-25 24,25-50,-49 50,49-25,-25 25,25-49,-50 49,50-50,-25 50,25-25,-49 25,49-49,-25 49,25-25,-25 25,0 0,-148-50,123 50,-24 0,-25 0,-1 0,1 0,-25 0,25 25,0-25,-25 50,24-50,1 49,-50-49,1 50,24-50,-25 49,0-49,-25 50,25-50,50 50,-50-50,1 74,48-74,-24 50,50-50,-1 74,1-74,0 25,-1-25,26 0,-1 49,-24-49,24 0,0 0,26 0,-76 25,76-25,-26 0,-24 0,24 50,-24-50,-1 0,1 0,24 25,25-25,-24 0,24 0,-25 0,1 49,-1-49,0 0,26 25,-1-25,25 25,-50-25,-24 50,49-50,0 0,-24 24,24-24,0 0,-25 0,26 0,148 50</inkml:trace>
  <inkml:trace contextRef="#ctx0" brushRef="#br0" timeOffset="208299.3255">11014 4366,'0'24,"-25"26,25 0,0 24,0 0,0-24,0 0,0-1,0-24,0 25,0-25,0 24,0-24,0 25,0-26,0 26,25-50,-1 0,51 0,-1 0,-49-25</inkml:trace>
  <inkml:trace contextRef="#ctx0" brushRef="#br0" timeOffset="209085.7686">11460 4663,'50'0,"-1"0,1 0,-25 0,24 0</inkml:trace>
  <inkml:trace contextRef="#ctx0" brushRef="#br0" timeOffset="209625.4313">11535 4887,'74'0,"-49"0,0 0,24 0,-24 0,0 0</inkml:trace>
  <inkml:trace contextRef="#ctx0" brushRef="#br0" timeOffset="210652.195">12155 3944,'0'0,"49"0,-24 0,25 0,-1 0,1-50,24 50,-24 0,24 0,-49 0,0 0,-25-24,-25 24,-24 49</inkml:trace>
  <inkml:trace contextRef="#ctx0" brushRef="#br0" timeOffset="212092.2836">12179 3994,'0'49,"0"1,0-25,0 24,25 1,-25-1,0 26,50 24,-50-25,0 1,0-1,0 1,0 148,0-124,0 25,0-25,0 25,0-24,49-1,-49 0,0 0,0 25,0-24,50-1,-50 0,0 0,0 25,0-25,0 1,25-26,-25 0,0-49,0 25,0-25,49-25,-49 25,0 24,0-24,0 0,25 24,-25-24,0 25,0-25,25 24,-25-24,0 0,0 0,50-25,-50 74,0-24,0-1,25-24,-25 0,0 24,24-24,-24 0,0 25,0-26,50-24,-50 25,25-25,49 0,-24 0,24 0,273 0,-272 0,-1 0,1 0,-26-49,-24 49,-25-25,0 0</inkml:trace>
  <inkml:trace contextRef="#ctx0" brushRef="#br0" timeOffset="218607.0507">12626 4366,'0'-25,"0"-25,0 25,0 1,50 24,-26 0,1 0,25 0,-25 49,-25 1,24-50,-24 49,0 1,0 24,-24 26,-1-76,0-24,-25 25,75-25,-25 50,50-50,-1 0,-24 0,0 0,25 0,-26-25,26 25,0 0</inkml:trace>
  <inkml:trace contextRef="#ctx0" brushRef="#br0" timeOffset="219970.4538">14461 4291,'0'-25,"0"1,0-26,-49 50,24 0,0 0,25 25,-25-25,25 25,-49-25,49 24,-25 26,25 0,0-1,0 1,50-25,-26-25,-24 49,25-49,25 0,-25 0,-1 0,26-25,-50 1,0-1,0 0,0-49,0 24,-25 50,25-25,-25 25,25-25</inkml:trace>
  <inkml:trace contextRef="#ctx0" brushRef="#br0" timeOffset="220878.3017">16967 4142,'-25'0</inkml:trace>
  <inkml:trace contextRef="#ctx0" brushRef="#br0" timeOffset="221705.6134">16868 4167,'-25'0,"25"-49,-25 49,-25-25,26 25,-1 0,0 0,-25 0,25 49,-24-24,49 25,0-25,0 24,0 1,25-1,-1 1,26-50,-50 25,25-25,0 0,0 0,24 0,1 0,-50-50,25 50,-25-25,0 1,0-26,0 25,0 0,-25 1,0-26,-174 50,150 0,-1 0,1 0</inkml:trace>
  <inkml:trace contextRef="#ctx0" brushRef="#br0" timeOffset="224457.7285">12899 5482,'0'49,"-25"1,25 0,0-26,-50 26,50 0,0-26,0 1,-24-25,73-25,-24 25,0 0,49 0,-24 0,-25 0,-25 50,24-50,-24 25,0 0,0 0,0 24,0-24,-49-25,-1 50,1-50,-1 0</inkml:trace>
  <inkml:trace contextRef="#ctx0" brushRef="#br0" timeOffset="224810.4843">12924 5507,'24'-50,"1"50,25 0,-1-25,26 25,-26 0,-24 0,25 0,-25 0</inkml:trace>
  <inkml:trace contextRef="#ctx0" brushRef="#br0" timeOffset="227350.4082">14586 5407,'0'25,"0"25,0 24,-25 25,25-24,0-26,0 1,0-25,0 25</inkml:trace>
  <inkml:trace contextRef="#ctx0" brushRef="#br0" timeOffset="228093.522">15131 5581,'0'-25,"0"-24,0 24,-25 0,25-25,-24 50,24-24,-25 24,25-25,-50 25,1 0,-1 0,0 0,50 49,-24 1,24-25,0 0,0 24,0-24,0 0,74-25,-49 0,0 0,24 0,-49-25,25 25,-25-50,0 75,50 74,-50 25,0-24,0-1,0-25,0-24,0 0,0-26,24-24</inkml:trace>
  <inkml:trace contextRef="#ctx0" brushRef="#br0" timeOffset="234484.4482">16868 5482,'-25'0,"0"0,0 0,0 0,25 25,-49-25,49 49,-25-49,25 50,-25-25,25 24,0-24,-50 0,50 24,0 1,0-25,0 49,50-74,-25 25,25-25,-1 0,1 0,-1 0,-49-49,25 49,-25-25,0 0,0 0,0-25,0 1,0-1,0 1,-25 49,25-25,-74 25,49 0,0 0</inkml:trace>
  <inkml:trace contextRef="#ctx0" brushRef="#br0" timeOffset="248879.7245">17190 3770,'25'0,"0"0,24 0,-24 0,0 0,0 0,24 0,1 0,-25 0,-25 50,49-25,-49 0,0 49,0-24,0-1,0-24,25 0,-25 24,0-24,0 0,0 25,0-26,0 1,25 0,-25 49,0-24,0-25,0 0,0 49,0-24,0-26,0 1,0 0,0 25,0-1,0-24,0 0,49 25,-49-26,0 1,0 25,0-25,0-1,0 1,0 50,0-26,0-24,0 0,0 24,0-24,0 0,0 0,0 74,0-49,0-26,0 1,0 0,0 49,0-24,0 0,25 49,-25-25,0-24,0 0,0-1,0 1,0-1,50-24,-50 25,0-25,0 24,0 1,0-1,0 1,0 0,0 24,0 0,50 75,-50-99,0 0,0-1,0 1,0-1,24 26,-24-26,0 75,0 0,0-99,0 0,0 0,0 49,0-49,-24-25,-26 0,-25 0,-24 50,-50-50,1 24,24-24,-25 75,25-75</inkml:trace>
  <inkml:trace contextRef="#ctx0" brushRef="#br0" timeOffset="251423.6196">11212 9327,'0'-25,"0"50,0-1,0 1,0 50,0-26,0 1,0-1,0 1,0 0,0-1,0 1,0-25,0-1,25 26,24 49,-24-99,-25 25,50-25,-25 25,0-25,24 0,1 0,-25 0,-25-50,24 50,-24-49,0 24,0-25,0 25,0 1,50-26,-50-24,0 49,0 0,0-25,0 1,0-26,0 26,0 24,25 25,-25-25,25 25</inkml:trace>
  <inkml:trace contextRef="#ctx0" brushRef="#br0" timeOffset="251889.3734">12179 9624,'25'0,"50"0,-1 0,-49 0,0 0,-1 0</inkml:trace>
  <inkml:trace contextRef="#ctx0" brushRef="#br0" timeOffset="252069.8901">12204 9847,'0'0,"25"0,0 0,24 0,1 0,24 0,26 0,-26 0</inkml:trace>
  <inkml:trace contextRef="#ctx0" brushRef="#br0" timeOffset="254003.3717">13147 8657,'-25'0,"-49"0,49 0,-25 0,1 0,24 0,-25 49,50-24,0 50,0-51,0 1,0 50,0-26,0 1,0 0,0-1,0 1,0 24,0 75,0 0,0-75,0 1,0-26,0 1,0 24,0-24,0-1,0 1,0 0,0-1,0 26,0-26,0 26,0-26,0 1,0 0,0-1,0 26,0-26,0 26,0-1,0 0,0 26,0 48,0-73,0-25,0-1,0 1,0-1,0 26,0 123,0-173,0 74,25-49,-25-25,0 24,0 26,0-26,0 1,0-25,25-1,-25 26,0-25,0 0,0 24,0 1,0-25,0 24,0-24,0 25,25-50,-25 25,49-1,-24 1,25-25,-26 0,26 0,0 0,24 0,0 0,26 0,-26 0,1 0,-1-49,-24 49,24-25,-49 25,49-75,-24 51</inkml:trace>
  <inkml:trace contextRef="#ctx0" brushRef="#br0" timeOffset="256667.8762">13221 9128,'0'-25,"0"50,0 50,0-26,0 1,0-1,0-24,0 25,0-1</inkml:trace>
  <inkml:trace contextRef="#ctx0" brushRef="#br0" timeOffset="258551.7424">14685 9302,'25'0,"24"0,-24 0,25 0,-26 0,26 0</inkml:trace>
  <inkml:trace contextRef="#ctx0" brushRef="#br0" timeOffset="259413.2294">15305 9004,'0'-25,"25"25,-1 0,26 0,0 0,-26 0,26 0,0 50,-50-25,0 0,-25-25,25 49,-25-49,25 25,-25-25,25 25,99 24,-49-24,0 0,-25 49,-25-24,0 0,-25-1,0-49,0 0,-49 25,49-25,0 0,-25 0,1 0</inkml:trace>
  <inkml:trace contextRef="#ctx0" brushRef="#br0" timeOffset="260688.8538">17736 9153,'-50'0,"25"0,-24 0,-75 0,99 0,0 0,0 0,-24 0,24 0,74 0,-24-25,0 25,25-49,-1-26,1 25,-1 26,-24-26,-25 100,0 24,0 25,0 1,0 48,0 1,0 0,0-75,0-24,0-25,0 0</inkml:trace>
  <inkml:trace contextRef="#ctx0" brushRef="#br0" timeOffset="263235.1076">13618 10368,'0'0,"-25"0,-24 0,24 25,0-25,25 50,-50-50,26 49,24-24,0 25,0-25,0-1,0 26,49-50,-49 25,25-25,0 0,25 0,-26 0,1-25,50-49,-75 49,24 25,-24-50,0 1,0-1,0 0,0 26,-74 24</inkml:trace>
  <inkml:trace contextRef="#ctx0" brushRef="#br0" timeOffset="264514.2361">15652 10294,'0'50,"0"-26,0 26,0 0,0 24,0-24,0-1,50-24,-50 49,25-123</inkml:trace>
  <inkml:trace contextRef="#ctx0" brushRef="#br0" timeOffset="269117.6873">17388 10567,'25'0,"25"0,-1 0,1 0,0 0,-26 0,1 0</inkml:trace>
  <inkml:trace contextRef="#ctx0" brushRef="#br0" timeOffset="269792.0083">17984 10368,'0'-24,"0"-1,0-25,25 50,49-25,-24 25,-1 0,-24 0,0 25,-25 25,0-25,0-1,-25 26,-49-25,-1 24,26-49,49 25,24-25,51 0,24 0,-49 0</inkml:trace>
  <inkml:trace contextRef="#ctx0" brushRef="#br0" timeOffset="270446.7915">18430 10244,'25'-49,"-50"98,50-148,25 99,24 25,-74 25,0-26,0 26,0 0,-50-50,26 0,73 0,1 0,-50 24,25-24,-25 25,0 25,-25-25,-25-25,25 0,1 24,-26-24,25 0,-24 0</inkml:trace>
  <inkml:trace contextRef="#ctx0" brushRef="#br0" timeOffset="271054.7191">18033 10765,'50'0,"24"0,26-25,48 25,26-74,-25 74,25-50,-26 50,-73 0,-26 0,1 0,-100 0</inkml:trace>
  <inkml:trace contextRef="#ctx0" brushRef="#br0" timeOffset="271459.6347">18480 10889,'0'25,"0"0,0 24,25 26,-25-26,0-24,0 0,0 25,24-25,26-25</inkml:trace>
  <inkml:trace contextRef="#ctx0" brushRef="#br0" timeOffset="272052.5469">18926 10914,'0'-25,"0"-24,-24 49,-26 0,0 0,1 0,24 0,25 24,-50-24,50 25,0 0,0 0,25 24,0-49,0 0,24 0,-24-24,-25-1,25 25,-25-25,0 50,0 49,0 1,0-1,0-24,0 24,0-49,0 0,0 24,-50-24</inkml:trace>
  <inkml:trace contextRef="#ctx0" brushRef="#br0" timeOffset="273498.5702">13941 11658,'0'0,"-25"0,0 0,-25 0,26 0,-26 0,0 50,-24-1,74 1,-25-25,25 24,0-24,0 0,50 49,-25-74,49 25,-49-25,0 0,24 0,-24 0,25-25,-50-24,49 24,-49 0,0-24,0-1,0 25,-49-24,24 49,-25 0,25 0,25 24</inkml:trace>
  <inkml:trace contextRef="#ctx0" brushRef="#br0" timeOffset="274581.1926">15950 11609,'0'-50,"0"25,-25 25,-25 0,1 0,24 25,-25 0,50 24,0 1,0 0,0-26,0 1,25 25,0-50,0 49,24-49,-24 0,0 25,49-25,1 0,-50 0,-25-74,49 49,-49-25,0 1,0-1,0 1,0 24,-74 0,24-25,1 50,24 0,-50 25,75 25</inkml:trace>
  <inkml:trace contextRef="#ctx0" brushRef="#br0" timeOffset="275862.5287">17959 11708,'0'49,"0"51,0-51,0 75,0-99,0 0,0 0,25-25,24 0</inkml:trace>
  <inkml:trace contextRef="#ctx0" brushRef="#br0" timeOffset="277602.3997">18678 8731,'0'-25,"50"25,-25 0,-1 0,1 0,25 0,-25 0,0 0,24 0,-49 25,0 50,0-1,0 0,50 1,-50 24,0 199,0-125,0 175,0-175,0 26,0-1,0 1,0-26,0 26,0-1,0-24,0-25,0 74,0-25,0-49,0 50,0-51,0-24,-25 0,25-49,0-1,0-24,0-1,0-24,0 0,-74-25,-1 0,-49 0,-50 0,-49 0,0 0,25 0</inkml:trace>
  <inkml:trace contextRef="#ctx0" brushRef="#br0" timeOffset="302023.0153">1811 3671,'0'-25,"0"0,75 25,-26 0,-24 0,0 0,0 0,24 0,-24 0,0 0,24 0,-24 0,0 0,0 0,49 0,25 0,125 0,-150 0,25-49,0 49,1 0,-1 0,25 0,-25 0,0 0,1 0,-1 0,0 0,75 0,-1 0,-24 0,25 0,-1 0,26 0,-26 0,-24 0,0 0,-25 0,-25 0,-24 0,-1 0,1 0,-1 0,0 0,-24 0,0 0,24 0,-49-50,0 50</inkml:trace>
  <inkml:trace contextRef="#ctx0" brushRef="#br0" timeOffset="303531.4504">7144 992,'0'0,"0"-25,0 1,25 73,-25-24,0 25,25-26,-25 1,0 25,49-1,-49 1,25 0,-25-26,0 1,25 25,-25-25,50 24,-50 1,49-1,1 51,-1-26,-24 50,25-25,-1 25,1-24,0 24,-26-50,-24 0,75 1,-75-26,25 26,-25-25,49-1,-49 1,25 198,49-149,-74-25,50 26,-50-51,0 1,25-25,-25 24</inkml:trace>
  <inkml:trace contextRef="#ctx0" brushRef="#br0" timeOffset="310289.8301">3399 15106,'24'0,"1"0,25 0,-50-50,25 50,-25-74,24 24,-24 26,50-26,-50 25,0-24,0 24,0 0,0-25,0 26,-25 24,25 49,-25-24,25 25,0 24,0 0,0 1,0-1,0-24,0 24,0-49,0 0,0 0,50 24,24-49,-24 0,0 0</inkml:trace>
  <inkml:trace contextRef="#ctx0" brushRef="#br0" timeOffset="311136.0832">4044 15180,'-25'0,"25"-24,0 48,0-48,0-26,49 25,-24 25,25 0,-1 0,-49 50,50-50,-50 74,25-24,-25-1,0 1,0-25,-50 49,1-74,49 25,-50-25,50 25,-25-25,25 50,25-50,49 0,1 0,-26 0,26 0,-1 0,-49 0</inkml:trace>
  <inkml:trace contextRef="#ctx0" brushRef="#br0" timeOffset="311691.6209">4614 15255,'0'0,"0"-25,0 0</inkml:trace>
  <inkml:trace contextRef="#ctx0" brushRef="#br0" timeOffset="312524.1633">4118 15478,'25'0,"49"0,-49 0,0 0,49 0,-24 0,-1 25,-24-25,25 74,-25-24,24 0,-49-1,25 1,-25-1,0 1,-124 49,50-99,24 0,0 50,26-50,-26 0,0 0,26 0,48-25</inkml:trace>
  <inkml:trace contextRef="#ctx0" brushRef="#br0" timeOffset="313086.6609">4589 15354,'0'0,"0"-25,25 25,-25-25,0-24,25 49,-25-25,0 0,25 25,-25 25,49 0,-49 49,50 1,-50-1,49-24,-49-25,25 24,-25 1,50-50</inkml:trace>
  <inkml:trace contextRef="#ctx0" brushRef="#br0" timeOffset="313475.1325">5209 15106,'50'-50,"-25"50,0-24,49 24,-24-25,-1 25,-24-50,25 50,-26 0,1 0,0 0</inkml:trace>
  <inkml:trace contextRef="#ctx0" brushRef="#br0" timeOffset="313689.5586">5234 15304,'0'0,"50"0,-1-24,75 24,-49-25,74 25</inkml:trace>
  <inkml:trace contextRef="#ctx0" brushRef="#br0" timeOffset="328412.1056">12948 7119,'0'-25,"0"0,0 1,25 24,-25-25,0-25,25 50,0 0,24 0,-24 25,0-25,0 74,-25-24,0-25,0 0,-25 24,0-49,25 25,-49-25,24 0,50 0,49 0,-49 0,24 25,1-25,-50 74,25-49,-25 25,0-1,-50 1,1-25,24-25,0 0,0 0,-49 0,74 24,0 26</inkml:trace>
  <inkml:trace contextRef="#ctx0" brushRef="#br0" timeOffset="429075.114">14883 6871,'0'25,"0"49,0-24,0 24,0 1,0-1,0 0,50 26,-50-51,0 1,0-25,25-25</inkml:trace>
  <inkml:trace contextRef="#ctx0" brushRef="#br0" timeOffset="430237.0585">15230 7169,'0'-25,"0"0,0 0,0-49,0 49,-24 50,24 0,0-1,-50 26,50 0,0-26,0 26,0-25,0 24,0-24,50-25,-26 0,1 0,25 0,-25 0,-1 0,-24-49,0 24,0 0,50-25,-50-24,0 49,0 0,0 1,-25 24,25-50,-49 50,24 0,25-25,-25 25,-25 0,50 50,-24-1,24 1,0 0,0-26,0 26,0-25,0 0</inkml:trace>
  <inkml:trace contextRef="#ctx0" brushRef="#br0" timeOffset="529258.9321">3448 3423,'0'0,"75"0,-51 0,51 0,-50 0,-1 0,26 0,-25 0,0 0,49 0,-24 0,-26-25,1 25,25 0,24 0,-24 0,0 0,-26 0,1 0,25 0,-25 0,-1 0,1 0,25 0,-25 0,-1 0,76 0,-76 0,26 0,-25 0,0 0,24 0,-24 0,0 0,24 0,1-49,0 49,-26 0,26 0,-25 0,25 0,-26 0,1 0,-25-25,50 25,-25 0,-1 0,-24-25,25 25</inkml:trace>
  <inkml:trace contextRef="#ctx0" brushRef="#br0" timeOffset="542757.1732">9550 15131,'-25'0,"1"0,-51 0,50 0,25-25,0-49,0 49,0 0,75-25,-75 26,25-1,-25-25,49 25,-49-24,50 24,-50-25,25 50,-25 25,0 0,0 25,49-26,-49 26,0 0,0 24,25 0,-25 1,0-1,50 25,-50-49,0 0,0-25,24 24</inkml:trace>
  <inkml:trace contextRef="#ctx0" brushRef="#br0" timeOffset="543367.0609">10096 15180,'0'-49,"25"-1,-25 25,0 1,0-26,0 25,0 0,49-24,-49 24,0 0,0-24,0 24,0-25,0 25,-25 25,1 0,-1 0,25 50,0-25,0 24,0 1,0 124,25-100,-25 0,24 26,1-76,-25 1,50-25,-25 0,24 0</inkml:trace>
  <inkml:trace contextRef="#ctx0" brushRef="#br0" timeOffset="543941.0816">10518 15280,'0'0,"0"-25,0 0,0 0,24-24,1 49,50 0,-26 0,-49 24,25-24,-25 25,0 0,0 0,0 24,0-24,-74-25,49 0,50 0,24 0,-24 0,0 0,-25 25,49-25,-49 50,0-25,0-1,-24-24,-26 0,25 0</inkml:trace>
  <inkml:trace contextRef="#ctx0" brushRef="#br0" timeOffset="544278.5333">10914 15131,'25'0,"-25"25,25-1,-25 1,50 50,-50-26,24 1,-24-25,0 24,50-49</inkml:trace>
  <inkml:trace contextRef="#ctx0" brushRef="#br0" timeOffset="546118.5889">11460 15180,'99'0,"-24"0,-26 0,-24 0,0 0,25 0,-1 0,-74 0</inkml:trace>
  <inkml:trace contextRef="#ctx0" brushRef="#br0" timeOffset="546644.7119">11683 15007,'25'49,"-25"-24,50 50,-50-26,25 1,-25-1,49 1,-49 25,25-26,-25-24,0 0,25-25,-25 49</inkml:trace>
  <inkml:trace contextRef="#ctx0" brushRef="#br0" timeOffset="549444.8272">12750 14883,'0'-25,"0"0,0 100,0-26,0-24,25 0,-25 24,49-24,-24-74,-25 24,25 0,-25 0,0-49,50 74,-50-75,0 51,0-1,0 74,0 1,0 0,49-1,-49 1,25-25,-25-1,50-24,-50 50</inkml:trace>
  <inkml:trace contextRef="#ctx0" brushRef="#br0" timeOffset="549945.5331">13147 15056,'0'0,"49"-49,-24 49,25 0,-1 0,-24 0,0 49,-25-24,0 25,0-1,0 1,0 24,0-24,0-25,-74 25,24-50,25 24,0-24,-24 0,74 0,49 0,0 0,-24 0,0 0</inkml:trace>
  <inkml:trace contextRef="#ctx0" brushRef="#br0" timeOffset="550503.0442">13469 15106,'0'0,"0"-25,50 25,-25-49,24 49,1 0,-25 0,0 0,24 24,-49 26,0-25,0 24,0-24,-25 0,75-25,-25 0,0 0,-1 0,-24 50,0-26,0 1,-49-25,-1 0,25 0</inkml:trace>
  <inkml:trace contextRef="#ctx0" brushRef="#br0" timeOffset="551212.4944">14238 14908,'0'-50,"25"25,-25 0,0-24,0 24,25 25,-25-25,0-24,0 24,-25 25,25 49,-50 1,50 0,0 24,0 0,25 1,-25-26,0 1,25-25,-25 0,0 24,50-49,-50 25,24-25,51 0</inkml:trace>
  <inkml:trace contextRef="#ctx0" brushRef="#br0" timeOffset="551725.1236">14511 15081,'99'0,"-74"0,-149 0,273 0,-99 0,-50 25,0 0,-25 24,-25-24,25-25,50 0,25 0,-1 0,-49 50,25-50,-25 25,0 24,0 1,0-25,-49-25,-1 0,25 0</inkml:trace>
  <inkml:trace contextRef="#ctx0" brushRef="#br0" timeOffset="552175.9195">14858 15106,'0'-25,"0"50,25-99,25 74,-1 0,1 0,0 0,-26 49,-24-24,0 0,0 0,0 24,0-24,0 25,0-1,0-24,0 0,-49-25,49 25,74-25,1-25,-26 25,1-25,-1 25,1 0,0 0,-1 0</inkml:trace>
  <inkml:trace contextRef="#ctx0" brushRef="#br0" timeOffset="553651.417">15826 14908,'25'0,"-1"0,26 0,24 0,-24 0,0 0,-1 0,-24 0,25 0,-26 0,-24-25,50 25</inkml:trace>
  <inkml:trace contextRef="#ctx0" brushRef="#br0" timeOffset="553964.5792">15677 14709,'25'0,"-50"0,75 0,-26 0,-24 50,50-25,0 74,-50-50,49 1,-49 0,50 24,-50-49,0 0,25 24,-25 1</inkml:trace>
  <inkml:trace contextRef="#ctx0" brushRef="#br0" timeOffset="554742.8069">16471 15131,'0'0,"0"-25,24 25,-24-50,0 26,0-26,0 25,25 0,-25-24,0 24,0-25,0 1,50 49,-50-25,0-25,0 26,-25 24,25-25,0-25,-25 50,-24 75,49-51,0 26,0 0,0-1,0 26,0-1,0 0,24 1,-24-1,50-49,-50 0,25-25,-25 49,25-49,-1 0</inkml:trace>
  <inkml:trace contextRef="#ctx0" brushRef="#br0" timeOffset="555265.6618">16694 15180,'0'0,"25"-24,24 24,-24 0,25 0,-25 0,24 24,-49 1,0 0,0 25,0-26,0 1,0 25,-25-50,25 25,-49-25,74-25,-1 25,26 0,0 0,-50 25,49-25,-49 49,0 1,0 0,-25-50,-24 0,24 0,0 0,-24 0</inkml:trace>
  <inkml:trace contextRef="#ctx0" brushRef="#br0" timeOffset="555734.4059">17116 15180,'74'-49,"0"49,-222 49,346-98,-173 49,24 0,-49 25,25-25,-25 74,0 0,0-49,0 25,0-25,75 24,-51-49,-24 25,0 0,0 25,-99-50,0 0,25 0,-1 0,26 0</inkml:trace>
  <inkml:trace contextRef="#ctx0" brushRef="#br0" timeOffset="556938.4514">18505 14858,'-25'0,"25"-50,25 50,24 0,1 0,-1 0,1 0,-25 0,24 0,-24 0</inkml:trace>
  <inkml:trace contextRef="#ctx0" brushRef="#br0" timeOffset="557126.9582">18182 15056,'372'-24,"-744"48,794-48,-397 24</inkml:trace>
  <inkml:trace contextRef="#ctx0" brushRef="#br0" timeOffset="557838.6742">19249 14833,'0'-49,"0"24,0 0,49 25,-24-50,25 50,-25 0,99 348,-124-299,-25 1,25-25,-50-1,25-24,-24 75,24-75,25 25,-50-25,50 24,25-24,25 0,-1 0,26 0,-26 0,1 0,-25 0,0 0</inkml:trace>
  <inkml:trace contextRef="#ctx0" brushRef="#br0" timeOffset="560127.5348">13147 15825,'0'0,"49"25,-24-25,50 0,-51 0,26 0,-25 0,24 0,1 0,-50-49,75 49,-51-25,1 25,25-50,-25 50,-25-25,49 25,1-74,-25 49,-25 0,24 25,-24-49,0 24,0-25,50 1,-50 24,0-25,0 1,0-1,0-49,0 49,-50 50,50-49,-24 24,-1-25,-25 25,1-24,-1 24,-24-25,24 26,-25-26,51 50,-26-25,0 25,1-49,24 49,-25-25,26 25,-26 0,50-25,-50 25,-24 0,24 0,26 0,-1 0,-74 25,74 49,-25-24,50-25,-25 24,25-24,-49 0,49 24,0-24,-25 0,25 0,0 24,0-24,0 0,0 25,0-26,0 26,0 0,0-1,0 26,50-26,-50 1,24 0,26-1,-25 1,24-25,-24-25,25 74,24-74,25 0,75-74,49-1</inkml:trace>
  <inkml:trace contextRef="#ctx0" brushRef="#br0" timeOffset="563354.97">17984 11088,'0'24,"0"1,0 0,0 0,25-25,-25 50,24-50,26 24,-25-24,24 50,-24-50,0 0,-25 25,25-25,24 0,-49 25,50-25,0 0,-50 24,74-24,-24 0,-26 0,76 50,-26-50,-49 0,0 0,24 0,-24 0,0 0,25 0,-26 0,1 0,0 0,25 0,-26 0,1 0,25-50,-1 26,-24 24,-25-75,50 75,-50-49,25 49,-25-50,0 0,24 50,-24-74,0 24,0 1,50-1,-50 0,0 26,0-1,0-25,0 25,-25 1,25-26,0 25,-25 0,25-24,-49 49,49-50,-25 50,25-49,-25 24,25-25,-49 50,49-25,-25 25,25-24,-50 24,50-50,-49 50,-1-50,0 1,1 49,49-25,-50 25,0-50,-24 50,49-24,0-1,1 25,-26-50,25 50,-24-25,-1 25,25 0,-24-49,-1 49,25 0,0 0,-24 0,-1 0,1 0,-1 0,25 0,-24 0,-1 24,25-24,-24 0,-1 25,0-25,26 25,-1-25,25 50,-50-50,25 25,0 24,-24-24,24 0,-25 49,50-49,-24-25,24 25,0 24,-25-24,25 0,0 25,0-26,0 1,-50-25,50 25,0 25,0-1,0-24,0 0,0 24,0-24,0 0,25 25,0-1,0 26,-25-26,74 26,-49-26,0-24,24-25,-24 50,0-50,25 49,-26-49,26 50,-25-50,24 50,-24-50,0 74,25-74,-26 25,1-25,25 49,-25-49,-1 0,26 25,-25-25,24 0,-24 0,50 0,-51 0,1 0</inkml:trace>
  <inkml:trace contextRef="#ctx0" brushRef="#br0" timeOffset="568084.6415">5929 14982,'0'-25,"0"0,0 1,0-26,24 50,26-25,-25 25,0 0,-1 0,26 0,-25 0,-25 75,0-51,0 1,0 0,0 25,0-26,-25 1,-49 74,49-74,0-25,25 25,0-50,74-24,-49 49,25 0,0 0,-26 0,26 0,-50 49,25 1,-25-25,0-1,0 26,0-25,0 25,-25-1,-25-49,50 50,-49-50,-1 0,0-25,26 25</inkml:trace>
  <inkml:trace contextRef="#ctx0" brushRef="#br0" timeOffset="569726.3922">6921 14784,'0'-25,"0"0,0-25,-25 50,25-49,-50 24,26-25,-1 26,-25-26,25 25,-24 0,-26-49,26 74,-50-25,24 25,1-50,-1 50,1-24,-1 24,1 0,-25-50,-50 50,25 0,25 0,-25 0,25 0,-1 0,-24 0,-25 0,25 0,25 0,0 0,0 25,24-25,1 0,0 25,-1-25,1 49,-1-49,1 25,24-25,-24 50,24-50,-24 49,24-49,-74 25,-49 74,148-99,-50 25,51-25,-1 75,-25-51,50 1,-49 25,49-25,-25 24,25 1,0 24,0-24,0-1,0 1,0 24,25 1,24 24,-24-24,25-1,24 25,-24-49,24 24,25-24,-24 24,49 1,-25-51,25 26,-50 0,26-1,-26-49,75 50,-50-1,149-49,-124 0,75 0,-26 0,1-49,-50 49,25-75,-50 75,25-74,-25 74,25-50,-25 50,-24-49,-1 49,1-25,-1 25,0-50,-49 1,0 24,25-25,-50 26,49-26,-49 0,50-49,-50 50,0-1,0 0,-25 1,25-1,-74-24,49 24,-25 0,-74-74,25 50,-149-75,173 149,1-49,24 49,26 0</inkml:trace>
  <inkml:trace contextRef="#ctx0" brushRef="#br0" timeOffset="574240.745">14734 15553,'0'24,"25"-24</inkml:trace>
  <inkml:trace contextRef="#ctx0" brushRef="#br0" timeOffset="576728.3489">14511 15652</inkml:trace>
  <inkml:trace contextRef="#ctx0" brushRef="#br0" timeOffset="589600.2848">14387 13791,'0'25,"0"25,0 24,0-49,0 25,0 24,0-24,0-1,0-24,0 0,0 24,0-24</inkml:trace>
  <inkml:trace contextRef="#ctx0" brushRef="#br0" timeOffset="590230.5471">14685 13965,'0'-74,"0"148,0-173,-50 99,25 25,25 49,0-24,0-1,0 1,0-25,0 24,0 1,25-50,25 0,-25 0,-1-25,-24 0,0 0,0-24,0-1,-24-49,-51 49,50 50,1 0,24 50</inkml:trace>
  <inkml:trace contextRef="#ctx0" brushRef="#br0" timeOffset="591399.7969">12998 14039,'0'0,"25"0,24 0,1 0,0 0,-1 0,26 0,-1-24</inkml:trace>
  <inkml:trace contextRef="#ctx0" brushRef="#br0" timeOffset="591952.3225">13494 13767,'0'-25,"0"50,0-100,-50 50,50 1,25-26,0 50,0 0,25 25,-1 74,-49-74,50 24,-50-24,0 25,0-25,0-1,-25 26,0-25,0 24,-49-24,49 0,75 25,24-50,-24 0,-1 0</inkml:trace>
  <inkml:trace contextRef="#ctx0" brushRef="#br0" timeOffset="592434.5514">13767 13841,'74'-74,"-148"148,173-74,-99 50,0-1,0-24,0 25,50-50,-25 0,24 0,-49 24,25-24,-25 25,0 0,-50 49,26-74,-26 25,25-25,0 50,-49-25</inkml:trace>
  <inkml:trace contextRef="#ctx0" brushRef="#br0" timeOffset="592697.8556">13544 14436,'0'0,"99"-24,25-26,-74 50,-1 0,26 0,-51 0,1 0</inkml:trace>
  <inkml:trace contextRef="#ctx0" brushRef="#br0" timeOffset="592962.137">13742 14461,'0'0,"0"50,0-1,0-24,25 0,-25 25,50-50,-1 0</inkml:trace>
  <inkml:trace contextRef="#ctx0" brushRef="#br0" timeOffset="593409.4598">14040 14436,'-149'-49,"273"272,-99-397,-199 125,174 74,0 24,0-24,50-25,-50-25,25 25,-25 25,0 25,0-26,24 1,-24 25,0-25,75 24</inkml:trace>
  <inkml:trace contextRef="#ctx0" brushRef="#br0" timeOffset="594407.7006">12403 14139,'0'0,"0"-25,24 25,26-50,-25 50,25 0,24-49,-24 49,-1-50,1 50,-25 0,24-25</inkml:trace>
  <inkml:trace contextRef="#ctx0" brushRef="#br0" timeOffset="594664.0552">12552 13915,'24'323,"-48"-646,48 745,-24-323,50 50,-25 25</inkml:trace>
  <inkml:trace contextRef="#ctx0" brushRef="#br0" timeOffset="596010.4907">10964 14139,'-25'0,"-49"0,49 0,-25 0,26 0,24 49,0-74,0-24,49-1,-49 1,25-1,-25 0,0 26,50 73,-50 1,24-1,-24 26,50 49,-50 50,74-50,-74-50,50-24,-50-26,25-24</inkml:trace>
  <inkml:trace contextRef="#ctx0" brushRef="#br0" timeOffset="597196.6296">11237 14163,'0'-49,"0"74,25-1,-1 26,26 0,-25-26</inkml:trace>
  <inkml:trace contextRef="#ctx0" brushRef="#br0" timeOffset="597647.4237">11361 14139,'0'-50,"0"25,-50 50,50 25,-25-26,25 1,-24 25,24-1,-50-49,50 25,25-25,0 0,-1 0</inkml:trace>
  <inkml:trace contextRef="#ctx0" brushRef="#br0" timeOffset="598225.6834">11584 14064,'0'-74,"0"148,25-148,25 74,-1 0,1 0,-1 25,-49-1,0 1,0 25,0-25,-24-25,73 24,-24-24,0 0,0 0,24 0,-24 50,0-50,-25 25,0 0,0 24,-50-49,25 0,-24 0,49 25,0 0</inkml:trace>
  <inkml:trace contextRef="#ctx0" brushRef="#br0" timeOffset="599104.3293">15280 13866,'50'0,"-26"0,26 0,0 0,-1 0,26 0,-26 0,1 0,-25 0,0 0</inkml:trace>
  <inkml:trace contextRef="#ctx0" brushRef="#br0" timeOffset="599326.7362">15379 13742,'323'496</inkml:trace>
  <inkml:trace contextRef="#ctx0" brushRef="#br0" timeOffset="599755.5882">16049 14039,'99'-297,"-99"247,-223 546,347-645,-25-247,-99 371,0-25,0 25,-25 25,-24 0,24 0,25 75,0-1,0 1,0-1,0 0,25 1,-25-26,49-24,-24-25,25 75,24-75,1 0,-51 0</inkml:trace>
  <inkml:trace contextRef="#ctx0" brushRef="#br0" timeOffset="600205.8996">16495 14064,'0'-74,"0"148,0-99,25 25,-25 25,75-25,-1 0,-74 25,25-25,-25 25,0 24,-50-49,50 25,-25-25,-24 25</inkml:trace>
  <inkml:trace contextRef="#ctx0" brushRef="#br0" timeOffset="600715.0588">16768 14015,'75'-75,"-26"75,-173 75,323-150,-199 100,0 25,0-26,0 1,25-25,24 0,26 50,-51-25,-24-1,-24-24,24 50,-50-50</inkml:trace>
  <inkml:trace contextRef="#ctx0" brushRef="#br0" timeOffset="600956.4126">17388 13915,'100'-49,"-76"49,-148 49,348-98,-175 24,-24 25,0 0,0 0,24 0</inkml:trace>
  <inkml:trace contextRef="#ctx0" brushRef="#br0" timeOffset="601140.9186">17537 14064,'323'-99</inkml:trace>
  <inkml:trace contextRef="#ctx0" brushRef="#br0" timeOffset="601609.6327">18207 13767,'99'-199,"-173"447,49-297,149-150,-50 199,-24 0,-25 0,0 0,-25 25,49 49,-49-49,0 25,0-25,0-1,-25 26,25-25,-49 24,24-24,25 0,-50-25,50 50,25-50,25 0,-1 0,1 0,-25 0,49-25,50 25</inkml:trace>
  <inkml:trace contextRef="#ctx0" brushRef="#br0" timeOffset="654921.451">16818 6871,'25'0,"-100"0,51 0,-51 0,50 0,0 0,-24 0,24 0,25-50,25 1,24-1,-24 25,-25 0,50-24,-50-1,25 50,-25-25,0 50,0 25,25 24,-25 1,0 74,49-100,-49 26,0-26,25-49</inkml:trace>
  <inkml:trace contextRef="#ctx0" brushRef="#br0" timeOffset="655625.7568">17289 6524,'-49'0,"24"0,0 24,25 1,-50 25,50-1,0 1,0 0,0-1,0-24,25 25,0-50,-25 25,25-25,0 0,24 0,-24-75,-25 25,50 50,-50-49,0 24,0-25,0 26,-50-1,0-25,1 25,49-24,0 98</inkml:trace>
  <inkml:trace contextRef="#ctx0" brushRef="#br0" timeOffset="656195.237">16495 7293,'50'0,"24"0,51-50,48 50,1-74,24 74,-24-75,-25 75,-75-49,-24 49,-25 0,-75 0</inkml:trace>
  <inkml:trace contextRef="#ctx0" brushRef="#br0" timeOffset="656674.4746">17289 7218,'0'0,"0"50,0-1,0 1,0 0,0 24,0-49,0 24</inkml:trace>
  <inkml:trace contextRef="#ctx0" brushRef="#br0" timeOffset="657485.8667">17785 7342,'0'-25,"0"1,0-26,-49 50,49-25,-25 25,25-25,-50 25,25 0,-24 0,-1 0,25 0,1 0,-26 0,50 25,0 25,0-25,0-1,25 26,0-50,-1 0,26 0,-25-25,0 0,-25 1,0 48,0 26,0 49,0-24,0-1,0-24,0 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06:02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6970 12154,'-24'0,"73"0,26 0,-1 0,1-49</inkml:trace>
  <inkml:trace contextRef="#ctx0" brushRef="#br0" timeOffset="730.5216">7665 11881,'0'-49,"-25"49,-49 25,49-25,-49 49,24-49,50 25,-25-25,-24 0,98-50,1 1,-25-1,-25 1,74 24,-74-25,0 25,25 1,-25-26,0 0,0 26,49 48,-49 26,0 49,50 75,-50-25,50 24,-50-49,0-24,24-1,-24-74,0-1,50-24,-50-49</inkml:trace>
  <inkml:trace contextRef="#ctx0" brushRef="#br0" timeOffset="1334.025">7888 11633,'0'0,"0"-24,0-1,50-50,-1 75,1 0,0 0,-1 0,-24 0,25 0,-50 50,0-25,0 24,0-24,0 25,-50-50,25 49,-24-49,24 50,50-50,-1 0,1 0,25 0,-50 25,50-25,-50 49,0 1,0 0,-50-26,0-24,-24 75,24-75,1 25,24-25,25 49</inkml:trace>
  <inkml:trace contextRef="#ctx0" brushRef="#br0" timeOffset="1707.3853">7367 12551,'0'0,"-24"0,-26 0,50 25,-50-25,26 0,24 50,74-50,25-50,0 0,75 1,24-1,26-24,-51 24,1 1,-75 49,-49-25</inkml:trace>
  <inkml:trace contextRef="#ctx0" brushRef="#br0" timeOffset="2063.0461">7863 12675,'0'-25,"50"25,-50 50,0 24,0-24,25 0,-25-1,0 1,0-1,49 1,-49-25,25 0,0-25,25 0</inkml:trace>
  <inkml:trace contextRef="#ctx0" brushRef="#br0" timeOffset="2511.2104">8360 12799,'0'0,"24"0,-48 25,-1-25,-25 0,1 0,24 0,25-25,-25 25,25-49,0 24,50 25,-1-25,-24 25,0 0,24 25,-49 0,50 24,-50 1,0-1,0 1,0 0,0 24,-50 0,50-49,-74 0,49-25,25 50</inkml:trace>
  <inkml:trace contextRef="#ctx0" brushRef="#br0" timeOffset="10123.9652">18653 5457,'0'25,"0"24,0-24,25 25,-25-1,0 1,50-25,-25-25,-1 0,76-25,49-99,49-25,0 0,-49 25,-25 25,-49 0,-1 74,-49-24,-25 73,-75 1,26 25</inkml:trace>
  <inkml:trace contextRef="#ctx0" brushRef="#br0" timeOffset="10482.005">19373 5110,'0'0,"0"-25,0-25,0 26,0-1,0 74,0 26,0-1,0 1,0-1,0 0,0-49,49 0,-24 25,50-50,-1-25,50-25,0 1,25-26,-50 1,25-1,-25 26,25-1,-49 25,-26 25,1 0,-25 0</inkml:trace>
  <inkml:trace contextRef="#ctx0" brushRef="#br0" timeOffset="11523.2933">20588 10046,'0'-25,"0"50,0 0,0 49,50 25,-50-24,25-1,-25-24,74-25,-49 24,24-49,1-25,0-49,24-25,1-25,-1-25,-24 74,24 1,-49 49,0 25,-25-25,49 25</inkml:trace>
  <inkml:trace contextRef="#ctx0" brushRef="#br0" timeOffset="11899.8227">20985 9971,'0'-49,"0"74,0 24,0 26,0 24,0 0,0 0,0-24,0-26,50 1,-50-25,25-25,24 0,1 0,24-99,50 24,0-49,-49 25,24-25,-50 74,26 1,-50 49,-25-25,24 25</inkml:trace>
  <inkml:trace contextRef="#ctx0" brushRef="#br0" timeOffset="114172.9734">8161 11485,'0'0,"50"0,-50-50,-25 100,-25 74,-24 49,-25 75,-50 50,-25 24,50-74,50-49,74-125,0-49,25-25,49-74</inkml:trace>
  <inkml:trace contextRef="#ctx0" brushRef="#br0" timeOffset="114404.3546">8012 11981,'0'0,"0"-25,0 0,0 50,-49 49,49 25,-50 50,50-25,-50 50,50-50,0-74,0-26,25-24</inkml:trace>
  <inkml:trace contextRef="#ctx0" brushRef="#br0" timeOffset="114944.378">8360 12378,'0'74,"-25"25,-25 25,1-25,24 25,-50-24,1-1,-1-50,1 1,49-50,0 0,-24-74,49-26,0 1,0-25,0-74,0-50,0 99,0 0,0 75,0 24,49 50,-49-50,50 50,-50 50,0 24,0 1,0 24,-25 0,-49 50,-1 0,-24-99,25-1,24-49,25 0,-24-25,49-49,-25-50,25-25,0 25,74-50,1 26,-26 48,51 76,-51 24,1 0,-1 0,1 0,0 49,-50 26,74 49,-74-25,0 25,-74 50,-1 49,1-124</inkml:trace>
  <inkml:trace contextRef="#ctx0" brushRef="#br0" timeOffset="115112.2081">7690 12774,'-75'0,"150"0,-199-74,124-25,0-75,0 1,0-26,49 1,26 74,24 49,-25 75,26-49,-1 49,25 24,-74 1,-26 50,-24-1,50 75,-50-25,-25 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19T09:12:03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1464 1439,'0'49,"0"75,0-49,0-1,25 1,-25-1,0 0,0-24,0 24,0-24,0-25,0 24,0-24,0 0,0 0,0 24,0-24,0 0,0 25,0 24,0-24,0-1,0 1,0 24,0 1,0-26,0 1,0 0,0-26,0 26,0 0,0-26,24 175,-24-1,0-148,0-1,0 1,0-25,0 25,0-1,50 50,-50 25,0-24,0-1,0-25,0 1,25-26,-25-24,0 25,0-26,0 1,0 50,0-51,0 26,0 0,0-26,0 1,49 25,-49 0,0-26,0 1,25-25,0 0,25 0,24 0,25 0,25-25,25 25,-25-74</inkml:trace>
  <inkml:trace contextRef="#ctx0" brushRef="#br0" timeOffset="11510.497">1464 1439,'49'0,"1"0,0 0,-1 0,1 0,-1 0,26-25,-25 25,-26 0,1 0,25 0</inkml:trace>
  <inkml:trace contextRef="#ctx0" brushRef="#br0" timeOffset="30404.0802">2605 1736,'-50'0,"50"25,-25-25,25-25,50 25,-50 25,-25-25,0 0,25-25,0 1,50 24,0 0,-26 0,1 0,25 0,-50 49,0 1,0-1,0-24,0 25,0-1,-25-49,25 50,-25-50,0 25,50-25,0 0,49 0,1 0,24 0,0-50,50 50</inkml:trace>
  <inkml:trace contextRef="#ctx0" brushRef="#br0" timeOffset="31504.7326">4242 1637,'-50'-25,"-24"25,49 0,0 0,25 25,0 25,0-25,0-1,0 26,0-25,25-25,25 25,-25-25,-1 0,26 0,-25 0,-25-25,25 0,-25-25,0 26,0-1,0 0,0-25,-25 50,25-25,-50 25,25 0</inkml:trace>
  <inkml:trace contextRef="#ctx0" brushRef="#br0" timeOffset="32584.1934">5557 1662,'0'-25,"0"-25,-25 50,25-24,-50 24,25 0,1 24,24 26,-50-50,50 50,0-1,0-24,0 25,0-1,0-24,50-25,-26 25,1-25,25 0,-25-25,-25-24,24 49,-24-50,0 0,0 26,0-26,0 0,-49 50,-1 0,-49 0,49 0</inkml:trace>
  <inkml:trace contextRef="#ctx0" brushRef="#br0" timeOffset="34408.6084">2878 2580,'74'-50,"75"50,-124 0,-75 0,25 0,1 0,-26 0,0 0,25 0,25 25,0 49,0-49,0 25,0-25,0-1,0 26,0-25,0 0,75-25,-50 0,24 0,-24 0,25 0,-25 0,-1 0,1 0,50 0,-51 74,-24-24,0-26,0 26,-74 49,49-99,0 0,1 0,-26 0,25 0,0 0</inkml:trace>
  <inkml:trace contextRef="#ctx0" brushRef="#br0" timeOffset="35293.2434">4168 2580,'0'-25,"0"-25,0 75,0 0,0 0,0 24,0 26,0-26,49 1,-49-25,0 24,0-24,25-25</inkml:trace>
  <inkml:trace contextRef="#ctx0" brushRef="#br0" timeOffset="36028.9952">4639 2629,'0'-49,"0"24,0 0,0 0,-25-24,25 24,-25 25,0 0,-24 0,49 25,-50 49,50-24,0-1,25-24,0-25,24 0,1 0,-50-50,50 50,-50-24,0 48,0 26,0 74,24-74,-24-1,0-24,25-25,-25 50,50-50</inkml:trace>
  <inkml:trace contextRef="#ctx0" brushRef="#br0" timeOffset="36905.9303">5829 2505,'0'-25,"-24"25,-1 0,-25 0,25 0,1 0,-26 25,50 0,-25 25,25-1,0 1,-25-50,25 50,0-1,0-24,0 25,25-50,25 0,-1 0,1 0,-25-25,24 0,-49 0,25 25,-25-49,0-1,0 0,0-24,0-25,-49 74,-51 25,26 0,-25 49,-25 26</inkml:trace>
  <inkml:trace contextRef="#ctx0" brushRef="#br0" timeOffset="40100.5268">2853 3820,'49'0,"-49"-25,25 25,25 0,-25 0,24 0,-24 0,0 50,-25-1,0 1,-25-50,0 50,-24-50,24 0,-25 0,50 24,25-24,25 50,-25-50,-1 25,26-25,-50 25,50-25,-50 49,24-49,-24 25,0 0,-49 24,24-49,0 25,-24-25,24 0,-25 0</inkml:trace>
  <inkml:trace contextRef="#ctx0" brushRef="#br0" timeOffset="40738.3414">4440 3671,'0'-25,"0"50,0 0,0 25,0-1,0 1,0 24,0-49,0 0,0 0,0 24</inkml:trace>
  <inkml:trace contextRef="#ctx0" brushRef="#br0" timeOffset="41232.8995">4713 3696,'0'-50,"0"100,-25 24,25-24,0-25,0 24,0-24,0 25,0-25,50-25,0 0,-26 0,26 0,0-25,-50-25,24 1,-24-1,0 0,0 1,-24 49,24-50,-25 50,-25 0</inkml:trace>
  <inkml:trace contextRef="#ctx0" brushRef="#br0" timeOffset="47349.2226">6301 3696,'-25'0,"-25"0,1 0,-1 0,0 0,26 0,24-25,0-25,49 26,26-51,-26 26,1 24,-25-25,-25 75,0 25,0 24,0 0,0 1,0-1,0 1,0-26,0 1,0-25,25-25,24-25</inkml:trace>
  <inkml:trace contextRef="#ctx0" brushRef="#br0" timeOffset="47916.5096">6722 3398,'0'0,"-24"-25,-1 25,0 0,-25 0,50 50,-24 24,24-24,0-25,0 0,0-1,0 26,0 0,49-25,-24-25,0 0,-25-25,49-25,-49 25,0 0,50 25,-50-49,0-1,0 1,-25 24,0-25,-24 50,-1 0,25 0,25 25</inkml:trace>
  <inkml:trace contextRef="#ctx0" brushRef="#br0" timeOffset="48515.3157">5829 4242,'100'49,"148"-49,-75 0,-24 0,25 0,-25-25,-50 25,-25 0,-24-49,-25 49,-50 0,-50 0</inkml:trace>
  <inkml:trace contextRef="#ctx0" brushRef="#br0" timeOffset="48922.2278">6425 4366,'0'49,"0"-24,0 0,0 24,0 1,0 0,0-26,0 26,25-50,-1 0,-24 25</inkml:trace>
  <inkml:trace contextRef="#ctx0" brushRef="#br0" timeOffset="49527.7161">6871 4490,'0'0,"0"-50,0 25,0 0,-25 25,25-24,-24 24,-1 0,0 0,-25 0,50 49,0-24,-24-25,24 50,0 24,0-49,49-25,-24 0,0 0,-25-75,49 75,-49-24,50 24,-50-25,25 25,-25 25,0 49,0-24,0-26,0 1,0 25,0-1</inkml:trace>
  <inkml:trace contextRef="#ctx0" brushRef="#br0" timeOffset="51016.9306">7467 1364,'0'-25,"-25"25,-25 0,75 0,0 0,0 0,-1 0,26 0,-25 0,0 0,24 0,-49 25,0 25,25 49,-25 0,0 25,50 25,-50 322,49-272,-49 198,0-224,0-24,0 50,0-26,0 26,50 49,-50-50,0-49,0 25,0-26,0-48,0-26,0-24,0-25,0-1,0 26,-174-75,-24 25,-50 0</inkml:trace>
  <inkml:trace contextRef="#ctx0" brushRef="#br0" timeOffset="77565.9676">19050 347,'0'25,"0"0,0 0,0 24,-24-24,24 0,0 25,0-1,-50-24,50 0,0 24,0-24,-25 0,25 25,0-26,0 1,0 0,0 25,25-50,25 0,-26 24,26-24,0 0,-1 0,26 0,-51 0,1 0,0 0,25 0,-50-24,24-26,1 25,-25 0,50-49,-50 49,0 0,0 1,0-26,0 0,0 26,0-1,0-50,0 50,0 1</inkml:trace>
  <inkml:trace contextRef="#ctx0" brushRef="#br0" timeOffset="79066.1868">19745 1091,'0'-24,"49"24,-49-25,25 25,0 0,25 49,-50 1,0-25,0 0,25-25,-25 49,0-24,0 25,0-26,-25-24,-25 0,-24 0,49 0</inkml:trace>
  <inkml:trace contextRef="#ctx0" brushRef="#br0" timeOffset="79530.944">20514 1067,'0'-25,"-75"99,51-24,-26-25,25 24,0-24,-24 25,24-26</inkml:trace>
  <inkml:trace contextRef="#ctx0" brushRef="#br0" timeOffset="79873.6067">20241 1116,'0'-49,"0"73,0 1,0 25,99 24,-74-24,25-1,-26 1,1-25,50 24,-51-49,1 0</inkml:trace>
  <inkml:trace contextRef="#ctx0" brushRef="#br0" timeOffset="80533.7925">20712 1191,'0'-25,"0"0,25 25,0 0,0 0,24 0,-49 74,0-24,0 0,0-26,-25-24,1 0,-1 0,25 25,49-25,-49 50,50-50,-50 25,25-1,-25 26,0-25,-99-25,74 0,-25 0</inkml:trace>
  <inkml:trace contextRef="#ctx0" brushRef="#br0" timeOffset="87704.0324">21903 843,'49'0,"1"0,-25 0,0 0</inkml:trace>
  <inkml:trace contextRef="#ctx0" brushRef="#br0" timeOffset="88131.4077">21729 1141</inkml:trace>
  <inkml:trace contextRef="#ctx0" brushRef="#br0" timeOffset="90021.4081">20836 471</inkml:trace>
  <inkml:trace contextRef="#ctx0" brushRef="#br0" timeOffset="93892.6484">20985 496,'50'0,"-1"25,26 25,-26-26,-24 26,25 24,-25-49,24 25,1-1</inkml:trace>
  <inkml:trace contextRef="#ctx0" brushRef="#br0" timeOffset="94404.4871">21382 471,'0'25,"-50"0,26 49,-26-24,25 0,-24-1,24 1,-25-1,25 1,25-25</inkml:trace>
  <inkml:trace contextRef="#ctx0" brushRef="#br0" timeOffset="95946.5571">21456 1067,'0'-50,"25"50,25 0,-25 0,-25 25,0 24,0-24,0 0,0 25,-50 24,25-24,0-26,50-24,25 0,-25 0,-25 25,0 25,0-1,0-24,-50 0,0-25,26 0,-1 0</inkml:trace>
  <inkml:trace contextRef="#ctx0" brushRef="#br0" timeOffset="96654.0059">21779 1315,'0'-25,"25"25,-25-50,0 25,24 25,-73 75,24-26,-25-24,26-25,24 50</inkml:trace>
  <inkml:trace contextRef="#ctx0" brushRef="#br0" timeOffset="97085.8524">21680 1191,'0'24,"49"26,-24 0,0 49,24-99,-49 25</inkml:trace>
  <inkml:trace contextRef="#ctx0" brushRef="#br0" timeOffset="97663.8151">21928 1215,'0'-24,"0"48,0 1,0 50,0-26,0 1,0-25,24-25,-24 49</inkml:trace>
  <inkml:trace contextRef="#ctx0" brushRef="#br0" timeOffset="99075.3497">20142 2704,'0'0,"25"0,24-25,-24 25,25 0,-26 0,1 0,25 0</inkml:trace>
  <inkml:trace contextRef="#ctx0" brushRef="#br0" timeOffset="99279.809">20167 2828,'49'0,"-24"0,49 0,-24 0,0 0,-1 0</inkml:trace>
  <inkml:trace contextRef="#ctx0" brushRef="#br0" timeOffset="99877.1324">20787 2257,'0'-49,"24"98,-24 1,50-1,0 26,-1 24,-49-49,50-1,-50-24,25-25,-25 50,0-75,0 0</inkml:trace>
  <inkml:trace contextRef="#ctx0" brushRef="#br0" timeOffset="100350.865">21208 2232,'0'0,"50"-24,-50-1,0 50,-25 148,0-123,25-1,-49 1,49 0,-25-50,25 49,0-24,-25-25,25 25</inkml:trace>
  <inkml:trace contextRef="#ctx0" brushRef="#br0" timeOffset="100823.7619">21109 2679,'0'50,"0"-1,-49 26,49-1,0 100,0-100,-25-74,25-25,0-49</inkml:trace>
  <inkml:trace contextRef="#ctx0" brushRef="#br0" timeOffset="115283.1938">21308 3299,'0'-50,"0"26,0-1,0-25,24 50,1 25,-25 25,0-26,0 1,-25 50,-24-51,24-24,25 25,50-25</inkml:trace>
  <inkml:trace contextRef="#ctx0" brushRef="#br0" timeOffset="115468.7014">21382 3572,'0'0,"0"25,-50-25,1 0,24 24,0-24</inkml:trace>
  <inkml:trace contextRef="#ctx0" brushRef="#br0" timeOffset="115999.6361">21704 3299,'0'-50,"0"75,-24 0,24 0,-75 24,75-24,-49-25,49 50,-25-50,25 49,-25-49</inkml:trace>
  <inkml:trace contextRef="#ctx0" brushRef="#br0" timeOffset="116339.7256">21506 3249,'0'0,"25"25,49 50,-24-26,-25-24,-1 25,26-50,-25 49,24-49,-49 25</inkml:trace>
  <inkml:trace contextRef="#ctx0" brushRef="#br0" timeOffset="116788.5248">21977 3274,'0'-25,"0"-24,50 98,-50 1,0 0,0 24,0 0,25-24,-25 0,0-26,0 26</inkml:trace>
  <inkml:trace contextRef="#ctx0" brushRef="#br0" timeOffset="118327.4074">20340 4415,'25'0,"25"0,-1 0,-24 0,25 25</inkml:trace>
  <inkml:trace contextRef="#ctx0" brushRef="#br0" timeOffset="118478.0071">20291 4663,'49'0,"1"0,-1 0</inkml:trace>
  <inkml:trace contextRef="#ctx0" brushRef="#br0" timeOffset="121830.2464">21134 4167,'0'-25,"-50"25,1 0,-1 0,25 0,25 50,-24-50,-26 0,50 25,0 0,0 24,-25 1,25-1,0 1,0 148,0 1,0-125,0 1,0-1,0 25,0 1,0 24,0 0,0 0,-50 0,50-50,0 1,0-1,0-24,0-1,25 1,-25 24,0 1,0-1,0-24,0 24,0 0,0 1,0-26,0-24,0 0,0 25,0-26,0 1,0 0,25-25,0 0,0 0,24 0,-24 0,0 0,25 0</inkml:trace>
  <inkml:trace contextRef="#ctx0" brushRef="#br0" timeOffset="124278.5054">21308 4415,'0'0,"0"-49,0 73,0 1,0 0,24 0,26-25,-25 0,0-25,-25 0,0-24,0 24,49 25,-49 49,0-24,0 0,0 0,0 24,0-24,0 0,0 0,0 24,0-24,0 0,-25-25,25 50,-24-50,-1 0,-25 24,1-24,24 0,0 0,-25 0,50-24</inkml:trace>
  <inkml:trace contextRef="#ctx0" brushRef="#br0" timeOffset="124666.4647">21233 4390,'0'-24</inkml:trace>
  <inkml:trace contextRef="#ctx0" brushRef="#br0" timeOffset="125394.6251">21680 4663,'0'-25,"0"149,0-49,0-50,0 0,0-1,0 26,0-25,-25-25</inkml:trace>
  <inkml:trace contextRef="#ctx0" brushRef="#br0" timeOffset="126562.5379">21233 5358,'0'-50,"0"75,0 25,0-26,0 26,50-50,-50 50,25-50,-1 0,-24-25,25 25,25-99,-50 74,0-25,0 75,0 0,0 24,0-24,0 25,0-1,0 26,0-1,0-49,-25-25,0 0,-24 0,24 0,0 0,25-50,-74 50,74-24</inkml:trace>
  <inkml:trace contextRef="#ctx0" brushRef="#br0" timeOffset="127109.7134">21531 5680,'49'0,"-24"0,0 25,-25 0,0 24,0 1,0 0,0-1,-25-24,-24 25,24-50,25 25,-50-25,75 0,25 0,-26 0,1 0,-25 49,50-49</inkml:trace>
  <inkml:trace contextRef="#ctx0" brushRef="#br0" timeOffset="128002.3027">21109 6400,'0'-25,"0"-25,0 75,0 25,50-50,-50 49,25-49,-1 0,26-49,-50 24,0 0,25-25,-25 26,0 123,0-74,0 49,0-49,0 0,0 24,0-24,-50-25,25 0,1 25</inkml:trace>
  <inkml:trace contextRef="#ctx0" brushRef="#br0" timeOffset="128609.1">21531 6424,'49'0,"-24"0,-25 50,0-25,0 24,0-24,0 25,0-75,25 25,-25 25,0 0,50-25,-50 24,0 1,0 25,-50-50,25 0,0 25</inkml:trace>
  <inkml:trace contextRef="#ctx0" brushRef="#br0" timeOffset="129809.6515">21928 4118,'24'0,"26"0,0 0,-25 0,-25 49,0-24,0 25,0-1,0 26,0-1,0 25,0 0,0 1,0-1,0 0,0 25,0 0,0-25,0 1,-25-1,25 25,-75 0,75 0,-49 99,49-99,0 75,0-150,0 1,0-25,0-1,0 26,0-25,0 0,0 24,0-24,0 0,0 0,0 24,-50-49,25 0,0 25,-49-25</inkml:trace>
  <inkml:trace contextRef="#ctx0" brushRef="#br0" timeOffset="136597.1555">8161 1439,'75'0,"-26"0,1 0,-1 0,-24 0,-25-50,0 75</inkml:trace>
  <inkml:trace contextRef="#ctx0" brushRef="#br0" timeOffset="137926.6305">8260 1463,'0'25,"-49"149,49-124,0 74,0-100,0 26,0-25,0 0,0-1,0 26,0 0,-25 98,25-73,0-26,0 1,0 0,0-1,0-24,0 25,0-26,0 1,0 25,0 0,0-1,0 1,0 24,0 1,0-1,0 0,0-24,0 0,0-1,0 1,0-1,0-24,0 0,0 0,-50 24,50 1,0 0,0 24,0 1,0 49,0-75,0 50,0-49,0-25,0 24,0 1,0 0,0-1,0 1,0-25,0-1,0 1,0 25,0-25,0 24,0-24,0 25,0-26,0 1,0 25,0-25,0-1,0 1,0 25,75-50,-50 0,-1 0,26 0,24 0,1 0,24 0,99-25,-123 25,-1-74</inkml:trace>
  <inkml:trace contextRef="#ctx0" brushRef="#br0" timeOffset="139879.9779">9054 1637,'0'-50,"0"75,0 25,0-25,0 0,50-25,-50 74,24-74,1 0,0 0,-25-25,50 25,-50-49,0-1,0 25,0 50,0 25,0-1,0 1,0-1,0 26,24-26,-24-24,0 0,0 25,-24-50,-26 0,25 0,-24 0,24-25,0 25,-25-50,26 25</inkml:trace>
  <inkml:trace contextRef="#ctx0" brushRef="#br0" timeOffset="140235.5412">9525 1984,'0'0,"0"50,0 24,0 1,0-1,0 1,0-1,0-24,25-26,-25 1</inkml:trace>
  <inkml:trace contextRef="#ctx0" brushRef="#br0" timeOffset="141079.8965">8980 2679,'0'-25,"0"75,0-25,0 24,0-24,49 25,-49-26,50-24,-50 25,25-25,-1 0,-24-25,0 1,0-1,0 0,0-25,0 1,0 74,0 24,0 1,0 24,0-24,0-1,0 1,0-25,0 24,-49-49,-1 0,1 0,49-24</inkml:trace>
  <inkml:trace contextRef="#ctx0" brushRef="#br0" timeOffset="141500.4959">9302 3101,'50'0,"-50"24,25-24,-25 25,24-25,-24 50,0-1,0 1,0 24,0-49,-49-25,-1 50,25-1,25 1,25-50,50 25,-1-25,-24 0,24 0,-24 0</inkml:trace>
  <inkml:trace contextRef="#ctx0" brushRef="#br0" timeOffset="142294.3703">9029 4043,'0'0,"0"-25,0 1,0 48,0 1,25 25,-25-25,25-25,-25 49,25-49,-1 0,26-25,-50 1,0-26,0 25,0 0,25 25,-25-24,0 48,0 26,0 0,0-1,0 1,0-1,0 1,0-25,0 24,0-24,-25-25</inkml:trace>
  <inkml:trace contextRef="#ctx0" brushRef="#br0" timeOffset="142862.1989">9476 4316,'25'-25,"-1"25,26 0,-25 25,-25 49,0-24,0 0,-25-50,50 0,-25 24,25-24,-25 25,49 50,-49-51,-74 1,49-25,0 0</inkml:trace>
  <inkml:trace contextRef="#ctx0" brushRef="#br0" timeOffset="144132.5637">9947 1389,'25'0,"0"0,24 0,-24 0,-25 25,0 0,50 24,-50 1,0 24,0 26,0-1,0 0,0 0,0 25,49 25,-49 248,0 25,0-298,0 49,0 1,-25-75,25 0,0 1,0 24,0-25,0-25,0 25,0 1,-49-1,49 0,0-25,-25 26,25-51,0 1,0-25,-50-25,50 25,-49-25,24 0,-25 49,1-49,-26-25</inkml:trace>
  <inkml:trace contextRef="#ctx0" brushRef="#br0" timeOffset="144958.3016">10666 2877,'0'-49,"25"49,25-25,-25 25,-1 0,1 0,25-25,-1 25,-24 0,-25 25</inkml:trace>
  <inkml:trace contextRef="#ctx0" brushRef="#br0" timeOffset="145126.8527">10493 3175,'25'0,"24"0,50 0,25-74,-24 74,-1 0,-25 0</inkml:trace>
  <inkml:trace contextRef="#ctx0" brushRef="#br0" timeOffset="146832.0827">11435 1290,'0'-50,"25"25,25 25,24 0,-24 0,-25 0</inkml:trace>
  <inkml:trace contextRef="#ctx0" brushRef="#br0" timeOffset="147989.171">11386 1290,'0'25,"0"24,0 1,0-1,0-24,0 0,0 25,0-1,0 1,0 24,0-24,0 0,0-1,0-24,0 25,0-1,-50-24,50 0,0 24,0-24,-25 25,25-1,0 26,-49 49,49-25,0-25,0 1,0-1,0 26,0-26,0 0,0-24,0 0,0-1,0 26,0-1,0 25,-75 25,75-25,-49 1,49 49,0-50,0-25,0-24,0-1,0-24,0 50,0 49,0-75,0 1,0 24,-25 25,25-49,0 0,0-26,0 26,0 0,0-1,0 1,0-25,74-25,1 0,-26-50,26 50,24-25,25 25,0 0,25-49,-75 49</inkml:trace>
  <inkml:trace contextRef="#ctx0" brushRef="#br0" timeOffset="150869.4359">11783 1662,'0'-25,"0"-25,24 50,26 0,-25 0,-25 25,25 0,-25 25,0-25,0 49,0-49,-50 49,25-74,25 25,75-25,-51 0,1 0,25 0,-25 25,-1-25</inkml:trace>
  <inkml:trace contextRef="#ctx0" brushRef="#br0" timeOffset="151754.5896">12601 1811,'-49'0,"-1"0,25 0,0 0,-24 0,98-50,-24 1,25-1,-50 25,25 25,-25-25,24 25,-24-25,25-24,25 49,-50 25,0 24,0 26,0-1,0 25,-25-24,25-1,0 1,0-26,0-24,0 25,-25-50,25 74,-99-74</inkml:trace>
  <inkml:trace contextRef="#ctx0" brushRef="#br0" timeOffset="152564.4281">12155 2629,'-50'0,"50"-25,25 25,-25-49,25 49,-1 0,26 0,0 49,-26-24,-24 25,50 0,-50-1,-25 26,25-26,-74-49,74 50,-50-50,25 49,-24-49,49 50,-25-50,25 50,50-50,-1 0,1 0,-1 0,-24 0,25 0,-25 24,24 1</inkml:trace>
  <inkml:trace contextRef="#ctx0" brushRef="#br0" timeOffset="153097.4199">11535 4291,'0'0,"0"-49,24 24,-24 0,25 25,-25-50,0 1,50 49,-50 49,0 26,0-1,0 1,0-1,0 0,0-24,0 0,0-26,49-24</inkml:trace>
  <inkml:trace contextRef="#ctx0" brushRef="#br0" timeOffset="153600.0752">12204 4093,'0'-50,"0"25,0 1,0-26,-25 50,1 0,24 25,-50 0,50 24,-50 1,50 24,-24 25,24-24,0-1,0-24,0-1,0-24,49 74,26-99,-75-49,24 24,-24-25,0 26,-24 24,-51 0,50 0,-24 0,49 49</inkml:trace>
  <inkml:trace contextRef="#ctx0" brushRef="#br0" timeOffset="155069.4138">13072 1414,'0'-50,"75"50,-26 0,-24 0,-25 50,0-1,0 1,0 24,0 1,0 24,0 25,-25 50,25-1,0 26,0 24,0-24,-49 24,49-25,-50-24,50-50,-49 25,49-25,-50 25,50-50,-50 50,50 148,0-148,0-25,0 0,0 0,0-25,0-24,0-26,0 1,0-25,0 0,-24-25,-1 0,-25 0,-24 49,-50-49,25 0,-1 50,-24-1,0-49</inkml:trace>
  <inkml:trace contextRef="#ctx0" brushRef="#br0" timeOffset="174653.1991">2977 2332,'0'-25,"50"25,-26 0,26-25,-25 25,24 0,1 0,0 0,-26 0,1 0,25 0,-25 0,24 0,1 0,-1 0,1 0,24 0,-24 0,0 0,24 0,75-50,-75 50,1 0,-1 0,1 0,-1 0,0 0,1 0,-1 0,1 0,-1 0,0 0,26 0,-1 0,0 0,-24 0,-1 0,0 0,26 0,-26 0,0 0,1 0,-26 0,1 0,0 0,24 0,-24 0,-26 0,1 0,50 0,-26 0,-24 0,0 0,0 0,24 0,1 0,-25 0</inkml:trace>
  <inkml:trace contextRef="#ctx0" brushRef="#br0" timeOffset="176833.6818">9699 1736,'0'-24,"0"-26,50 25,-50 0,0 50,0 0,0 25,0-1,0 1,0-1,0-24,0 25,0-25,0 24,0 1,0-25,0-1,0 26,0-25,0 0,0 24,0 1,0-25,0 24,0 26,0-51,0 26,0-25,0 0,0 24,0 26,0-50,0 24,0 26,0 24,0-74,0-1,0 26,0-25,24 0,-24 24,0-24,0 0,0 0,0 24,0 1,0-1,0 1,0 0,0-1,0 26,0-51,0 26,0-25,0 0,0 24,0-24,0 0,0 25,0-26,0 26,0 0,0-1,0 1,0 24,0-49,0 0,0 0,0 74,0-50,0-24,0 50,0-51,0 26,0 0,0-26,0-73</inkml:trace>
  <inkml:trace contextRef="#ctx0" brushRef="#br0" timeOffset="184595.8505">2754 7069,'0'0,"0"-49,49 49,-24 0,-25 25,0-1,0-48,0-26,0 0,50 26,-26 24,26 0,-25 49,25 1,-50-1,0-24,0 25,0-25,0-1,0 26,-25-25,-25 24,0 1,1-50,49 25,25-25,49 0,-49-50,49 50,-24 0,-25 25,-25 25</inkml:trace>
  <inkml:trace contextRef="#ctx0" brushRef="#br0" timeOffset="185421.6803">3473 6970,'-50'-25,"50"-24,25 74,0-1,25 26,-1-50,1 0,-25-50,-25 26,0-1,0-25,0 149,0-24,49 74,-49-75,25 0,-25-24,0 0,0-26,0 26,0-25,-25-25,0 0,1 0,-26 0,25 0,0 0,-49-50,99 50</inkml:trace>
  <inkml:trace contextRef="#ctx0" brushRef="#br0" timeOffset="185870.4823">4143 7367,'0'-25,"25"50,-25 0,49 24,-49 26,0-26,25 1,-25 0,50 24</inkml:trace>
  <inkml:trace contextRef="#ctx0" brushRef="#br0" timeOffset="186485.3589">4887 7020,'25'0,"49"0,-24 0,-1 0,26 0,24 0,-74 0,24 0,-73 0,24 74,-50-74</inkml:trace>
  <inkml:trace contextRef="#ctx0" brushRef="#br0" timeOffset="186890.7924">4936 7342,'25'0,"0"0,25 0,24 0,1 0,-1 0,0 0,1 0,-26 0,1 0,-25 0,-50 0</inkml:trace>
  <inkml:trace contextRef="#ctx0" brushRef="#br0" timeOffset="188016.1703">5780 6896,'0'-25,"0"-25,0 25,25 25,49 0,-24 0,-1 0,-24 25,-25 0,50 25,-50-25,0-1,0 1,0 25,0-1,0-24,-25 25,25-25,-25-25,25 24,0 1,25-25,0 0,49 0,-24 0,-1 0,1 0</inkml:trace>
  <inkml:trace contextRef="#ctx0" brushRef="#br0" timeOffset="188623.0656">6623 7045,'0'0,"-25"0,-24 0,24 0,-25 0,26 0,-1 0,-25 0,50-50,75-49,-26-1,-24 26,-25 49,0 50,50 49,-50 26,0 49,49-1,-49 1,0 0,0-50,25-24,-25-26,0 26,0-26,-50 1</inkml:trace>
  <inkml:trace contextRef="#ctx0" brushRef="#br0" timeOffset="189920.8823">3523 8260,'0'25,"24"49,26-24,-25-25,0-25,-1 0,26 0,-25-174,-25 149,0 0,0 75,0 24,0 1,25 24,-25 0,0 25,49-25,-49-24,0-1,0-24,-25 0,25-26,-49-24,-1 25,1-50,-1 25,25-99,25 74</inkml:trace>
  <inkml:trace contextRef="#ctx0" brushRef="#br0" timeOffset="190237.0265">4217 8781,'0'0,"0"-25,0 50,25 0,-25 24,0 26,0-26,50 1,-50 0,0-26,24 26,-24 0,50-50,0 0</inkml:trace>
  <inkml:trace contextRef="#ctx0" brushRef="#br0" timeOffset="190469.4075">4664 8458,'24'0,"51"0,-50 0,24 0,-24 0,0 0,0 0,49 0</inkml:trace>
  <inkml:trace contextRef="#ctx0" brushRef="#br0" timeOffset="190612.0255">4912 8632,'24'0,"26"0,0 0</inkml:trace>
  <inkml:trace contextRef="#ctx0" brushRef="#br0" timeOffset="190893.7843">5433 8334,'0'0,"0"25,0 25,49 24,-49-24,0-1,25 1,-25-25,0 24,25-49</inkml:trace>
  <inkml:trace contextRef="#ctx0" brushRef="#br0" timeOffset="191291.9503">5730 8260,'0'-25,"50"25,-1 0,-24 0,0 0,-25 25,50 49,-50 75,-25-50,0-74,25 0,-25-25,25 50,75-75,49-25,0 1,25 24,-1 25,-24-75,-49 75,-1 0</inkml:trace>
  <inkml:trace contextRef="#ctx0" brushRef="#br0" timeOffset="194462.6137">2530 3547,'0'-25,"0"0,25 25,25 0,-1 0,1 0,0 0,-1 0,26-49,-51 49,1 0,25 0,-25 0,24 0,-24 0,25 0,24 0,-49 0,0 0,0 0,49 0,-49 0,24 0,-24 0,50 0,-26 0,75 0,-49 0,24-25,0 25,25 0,0-50,25 50,-50 0,0 0,1 0,-1 0,0 0,-25 0,1 0,-1 0,1 0,-1 0,1 0,-1 0,-24 0,24-49,-24 49,-1 0,-24 0,25 0,-1 0,-24-25,0 25,24-50,-24 50,0 0,0 0</inkml:trace>
  <inkml:trace contextRef="#ctx0" brushRef="#br0" timeOffset="197320.6643">1687 10096,'0'0,"0"24,0 26,0-25,0 0,0-1,0 26,0-25,25-25,49 0,-24 0,0 0,24 25,-74 24,50-24,-26-25,-24 25,0 0,0 24,0-24,-49 25,-1-50,1 49,24-49,0 0,-25 0,1 0</inkml:trace>
  <inkml:trace contextRef="#ctx0" brushRef="#br0" timeOffset="197582.9626">1637 10220,'0'0,"-24"0,24-25,24 0,1 25,25 0,24-50,-24 50,0 0,-1 0,1 25,-1 25,1-1</inkml:trace>
  <inkml:trace contextRef="#ctx0" brushRef="#br0" timeOffset="198144.1563">2233 10244,'0'-24,"0"48,0-98,25 74,-25 25,74-25,-74 74,50-49,-26 25,26-50,-25 0,-25-25,0 0,25 0,-25-24,0 73,0 1,0 25,49 24,-49 1,0-1,0 0,0 1,0-26,0 1,-25 0,1-26,-26-24,0 0</inkml:trace>
  <inkml:trace contextRef="#ctx0" brushRef="#br0" timeOffset="198465.6538">2803 10616,'50'50,"-50"0,0-1,25 1,-25 24,0-49,49 0,-49 24,0 1,25-50</inkml:trace>
  <inkml:trace contextRef="#ctx0" brushRef="#br0" timeOffset="198743.4254">3225 10443,'25'0,"24"0,1 0,-25 0,24 0,1 0,24 0,1 0,-1 0,-24-50,-1 50,-24 0</inkml:trace>
  <inkml:trace contextRef="#ctx0" brushRef="#br0" timeOffset="199051.6039">3498 10096,'0'0,"0"-25,25 25,24 0,-24 74,25-24,-50 24,24 1,-24-1,50 100,-25-125,-25-24,0 0,25-25,-25 49</inkml:trace>
  <inkml:trace contextRef="#ctx0" brushRef="#br0" timeOffset="199381.7202">4143 10096,'0'-25,"0"50,25-50,-25 0,49 50,-49 49,0 1,25-1,-25 0,0 1,50-26,-50 1,0-25,24-25,-24 25,25-25</inkml:trace>
  <inkml:trace contextRef="#ctx0" brushRef="#br0" timeOffset="199914.5466">4713 10170,'0'-25,"0"50,0-149,0 74,0 25,-25 25,-49-49,24 49,26 0,-1 25,25-1,0 1,0 25,0-25,0 0,0 24,49-49,1-25,-25 1,0-26,24 50,-49 25,0 0,0 49,0 0,25 26,-25-1,0-25,0 1,0-26,0 1</inkml:trace>
  <inkml:trace contextRef="#ctx0" brushRef="#br0" timeOffset="200440.1795">5061 9947,'0'0,"49"49,-24 26,-25-50,149-1,-124-24,-25-24,49-26,-49 25,0 0,0-24,0 98,0 1,0 24,0 26,0-1,0 0,0-25,0-24,0 0,-25-1,1-24,-26 0,25-25,25 49,-25-49</inkml:trace>
  <inkml:trace contextRef="#ctx0" brushRef="#br0" timeOffset="200845.0963">5631 10517,'99'-25,"-24"25,-249 25,372-50,-173 25,-25 25,0 0,0 25,0-1,0 1,0 24,0-24,-49-1,49-24,0 25,-25-50,25 49,25-49,24-24,26 24,24-50,-25 50,26-50,-26 50,-24 0,-26-24</inkml:trace>
  <inkml:trace contextRef="#ctx0" brushRef="#br0" timeOffset="201415.5708">6003 10269,'0'0,"74"0,-49-49,25 49,0 0,24-50,-24 50,-1 0,-24 0,25 0,-26 25,-24 0</inkml:trace>
  <inkml:trace contextRef="#ctx0" brushRef="#br0" timeOffset="201606.0967">6127 10443,'0'0,"25"0,25 0,74 0,148 0</inkml:trace>
  <inkml:trace contextRef="#ctx0" brushRef="#br0" timeOffset="202426.4209">6871 10120,'50'0,"-75"-24,25-26,0 25,25 25,-25 50,-25-50,0 0,25-50,0 0,0 1,50 24,-25 25,24 0,-24 0,-25 50,0-1,0-24,0 25,0-25,0 24,0-24,0 0,0 24,-25-24,25 0,-25-25,25 50,50-50,49-25,25 0,-49 25,-26 0,-24 0</inkml:trace>
  <inkml:trace contextRef="#ctx0" brushRef="#br0" timeOffset="226584.7643">4986 496,'0'0,"0"50,0-1,0-24,0 0,0 0,0 24,0-24,-50-25,50 50,0-25,0 24,50-49,0 0,24 0,-24 0,24 0,1 0,-1 0,0 0,-24 0,-25 0,0 0</inkml:trace>
  <inkml:trace contextRef="#ctx0" brushRef="#br0" timeOffset="228114.5542">8732 446,'0'0,"0"-24,24 73,-24-24,25 0,-25 25,50-26,-50 1,25-25,-25 50,24-50,-24-25,50 25,-50-50,50 50,-1-49,-24 49,25-50,-1 25,-24 25,-25-25,0 75,-74 0,24-50,25 49,0-24,-24-25,49 50,-25-50,25 25,-25-25,25 24,0 26,-49 0,49-26,0 1,0 25,0-25,0-1,0 1,0 25,0-25,0-1,0 26</inkml:trace>
  <inkml:trace contextRef="#ctx0" brushRef="#br0" timeOffset="244142.5341">2109 11857,'0'-50,"0"25,-25 25,-74 99,74-24,-74 123,99-123,-25-26,25-24,0 0,0 25,0-1,74-49,-74 25,50-25,0 0,-26-25,-24-24,0 24,-49 25,-1 0,1 0</inkml:trace>
  <inkml:trace contextRef="#ctx0" brushRef="#br0" timeOffset="244706.3213">2654 12179,'0'0,"0"-50,0 26,-24 24,-1 0,0 0,-25 24,26 51,24-50,0 0,-50 24,50-24,0 0,0 0,25 24,24-24,-24-25,50 0,-51 0,-24-25,0-24,0 24,0-25,0 25,0 1,0-1,0-50,0 50,-49 25,24 0</inkml:trace>
  <inkml:trace contextRef="#ctx0" brushRef="#br0" timeOffset="245012.0229">3324 12254,'50'0,"-1"0,1 0,0 0,-1 0,-24 0,0 0,24 0</inkml:trace>
  <inkml:trace contextRef="#ctx0" brushRef="#br0" timeOffset="245299.4356">3523 12030,'0'0,"0"-25,0 75,0 24,0 1,0-1,0 1,0 24,0-49,0-26,0 1,0 25,0-1</inkml:trace>
  <inkml:trace contextRef="#ctx0" brushRef="#br0" timeOffset="245589.6593">4068 11881,'0'0,"0"-24,0 48,0 51,0 24,0 0,0-24,0-1,0 1,0-26,0-24,0 25</inkml:trace>
  <inkml:trace contextRef="#ctx0" brushRef="#br0" timeOffset="246077.8699">4515 12080,'0'0,"0"-50,0 1,-25 49,25-25,-25 25,-24 0,24 0,-50 25,75-1,-24 26,24-25,0 0,0-1,0 51,24-75,26 0,24 0,-24-25,-25 0,-25-24,49 24,1-25,-50 100,0 24,0 1,0-1,-25 50,25-99,0 0,-25 49</inkml:trace>
  <inkml:trace contextRef="#ctx0" brushRef="#br0" timeOffset="246618.4243">5135 11956,'0'-50,"0"100,25-25,-25-1,0 26,25-25,-25 0,24-25,26-25,-50 0,50-25,-50 26,24-1,-24-25,0 25,0 100,0-1,0 1,0-1,0 1,-49-1,49-24,0-26,-25-24,25 50,-50-50,50 25,-49-25,-1 0,50 49</inkml:trace>
  <inkml:trace contextRef="#ctx0" brushRef="#br0" timeOffset="247023.9202">5408 12427,'0'0,"0"-25,25 25,24 0,-24 0,25 25,-50 25,0-25,0-1,0 26,0-25,-25 0,-50 49,26-49,74-25,49-25,-24 25,-1-50,1 50,-1-24,1 24</inkml:trace>
  <inkml:trace contextRef="#ctx0" brushRef="#br0" timeOffset="247248.3209">6102 12179,'0'0,"0"-25,25 25,50 0,-26 0,-49 25</inkml:trace>
  <inkml:trace contextRef="#ctx0" brushRef="#br0" timeOffset="247390.9406">6102 12402,'0'0,"25"0,0 0,0 0</inkml:trace>
  <inkml:trace contextRef="#ctx0" brushRef="#br0" timeOffset="247947.4503">6722 12055,'0'-25,"0"0,0-24,25 49,25-25,-1 25,-49-25,50 25,-25 0,24 0,-24 0,-25 25,0 0,0 24,0 1,-25 24,25-24,-74 0,49-25,-24 24,24-24,25 25,-75-26,26 26,74-50,24 0,1 0,-1 0,1 0,0 0,-26 0,-24-25,25 25,-25 25,-49-25</inkml:trace>
  <inkml:trace contextRef="#ctx0" brushRef="#br0" timeOffset="249355.9238">1489 13593,'0'-25,"0"50,74 0,-74 0,25 24,-25-24,25-25,-25 25,49-25,-24 0,0-50,-25 25,0 1,49-26,-49 25,0-24,0 123,0 0,0 1,0-1,0 1,0-1,-24 0,24 1,0-26,-50 1,50-25,-25 0,-49 24,24-49,1 0,24-25,25-49,0 49</inkml:trace>
  <inkml:trace contextRef="#ctx0" brushRef="#br0" timeOffset="249851.5969">2059 14163,'0'-49,"25"49,25 0,-50-25,24 25,1 0,25 74,-50-49,0 25,0-1,-25 26,25-1,-50 1,1-26,24 1,25 0,-50-50,50 24,50-24,0-24,-1 24,26 0,-26 0,1-25,-25 25,-1 0</inkml:trace>
  <inkml:trace contextRef="#ctx0" brushRef="#br0" timeOffset="250129.573">2481 14337,'25'-50,"-1"50,1 0,25 0,-1 0,-24 0,0 0,25 0,-26 0</inkml:trace>
  <inkml:trace contextRef="#ctx0" brushRef="#br0" timeOffset="250293.3379">2555 14486,'0'25,"0"-50,75 25,-1 0,0-25,1 25,-50-49</inkml:trace>
  <inkml:trace contextRef="#ctx0" brushRef="#br0" timeOffset="253331.9702">3399 14312,'49'0,"1"0,-1 0,1 0,0 0,-26 0,1 0</inkml:trace>
  <inkml:trace contextRef="#ctx0" brushRef="#br0" timeOffset="253842.6111">4143 13717,'0'0,"-25"25,25 24,-25-49,25 25,0 0,25 25,25-50,-1 24,1-24,-25 0,-25 25,0 25,0-25,0-1,0 26,-75-25,26-25,49 25</inkml:trace>
  <inkml:trace contextRef="#ctx0" brushRef="#br0" timeOffset="254022.1301">4093 13717,'99'-50,"-198"100,273-100,-149 50,24 0,-24 50,25 0,-26-26</inkml:trace>
  <inkml:trace contextRef="#ctx0" brushRef="#br0" timeOffset="254679.994">4713 13990,'0'0,"0"-50,0 25,25-24,-25-1,0 1,0 24,0 0,-25 25,-24 0,24 0,0 0,-25 0,50 25,0 24,0 1,0 0,25-50,-25 74,25-74,-25 50,50-1,-50 1,24-50,-24 25,0 24,25-49,-25 25,0 0,-49-25,24 0,0 0,0 0,25-25,0 0,0-49,0 49,0-25,25 1,0 24,0 25,24-50,-24 50,0 0</inkml:trace>
  <inkml:trace contextRef="#ctx0" brushRef="#br0" timeOffset="255208.5833">3820 14684,'50'0,"-1"0,51 0,49 0,198 0,-174 0,-49 0,-49 0,-26-24,-73 24</inkml:trace>
  <inkml:trace contextRef="#ctx0" brushRef="#br0" timeOffset="255697.2721">4242 14957,'0'-25,"0"75,0 0,0-1,0 1,0-25,0 24,0-24,0 25,0-26</inkml:trace>
  <inkml:trace contextRef="#ctx0" brushRef="#br0" timeOffset="256322.6004">4639 15007,'0'-25,"0"0,0-24,0 24,-50 25,25 0,1 0,-26 74,50-24,0-25,0 24,0 1,50-50,-50-50,24 50,-24-49,25-1,0 50,-25 74,0-24,0 24,0-24,0 0,0-1,0-24,0 25,0-25</inkml:trace>
  <inkml:trace contextRef="#ctx0" brushRef="#br0" timeOffset="277857.2764">2679 4862,'25'0,"49"49,26-49,49 0,24 0,26 0,24 0,-25 0,1 0,24 0,25 0,-25 0,0 0,26 0,-26 0,-50 50,-73-50,-26 0,-24 0,-1 0,-24 0,-50 0</inkml:trace>
  <inkml:trace contextRef="#ctx0" brushRef="#br0" timeOffset="281467.8599">10195 7094,'0'-25,"0"-24,50 49,-50-25,24 25,1 0,25 0,-25 0,0 50,-25-26,0 1,0 25,0-25,0-1,0 26,-50 0,25-50,50 0,49 0,-24 0,-25 24,24 26,-24-50,-25 25,0 0,0 24,0 1,0-25,0-1,-25-24,25 25,-74-25,49 0,0 0,-24 0,24 0,0 0,0 0,25-25,0 1</inkml:trace>
  <inkml:trace contextRef="#ctx0" brushRef="#br0" timeOffset="284214.0816">10989 7069,'0'50,"0"-25,25-25,-1 0,26 0,-25-75,-25 51,0-1,0 50,49 49,-49-24,0-1,25 26,-25 24,0-25,0 1,50 24,-50-50,0-24,-25-25,0 0,0 0,-24 0,24-49,0 24,25 0,-74-25,74 26,-25-26</inkml:trace>
  <inkml:trace contextRef="#ctx0" brushRef="#br0" timeOffset="284603.5477">11659 7590,'0'-49,"0"73,24 1,-24 25,0 24,0-24,50 24,-50-49,0 0,0 0,25-25</inkml:trace>
  <inkml:trace contextRef="#ctx0" brushRef="#br0" timeOffset="285106.5556">12155 7441,'24'0,"1"0,25 0,-1 0,1 0,24-49,-24 49,-25 0,0 0,24 0,-49-25</inkml:trace>
  <inkml:trace contextRef="#ctx0" brushRef="#br0" timeOffset="285467.5893">12353 7218,'0'0,"0"-25,0-24,0 74,0-1,0 26,50 24,-50 26,0-26,0 0,24-24,-24 24,0-49,50 25,-50-1,25-49,-25 50</inkml:trace>
  <inkml:trace contextRef="#ctx0" brushRef="#br0" timeOffset="286975.2582">13965 7243,'0'74,"0"-24,0 0,0-1,0 26,0-26,0 1,0-1,0-24,0 0,0 25</inkml:trace>
  <inkml:trace contextRef="#ctx0" brushRef="#br0" timeOffset="287505.8406">14263 7367,'0'-25,"0"0,0-24,0 24,-25 25,-24 0,-26 0,75 25,-49-25,49 49,-25 1,25 0,0-1,-50 1,50 24,0-24,0-1,0-24,25-25,-25 25,25-25,0 0,49 0,-49 0,49-50,-74 1,25 24,-25-25,0 1,0 24,0-25,0 26,-25 24,-24 0</inkml:trace>
  <inkml:trace contextRef="#ctx0" brushRef="#br0" timeOffset="288603.5616">14561 7342,'0'-25,"0"1,0-26,0 75,25 49,-25-24,74-50,-74 25,25-25,0 0,-1 0,-24-50,0 0,0 100,0 24,0 1,0 24,0 0,0-24,0-1,-49-24,24-26,-25 26,1-50,24 0,-25-25,50 0,0 1</inkml:trace>
  <inkml:trace contextRef="#ctx0" brushRef="#br0" timeOffset="288992.5176">14958 7813,'0'0,"24"0,1 0,-25 75,0-26,0 1,-25 25,-24-26,24-24,-25 25,50-26,-24-24,24 25,49-25,26 0,24 0,25 0,-50 0,1-49,-26 49</inkml:trace>
  <inkml:trace contextRef="#ctx0" brushRef="#br0" timeOffset="289816.6363">15553 7615,'49'0,"-24"0,0 0,25 0,24 0,-24 0,-25 0,-1 0,26 0,-25 0,-50 0</inkml:trace>
  <inkml:trace contextRef="#ctx0" brushRef="#br0" timeOffset="290215.569">15727 7466,'0'0,"0"25,0 25,0-1,0 26,0-1,0 0,0-24,0 0,0-26,0 1,0 0,0 50</inkml:trace>
  <inkml:trace contextRef="#ctx0" brushRef="#br0" timeOffset="291368.7228">16669 7615,'25'0,"-25"-25,-25 25,-25 0,26 0,-1 0,-25 0,1 0,49-25,24-24,26-1,0 1,-50-1,49 50,-49-50,0 75,0 25,0-1,0 26,0-26,0 1,0 0,0-1,0-24,0 0</inkml:trace>
  <inkml:trace contextRef="#ctx0" brushRef="#br0" timeOffset="291813.5323">17066 7466,'0'-25,"0"50,0-74,-25 49,0 24,-24 1,49 25,-50-25,50 24,0-24,0 25,0-26,0 26,25-50,0 0,0 0,24-50,-24 1,25-26,-50 26,0 24,24 0,-24-24,0-1,-24 50,-51 0,26 50</inkml:trace>
  <inkml:trace contextRef="#ctx0" brushRef="#br0" timeOffset="292082.8125">16198 8037,'25'0,"24"0,26 49,49-49,0 0,0 0,0 0,0 0,0 0,0 0,-75 0,26 0,-50 0,-25 25</inkml:trace>
  <inkml:trace contextRef="#ctx0" brushRef="#br0" timeOffset="292404.5593">16446 8161,'0'0,"0"-25,49 25,-24 0,-25 25,0 24,0 1,0 24,0 1,0-1,0 1,-49-1,49-24,0-1,0-24,24 25,1-50</inkml:trace>
  <inkml:trace contextRef="#ctx0" brushRef="#br0" timeOffset="292911.2095">16868 8384,'0'-25,"0"50,0-75,-25 50,0 0,-25 0,1 0,49 25,-25 25,25-25,0 24,25-49,24-25,-24 1,25-26,-25 25,-1 25,-24 25,0 0,0 49,0-24,0-1,0-24,0 0,0 25,25-50</inkml:trace>
  <inkml:trace contextRef="#ctx0" brushRef="#br0" timeOffset="293642.2515">17835 7714,'0'0,"0"25,0 0,0 24,0-24,0 0,50-25,49-25,-74 25,-25-74,24 74,-24-50,0 25,0 75,0 0,0 24,-49 0,49 51,-50-26,50-25,-25-24,25-1,-49-24,-1-25,25 0,1 0,-51-49</inkml:trace>
  <inkml:trace contextRef="#ctx0" brushRef="#br0" timeOffset="294114.6806">18108 8235,'49'0,"-98"0,148 0,-74 0,0 0,24 0,1 25,-50 49,0-49,-25 25,0-1,0-49,25 25,50 25,0-25,-50 24,24 1,-24-1,-49-49,-1 0,1 0,-1-24,0 24</inkml:trace>
  <inkml:trace contextRef="#ctx0" brushRef="#br0" timeOffset="295575.8076">18653 8012,'50'0,"-25"0,24 0,26 0,-25 50,-26-50,1 0,25 0,-50 24</inkml:trace>
  <inkml:trace contextRef="#ctx0" brushRef="#br0" timeOffset="295763.6366">18827 8235,'0'0,"50"0,-25 0,24 0,1 0,-1 50,-24-50</inkml:trace>
  <inkml:trace contextRef="#ctx0" brushRef="#br0" timeOffset="296099.7363">19596 7962,'0'-49,"0"98,0 1,0 24,0 1,-25-1,25-24,0-1,0-24,-25-25,25 75</inkml:trace>
  <inkml:trace contextRef="#ctx0" brushRef="#br0" timeOffset="296578.4563">19943 8012,'0'-25,"0"-25,-24 100,24-25,-50 25,50-1,-50 26,50-26,0 1,0-1,-49 1,49 0,0-1,24-49,1 25,0-25,25 0,-25 0,-1-50,-24 1,0 24,-99-25,25 50,-75 25,74 25</inkml:trace>
  <inkml:trace contextRef="#ctx0" brushRef="#br0" timeOffset="302296.286">10840 9798,'0'-50,"0"25,25 25,24 0,-24-24,0 24,25 0,-50 24,0 1,0 25,0-25,0 24,-25-49,25 50,-50-50,50 49,-49 1,-26-50,75 25,25-25,25 0,-26 0,1 0,0 0,25 25,-50 24,24-49,-24 25,0 25,0-1,0-24,0 25,-24-50,-51 0,50 0,-24 0,-1-25,1 25,49-25</inkml:trace>
  <inkml:trace contextRef="#ctx0" brushRef="#br0" timeOffset="302971.9962">11559 9723,'0'-49,"-24"74,-1 24,25-24,-50 25,50-1,-25 1,25-1,0 1,0 0,0-25,0-1,0 26,0 0,25-50,25 0,-50-25,0 0,0 0,-25 25,25-25,-25 25,25 25</inkml:trace>
  <inkml:trace contextRef="#ctx0" brushRef="#br0" timeOffset="304818.2322">12403 10244,'0'0,"0"-49,-25 49,74 0,1 0,0 0,-1 0,26 0,-50 0,-1 0,1 0</inkml:trace>
  <inkml:trace contextRef="#ctx0" brushRef="#br0" timeOffset="305131.507">12626 10021,'0'-25,"0"50,0 0,0 49,0 26,0 48,0-48,0-26,0-24,0-26,25-24,24-24</inkml:trace>
  <inkml:trace contextRef="#ctx0" brushRef="#br0" timeOffset="308182.3271">12725 10170,'25'0,"-25"50,-50-26,26-24,-26 0,25 0,25-24,0-26,25 50,25 0,-50 25,0 24,0 51,-50-51,0-49,50 25,-49-25,24 0,25-50,0 26,0-1,0 0,0-25,0 26,0-1,25 25,24 0,1 0,-25 25,-25 24,0 1,0-1,0 1,0 0,0 24,-25-24,-25-1,1-24,24-25,25-25,-50-24,50-1,0 0,25 1,0-1,25 50,24 0,-49 0</inkml:trace>
  <inkml:trace contextRef="#ctx0" brushRef="#br0" timeOffset="308767.9799">13296 10145,'24'0,"26"0,24 0,-49 0,0 0,25 0,-25 0</inkml:trace>
  <inkml:trace contextRef="#ctx0" brushRef="#br0" timeOffset="309518.5849">13866 9847,'0'-24,"0"48,0 26,0-25,0 0,0 24,0-24,25-25,49 0,-49 0,25 0,24 0,-74 25,25-25,-25 25,0 24,0-24,0 0,-25 25,0-50,1 0,-1 0,-25 0,25 0,1-25</inkml:trace>
  <inkml:trace contextRef="#ctx0" brushRef="#br0" timeOffset="309795.8407">13916 9971,'49'-223,"-49"198,-49 273,148-496,-74 248,24 0,-24 0,25 0,24 0,-49 75,25-26</inkml:trace>
  <inkml:trace contextRef="#ctx0" brushRef="#br0" timeOffset="311243.1376">14660 9947,'25'-25,"-25"0,0 0,0-24,0 24,0 0,-25 25,-25 0,26 0,-1 0,-25 50,25-26,25 1,0 25,0-25,0-1,0 26,25-25,25 0,-25-25,-25 49,24-49,-24 25,50-25,-50 25,0 0,-25 24,-24-49,24 0,-50 0,26 0,24 0,25-49,0 24,0 0,0-24,74 49,-24-25,0 25,-1 0,1-25,24 25,-24 0,-1 0,26-50,-26 50,1 0,-25-25,24 25,-49-49,-24 49,-1 0,0 0,-25 25,26 49,24-49,0 25,-50-50,50 74,0-49,25-25,-25 25,25-25,-1 0,26 0,0 0,-50-50,0 0,0-74,0 99,-25 25,0 0,0 0</inkml:trace>
  <inkml:trace contextRef="#ctx0" brushRef="#br0" timeOffset="311770.7134">13866 10740,'75'0,"-1"0,0 0,75 0,-25 0,25 0,-25 0,-25 0,-24 0,-26 0,1 0,-75 0,0 0,-24 0,24 0</inkml:trace>
  <inkml:trace contextRef="#ctx0" brushRef="#br0" timeOffset="312201.6076">14189 11063,'0'0,"0"-25,0 50,0 24,0 26,-25-1,25 1,0-26,0-24,0 0,0 25,0-1</inkml:trace>
  <inkml:trace contextRef="#ctx0" brushRef="#br0" timeOffset="312353.2007">14586 11286,'24'-124</inkml:trace>
  <inkml:trace contextRef="#ctx0" brushRef="#br0" timeOffset="312771.7875">14610 11112,'-24'174,"-150"-298,174 174,0-1,198-198,-371 298,197-149,1 0,0 0,25-24,-25 24,-25-50,24 50,-24-25,0 75,0 24,0 1,0-1,0 0,-49-24,49-25,0 0,0 24</inkml:trace>
  <inkml:trace contextRef="#ctx0" brushRef="#br0" timeOffset="314461.715">15677 10790,'-25'0,"50"0,25 0,-1 0,26 50,-1-50,-24 0,24 0,-49 0,0 0,-1 0</inkml:trace>
  <inkml:trace contextRef="#ctx0" brushRef="#br0" timeOffset="315026.7146">16049 10492,'0'-24,"-25"24,25 49,-25 26,25-26,0 1,-49 24,49 1,0-1,-25-24,25-1,0-24,50-25</inkml:trace>
  <inkml:trace contextRef="#ctx0" brushRef="#br0" timeOffset="315915.8776">17165 10393,'0'-49,"-25"49,-24 0,-1 0,25 0,1 0,24-25,24-25,26 25,-25 1,-25-26,49 50,-49-50,25 50,-25-49,25 24,25-25,-50 100,0 24,0 1,0-1,0 1,0-1,0-49,0 24,0-24,0 0,0 25</inkml:trace>
  <inkml:trace contextRef="#ctx0" brushRef="#br0" timeOffset="316428.507">17636 10220,'0'-25,"0"50,0-100,-24 75,-26 25,25 49,25-49,-49 50,49-26,0 1,0-1,0-24,0 25,49-50,1 0,-25 0,24-25,-49 0,50-24,-50-26,0 50,0 1,0-1,0-25,0 1,-25 49,0 0,0 24</inkml:trace>
  <inkml:trace contextRef="#ctx0" brushRef="#br0" timeOffset="316742.1766">17016 10765,'25'0,"50"0,-1 25,25-25,0 0,1 0,-26 0,-24 50,-1-50,-24 24</inkml:trace>
  <inkml:trace contextRef="#ctx0" brushRef="#br0" timeOffset="317034.9125">17215 10939,'0'0,"0"49,0 1,-50 24,50 1,0-1,0 1,0 24,0-49,25-50,0 0</inkml:trace>
  <inkml:trace contextRef="#ctx0" brushRef="#br0" timeOffset="317560.2776">17537 11212,'-74'-75,"148"150,-198-150,99 75,1 0,24 50,0 24,0-49,24-25,51-25,-26 1,-24-26,25 50,-50-25,0 50,0 25,0-1,0 1,0-1,0-24,-25 25,25-25,25-25,24 0</inkml:trace>
  <inkml:trace contextRef="#ctx0" brushRef="#br0" timeOffset="318302.3061">18281 10195,'0'-25,"0"75,0-1,0 1,0-25,0 24,0-24,25-25,25-25,-50-24,25 24,-25 0,0-25,0 1,24 49,-24 25,0 49,0 0,0 1,0-1,0 50,0-25,0 1,-49-1,49-25,0-49,-25-25,-25 0,26 0,-1 0,25-25,-75-24,75 24,0 0</inkml:trace>
  <inkml:trace contextRef="#ctx0" brushRef="#br0" timeOffset="318826.7726">18529 10939,'25'-25,"-50"50,100-50,-50 25,-25 50,0-1,0 1,0-1,-50-49,75 0,0 25,-1 25,-24-25,0 0,0-1,-49-24,24 0,-25 0</inkml:trace>
  <inkml:trace contextRef="#ctx0" brushRef="#br0" timeOffset="319058.1531">19125 10641,'99'-25,"-49"25,-199 25,322-50,-148 25,25 25</inkml:trace>
  <inkml:trace contextRef="#ctx0" brushRef="#br0" timeOffset="319217.7262">19050 10914,'422'0,"-844"0,894 0</inkml:trace>
  <inkml:trace contextRef="#ctx0" brushRef="#br0" timeOffset="319569.3459">19770 10393,'49'-25,"-98"50,98-25,-49 75,-25 49,25-25,-49 25,49-50,0 1,0-26,0-24,0 0,25-25</inkml:trace>
  <inkml:trace contextRef="#ctx0" brushRef="#br0" timeOffset="319958.8804">20216 10468,'0'-25,"0"50,-49-1,24 26,25 24,-75 1,75-1,-24 25,24-49,0 0,0-26,0 1,0 25,49-50,-24 0,49-50,-74 25,25 1,-25-26,0 0,-49 50,-75 0,-50 0,-25 0</inkml:trace>
  <inkml:trace contextRef="#ctx0" brushRef="#br0" timeOffset="322203.0033">10071 12204,'0'50,"0"-26,25 51,0-75,-25 25,24-25,26 0,-25 0,0-25,-25 0,49 0,-49-24,0 24,25 0,-25-25,0 25,0 75,0 25,0-1,0 149,0-124,50 75,-50-100,0-24,0-25,0 24,0-24,-50-25,-24 0,49 0,0 0,-25 0,26-25,-1-24,-25-1,50 25,25 25</inkml:trace>
  <inkml:trace contextRef="#ctx0" brushRef="#br0" timeOffset="322795.42">10666 13097,'0'0,"25"0,25 0,-1-25,-24 25,0 0,25 0,-26 25,-24 49,0-49,0 0,0 25,0-1,-74-24,49-25,50 0,0 0,49 0,-24 50,-25-1,-25-24,0 25,0-1,-25-49,-25 0,50-25,-49 25,49-49,0 24</inkml:trace>
  <inkml:trace contextRef="#ctx0" brushRef="#br0" timeOffset="323042.7613">11634 12799,'0'-25,"0"50,49-50,-24 1,50 24,-26 0,1 0,-25 0,24 0,-24 0,-25 49</inkml:trace>
  <inkml:trace contextRef="#ctx0" brushRef="#br0" timeOffset="323199.3454">11807 13047,'372'0,"-744"0,868 0,-421 0</inkml:trace>
  <inkml:trace contextRef="#ctx0" brushRef="#br0" timeOffset="325571.5136">14015 12725,'50'0,"-26"0</inkml:trace>
  <inkml:trace contextRef="#ctx0" brushRef="#br0" timeOffset="326893.8961">14089 12774,'0'-24,"0"-1,0 50,0 49,0 25,0-24,0-1,0 0,0-24,0 0,-24-1,24 1,0-25,0 0,24 24</inkml:trace>
  <inkml:trace contextRef="#ctx0" brushRef="#br0" timeOffset="327371.6161">14486 12824,'0'-50,"0"100,0-124,-49 98,-1 26,25 0,25 24,-49 0,49 1,0-1,0 1,0-1,0-24,0-1,0-24,0 25,74-50,-24 0,-26 0,1 0,25 0,0-50,-50 1,0-1,0 25,-75 25,25 0,26 0</inkml:trace>
  <inkml:trace contextRef="#ctx0" brushRef="#br0" timeOffset="327927.3975">15255 13221,'50'0,"-1"0,1 0,0 0,-26 0,26 0</inkml:trace>
  <inkml:trace contextRef="#ctx0" brushRef="#br0" timeOffset="328519.4674">15652 12923,'0'0,"50"-25,-25-24,-1 49,26 0,0 0,-26 25,-24-1,0 1,0 25,0-1,0 1,0 0,0-26,0 1,-74 50,49-75,100 0,-26 0,-24 25,0 24,-25 1,0-1,-25-49,-25 50,-24 0,49-50</inkml:trace>
  <inkml:trace contextRef="#ctx0" brushRef="#br0" timeOffset="328993.7156">16247 12973,'0'-50,"0"25,-396 571,792-1017,-396 421,-49 125,49-1,-50 0,50 1,-49 24,49-24,0-26,0 1,0-25,0 24,49-49,1 0,-25 0,-1 0,51-25,-75-24,0 24,0 0,0-24,-50 49,25-50,1 50,-26 0,0 0,26 0</inkml:trace>
  <inkml:trace contextRef="#ctx0" brushRef="#br0" timeOffset="329923.746">16744 13345,'-25'0,"50"0,24 0,1 0,24 0,-24 0,-1 0,1 0,24 25,-49-25,0 0</inkml:trace>
  <inkml:trace contextRef="#ctx0" brushRef="#br0" timeOffset="330214.4856">16917 13171,'0'0,"0"25,0 25,0 24,0 1,0-1,0 0,0-24,0-25,0 0,50-25,-1 0</inkml:trace>
  <inkml:trace contextRef="#ctx0" brushRef="#br0" timeOffset="331010.9108">17934 12998,'0'-25,"0"50,-25 24,1 1,24-1,0-24,24-25,26 0,-25 25,24-25,-49 50,25-25,-25-1,0 26,0-25,0 0,-49-25,-1 49,0-49,26 0</inkml:trace>
  <inkml:trace contextRef="#ctx0" brushRef="#br0" timeOffset="331223.9271">17885 13072,'223'-149,"-446"298,471-298,-224 149,-24 25,75 25,-75-1,25 26</inkml:trace>
  <inkml:trace contextRef="#ctx0" brushRef="#br0" timeOffset="332241.3253">18405 13221,'50'-199,"-100"398,75-398,-25 224,-49 0,49 25,0-1,0 1,0 0,0-1,24-49,-24 25,50 25,-50-1,25-49,-25 75,0-51,-25-24,-25 0,50-74,0 0,0 24,0 25,0 0,50 25,0 0,49-49,-50 49,1 0,0 0,-1 0,1 0,0 0,24 0,-49-25,0 25,-25-50,0 25,-50 50,-24 25,74-25,-25 49,25-49,0 25,0-26,49-24,26-49,-75-26,25 51,-25-26,0 0,0 25,-50 25</inkml:trace>
  <inkml:trace contextRef="#ctx0" brushRef="#br0" timeOffset="332729.3991">17537 13767,'0'24,"50"-24,24 0,1 0,24 50,75-50,24 50,0-50,1 0,-26 0,-48 0,-51 0,-24 0,-1 0,-74 0,-24 24</inkml:trace>
  <inkml:trace contextRef="#ctx0" brushRef="#br0" timeOffset="333071.3956">18331 13990,'0'0,"0"49,0-24,-50 25,50-1,0 1,0 24,-24-24,24-25,0 0,0 24</inkml:trace>
  <inkml:trace contextRef="#ctx0" brushRef="#br0" timeOffset="333710.7242">18678 14188,'0'-74,"0"148,0-173,0 49,-25 50,-24 0,-26 0,51 0,-1 25,-25 25,50-25,0 24,25-49,-25 25,50-25,24 0,-24 0,-1 0,-24 0,-25-50,50 26,-50 73,-25 26,-25 74,50-100,0 26,0-51,-25-24,25 25</inkml:trace>
  <inkml:trace contextRef="#ctx0" brushRef="#br0" timeOffset="334985.4897">18133 12725</inkml:trace>
  <inkml:trace contextRef="#ctx0" brushRef="#br0" timeOffset="336457.4266">19224 12725,'25'0,"49"0,-24 0,-1 0,-24 0,0 0,25 0,-1 0,-49 74,0-24,0 24,0 50,0 25,0 50,-49 49,49 24,-100 51,100-50,-49-50,49-25,0-49,0-50,0-24,0-50,0 24,0-24,0 0,-25-25,-25 50,-24-50,-25 24,-25-24,-50 0</inkml:trace>
  <inkml:trace contextRef="#ctx0" brushRef="#br0" timeOffset="338039.3311">14437 12402,'0'0,"24"0,-24-24,0-1,-99 25,50 0,-26 0,26 0,-1 0,-24 0,-1 0,26 0,24 0,-25 0,50 74,0 1,25 24,-25 25,0 74,0 75,0 0,0-25,0 25,0-50,0 25,0-99,50 99,-50-223,0 24,0-24,0 0,0 0,24-25,-24 49,50-49,0 0,74 25,0-25,99 0,75 0,123 75,125-75,173 74</inkml:trace>
  <inkml:trace contextRef="#ctx0" brushRef="#br0" timeOffset="340716.0482">18505 13271,'24'-50,"1"25,0 25,-25-25,50 25,-50-49,0 24,0 0,0-25,0 26,0-1,-25 25,25-25,-25 25,0 0,-24 0,24 0,0 0,0 0,-24 0,49 25,0 24,0 1,0-25,0 0,0-1,24-24,-24 50,25-50,-25 25,25-25,-25 25,25-25,-25 49,49-49,-49 25,25 0,-25 0,50 49,-50-24,0-1,0 1,0-25,0 24,0-24,-25-25,0 25,-24-25,-1 0,0 0,26 0,24-50,0-24,0 0,0 24,0 0,0 1,0 24,49 25,-49-50,50 50,-50-24,49 24,1 0,-50-25,50 25,-1 0,-49-25,25-25,-25 25,0-24,0 24,0-25,0 26,-74-26,24 50,0 0,50 25,-24-25,24 74</inkml:trace>
  <inkml:trace contextRef="#ctx0" brushRef="#br0" timeOffset="343193.6837">20216 13295,'0'-24,"0"-26,0 25,0 0,0 75,0 0,0 24,0 0,0 1,0-26,0 1,0-25,0 24,0-24,0 0,0 25</inkml:trace>
  <inkml:trace contextRef="#ctx0" brushRef="#br0" timeOffset="344681.3406">20762 13295,'0'-24,"0"-51,0 50,0 0,-25 25,-25 0,26 0,-26 0,0 0,1 50,49-25,0 25,0-1,0-24,25-25,-1 0,1 0,0 0,25 0,-50-25,24 25,-24-49,0-1,25 25,-25 0,50 25,-50 50,0 24,0 26,0-1,0 0,0-25,0-24,0 0,0-1</inkml:trace>
  <inkml:trace contextRef="#ctx0" brushRef="#br0" timeOffset="347958.5403">20018 14114,'25'0,"49"0,50 0,50 0,-1-25,1 25,0 0,-50 0,-25 0,-50-50,1 50,-25 0</inkml:trace>
  <inkml:trace contextRef="#ctx0" brushRef="#br0" timeOffset="350562.0912">20539 14337,'0'50,"0"-25,-50 24,50-24,0 0,-25-25,25 49,50-49,-25 0,-1 0,26 0,0 50,-50-25,24 24,-24-24,0 0,-24-25,24 25,-75-25,26 49,-1-49</inkml:trace>
  <inkml:trace contextRef="#ctx0" brushRef="#br0" timeOffset="350812.4207">20539 14387,'0'-25,"0"50,24-75,1 50,25 0,-25 0,24 0,-24 0,25 25,-26 49</inkml:trace>
  <inkml:trace contextRef="#ctx0" brushRef="#br0" timeOffset="351910.0922">21060 14560,'24'-24,"-48"48,48-98,-24 49,0 0,0-24,-24 49,24-25,-25 25,25-25,-25 25,-25 0,26 0,-1 50,25-25,0-1,0 1,0 25,0-25,0-1,25 26,24-25,-24-25,-25 25,25 24,-25-24,0 0,0 24,-25-49,0 0,-24 0,49-24,0-26,0 0,0 1,0-1,24 50,-24-49,25 49,-25-25,25 25,-25-25,25 25</inkml:trace>
  <inkml:trace contextRef="#ctx0" brushRef="#br0" timeOffset="355330.5682">20539 14808,'0'0,"0"-24,49-1,-49-25,25 50,-50 0,-24 0,-26 25,26-25,24 0,0 0,25 25,-50-25,50-25,75-74,-26 49,-49 25,50-24,-50 24,50 0,-50-24,24 49,-24-25,0 0,50 25,-50 25,0 49,0 25,0 1,25-1,-25 50,0-25,0-25,0-25,49 1,-49-51,0 1,25-25,25 0</inkml:trace>
  <inkml:trace contextRef="#ctx0" brushRef="#br0" timeOffset="356368.7929">21258 14709,'0'-49,"0"24,0 0,0 0,-50 25,26 0,24-49,-25 49,-25 0,50 24,-25-24,25 50,-24-25,24 0,-50 49,50 25,0-49,0-25,0 24,0-24,25 25,0-50,-25 24,24-24,26 0,0 0,-26 0,26-24,-25-51,-25 50,0 1,0-26,0 25,49 0,-49-24,0 24,0 0,0 0,-24 25,24-49,-25 24,-25-25,1 50,24 0,0 0,-25 0,26 0,-1 50,25-25,-50 0,50 24,-25 1,25-25,-49 24,49 1,0-25,0 24,0-24,0 25,0-26,25-24,-25 25,49-25,26 50,-51-50,1 0,50 0,-51-99,-24 49,50-24,-50-1,0 26,0-26,-25 50,25 1,-49-26,24 50,25 25</inkml:trace>
  <inkml:trace contextRef="#ctx0" brushRef="#br0" timeOffset="442131.5798">10344 14932,'99'0,"-24"0,-26 0,-24 0,25 0,-1 0,-24 0,25 0</inkml:trace>
  <inkml:trace contextRef="#ctx0" brushRef="#br0" timeOffset="442352.9886">10542 15205,'25'0,"25"0,-125 0,323 0,-198 0,0 0,-1-25</inkml:trace>
  <inkml:trace contextRef="#ctx0" brushRef="#br0" timeOffset="443167.3193">11311 14833,'-173'199,"346"-398,-173 174,0 50,0 50,0-26,0 1,0-25,25-25,0 0,25 0,-1 0,-24 49,25-24,49 99,-50-74,-49-1,0 1,0-25,-49 0,24-25,-25 0,26 0,-26 0,25 0,25-50</inkml:trace>
  <inkml:trace contextRef="#ctx0" brushRef="#br0" timeOffset="443653.8403">11386 14858,'0'0,"0"-25,49 25,51-49,-1 49,0 0,-25 0,1 0,-26-50,1 50,0 0</inkml:trace>
  <inkml:trace contextRef="#ctx0" brushRef="#br0" timeOffset="450071.0307">6400 7863,'-50'0,"50"-50,-49 26,-1-26,-49 25,74 25,25-25,-74 25,-1 0,50 0,1 0,-26-49,25 49,0 0,-24 0,-26 0,1 0,24 49,26-49,-1 50,-25-25,25 24,-24-24,24 0,-25 25,1-1,49-24,-25 25,25-25,-50 24,50 1,-24-1,-26 51,50-51,-25-24,25 0,0 24,0-24,0 0,0 25,0 24,0-24,0-26,50 1,-50 25,49-25,-49 24,50-24,0 0,-1 24,1-24,24 25,-24-50,-1 50,1-50,0 49,-1-49,26 0,-1 0,25 0,-24 0,-1 0,25 0,-24 0,74-25,-25-148,-75 123,-49 0,50-24,-50 24,0-24,0 0,0 24,0 0,0 1,0-1,-25 1,25 24,-25 0,25-25,-49-24,-1 24,25 1,-24-1,-26 25,26 25,-26 0,1 0,-50 0</inkml:trace>
  <inkml:trace contextRef="#ctx0" brushRef="#br0" timeOffset="453272.7946">5185 13543,'0'-24,"0"-1,-25-25,25 1,-25 49,0-100,-24 100,49-24,-75 24,75-75,-74 75,49-50,0 50,-25-49,26 49,-26-50,25 50,0-49,-24 49,24-25,0 25,-24-50,24 50,0 0,-25-25,26 25,-26-24,0 24,1 0,24 0,0 0,-24 0,-1 0,25 0,0 24,-24-24,-26 100,1-51,-75 50,99-49,26-25,-26 0,25 24,-24-24,49 25,-50-25,50 24,-25 1,25-1,-49 1,49 0,-50-1,50 26,-25-26,25 1,-49-1,49 1,-50 24,50 1,0-1,0 1,0-1,0 1,0-1,0 25,0 25,0-49,0-1,0-24,25-1,-25 1,0-1,49 26,1 173,0-174,-50 1,74-26,-74 1,50 24,-50-49,49 0,1 25,-25-26,24 26,-24-25,0-25,-25 49,74-49,-24 50,-25-50,-1 0,26 0,0 0,-1 0,1 0,0 0,24 0,-24 0,-1 0,1 0,24 0,-24 0,49-25,25-74,-50 0,-24 49,-25 1,24-26,1-24,0 25,-1-26,-24 51,25-1,-25 0,-25 1,74-50,-74 49,25-24,-25 24,49 0,-49-24,0 24,25 1,-25 24,0-25,0 1,0-26,0 26,0-1,0 0,0 1,0-75,-74 25,-1 24,75 26,-74-1,49 25,-24-24,24 24,25-25,-50 25,50 1,-74-26,74 25,-25 25,25-25,0-24</inkml:trace>
  <inkml:trace contextRef="#ctx0" brushRef="#br0" timeOffset="455925.6275">12924 15007,'0'-25,"-25"-25,25 26,-50 24,50-25,0 0,-25 25,25-74,0 49,-49 0,49-25,-50 26,50-1,-99-25,74 25,0-24,-49 24,-25-49,-100-26,150 100,-1 0,0-49,1 49,-26 0,26 0,-26 0,26 0,-1 24,1-24,-1 0,0 50,26-50,24 50,-50-1,0 1,26 0,-26-1,25 26,25-1,-74 0,74 26,-75 24,75-25,-25-25,25 25,0 1,0-26,0 75,0 173,50-222,-50-26,74 25,-49-49,25-25,-25 24,49-24,-24-25,-1 50,1-50,0 0,-1 0,26 0,24 0,25-50,0 0,-25 1,25-1,-25-24,1-1,-51 26,1-1,-50-24,49-25,-49 24,0-24,0-25,0-75,0-148,0 198,-74-24,74 123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19T09:20:11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2630 670,'0'25,"0"-1,0 100,0-49,0 49,0-75,0 1,24-25,-24 24,25-49,-25 25,25-25,25 50,-1-50,1 0,-25 0,-1 0,-24-50,50 1,-50 24,25-25,-25 25,0 1,0-26,50-24,-50-1,0 26,0-1,0 25,0 0,0-49,0 49,-25 25,50 0,-1 0</inkml:trace>
  <inkml:trace contextRef="#ctx0" brushRef="#br0" timeOffset="690.1541">3795 546,'0'0,"25"0,-25 49,-49 51,-100 296,74-247,26-50,-1 25,50-74,-49-25,49 24,-25-49,25-24</inkml:trace>
  <inkml:trace contextRef="#ctx0" brushRef="#br0" timeOffset="1123.8183">3374 868,'25'50,"-1"-1,51 51,24 48,0-24,0 0,-24-49,24 24,-49-49,-1-1,1-49,-50 25,25-25</inkml:trace>
  <inkml:trace contextRef="#ctx0" brushRef="#br0" timeOffset="1477.3889">4490 1091,'25'0,"0"0,24-24,1 24,-1 0,1 0,0 0,-1 0,-24 0</inkml:trace>
  <inkml:trace contextRef="#ctx0" brushRef="#br0" timeOffset="1659.9027">4540 1315,'49'0,"1"0,99 0,-100 0</inkml:trace>
  <inkml:trace contextRef="#ctx0" brushRef="#br0" timeOffset="2568.4799">5284 769,'0'-50,"25"50,-25-24,24 24,-24 24,124 100,-74-74,-25 0,24 24,-49-49,50-25,-50 25,50-50,-1-25,-24-49,-25 49,50 1,-50 24,49-49,-49 49,-49 99,-1 1,25-26,-49 26,24-26,1-49,49 25,0 0,0 49,0-24,0 24,0 1,0 24,0-25,0 1,24-26,-24-24,25 25,-25-1,-74-49</inkml:trace>
  <inkml:trace contextRef="#ctx0" brushRef="#br0" timeOffset="6515.0424">1588 2629,'49'0,"1"0,0 0,-26 0,26 0,0 0,-25 0,-1 0,-24 25</inkml:trace>
  <inkml:trace contextRef="#ctx0" brushRef="#br0" timeOffset="7229.6429">1588 2679,'0'25,"0"24,0 26,0-1,0 25,0 25,0 50,0-25,0 24,0 1,0 0,0-25,0-1,0-24,0 25,0-25,0 75,0 24,0 25,0 298,0-50,0-298,0-49,0-25,0 0,0-49,0-1,0 0,0 1,0 24,0 25,0-25,0-24,0-1,0-24,0-26,49-24,-49 50,224-50,-125 0,571-25,-373 25,-24 0</inkml:trace>
  <inkml:trace contextRef="#ctx0" brushRef="#br0" timeOffset="8374.09">2481 3249,'0'0,"0"-24,0-1,0-25,-25 50,25 25,0 149,0-26,0 76,0-100,0-50,0-49,0-99,50-1</inkml:trace>
  <inkml:trace contextRef="#ctx0" brushRef="#br0" timeOffset="13819.7323">3919 3671,'0'50,"50"-50,-25 0,0 0,-25-25,49 25,1 0,-25 0,0 0,-1 0</inkml:trace>
  <inkml:trace contextRef="#ctx0" brushRef="#br0" timeOffset="14911.8695">4564 3125,'25'0,"25"0,-1 0,-24 25,-25 25,0-25,0 24,0-24,0 25,0-26,0 1,-25-25,-24 0,74 0,-1 0,-24 25,25-25,-25 74,0-24,0-25,0 0,0-1,-49-24,24 0,-25 0,25 0</inkml:trace>
  <inkml:trace contextRef="#ctx0" brushRef="#br0" timeOffset="16210.4544">4515 3175,'0'-25,"25"25,49 0,-49 0,0 0,-1 0,-24 25,0 0,50-25,-50 49,0 1,0 0,-25-50,25 24,-25 26,1-50,24 25,-50-25,50 25,-25-25,75 0,-1 0,-24 49,25 1,-50 24,25-49,-25 25,0-25,0-1,0 26,0 0,-50-50,25 0,-24 24,24-24,0 0,0 0,-24 0,-1 0,50-49</inkml:trace>
  <inkml:trace contextRef="#ctx0" brushRef="#br0" timeOffset="21212.7877">6574 3621,'24'0,"1"0,0 0,-50 0,-24 0,24 0,-25 0,25 0,-24 50,-1-50,25 0,25 25,25-25,-25-25,75 25,-75-50,74 1,-74 24,99-25,-74 26,25-26,-26 50,-24-74,50 74,-50-50,50 50,-50-25,24 25,-24-25,0 50,0 50,0 73,0 26,-49-25,49-50,0 0,0-24,0-1,-50-24,50-25,0 24,0-24</inkml:trace>
  <inkml:trace contextRef="#ctx0" brushRef="#br0" timeOffset="28353.8324">2580 5085,'0'-50,"0"26,0-1,50 25,-50-25,0-25,0 26,-25 24,0 0,0 0,0 0,-49 24,74 26,-50-25,50 0,-49 49,49-24,-50-1,50-24,0 25,0-26,0 26,25-50,-25 25,25-25,24 0,51 0,-76 0,26 0,-25-50,-25 1,49 24,-49 0,0-25,0 26,0-1,0-25,0 25,0 1,0-1,-24-50,-1 75,0 0,25 50,-50 0</inkml:trace>
  <inkml:trace contextRef="#ctx0" brushRef="#br0" timeOffset="31773.5805">4713 4986,'0'25,"0"24,0 1,0 24,0-49,0 0,0 0,0 24,0 1,25-50</inkml:trace>
  <inkml:trace contextRef="#ctx0" brushRef="#br0" timeOffset="36609.6363">6276 5407,'25'0,"49"0,-49 0,25 0,-26 0</inkml:trace>
  <inkml:trace contextRef="#ctx0" brushRef="#br0" timeOffset="37104.6749">6648 5060,'0'-25,"0"1,0-26,25 50,24 0,-24 25,-25 24,0-24,0 0,0 25,0-26,-25 1,-24 50,-26-51,100-24,0 0,0 0,0 0,24 0,-24 0,0 0</inkml:trace>
  <inkml:trace contextRef="#ctx0" brushRef="#br0" timeOffset="37642.4603">6946 5035,'0'0,"49"-24,1 24,24 0,-49 0,-25 49,0-24,-50 74,1-49,-1-50,50 25,25-25,0 49,-25-24,0 0,0 0,-25-25,0 49,-24-49,-1 0</inkml:trace>
  <inkml:trace contextRef="#ctx0" brushRef="#br0" timeOffset="37875.8358">6574 5655,'24'0,"26"0,24 0,26 0,-1 0,25 0,-25-24,-24 24,-26 0,-24 0</inkml:trace>
  <inkml:trace contextRef="#ctx0" brushRef="#br0" timeOffset="38162.0709">6871 5730,'0'49,"0"-24,0 25,0 0,0 24,0-24,0-1,0 1,0-25,0-1</inkml:trace>
  <inkml:trace contextRef="#ctx0" brushRef="#br0" timeOffset="38687.3356">7243 5804,'0'-25,"-24"-24,-1 49,-25 0,50 25,-50-25,50 24,-24-24,24 50,0 0,0-1,0-24,24-25,26 0,74-25,-124 1,25-26,-25 100,0 24,-25 25,25 25,-49-25,49-24,-25-1,25 1,-100 24,76-50</inkml:trace>
  <inkml:trace contextRef="#ctx0" brushRef="#br0" timeOffset="40157.3945">2654 6921,'0'-25,"-49"25,-1 25,1 49,49-24,-50-26,50 1,0 25,25-25,0-25,24 49,1-49,24 0,-24 0,-1 0,1 0,0 0,24-49,-49-1,-25 0,50 1,-50-1,0-24,-25 24,0 25,-50-24,51 49,-1 0,25 24,-50 1</inkml:trace>
  <inkml:trace contextRef="#ctx0" brushRef="#br0" timeOffset="40727.7218">5433 6995,'0'0,"0"-25,-25 25,0 0,-49 0,-26 50,100-1,-49 1,49 0,0-1,0 1,0-1,0-24,74 25,-24-50,-25 0,24-25,1 0,-25-24,24-1,-49 0,25-24,-25 0,0-1,0 50,-50 1,-24 24,24 24</inkml:trace>
  <inkml:trace contextRef="#ctx0" brushRef="#br0" timeOffset="41138.6217">6648 7144,'0'-25,"25"50,-25 24,49 100,-49-74,0-26,0 1,25-25</inkml:trace>
  <inkml:trace contextRef="#ctx0" brushRef="#br0" timeOffset="42781.9476">7591 3076,'-25'0,"25"-25,25 25,49 0,-24 0,24 0,-24 0,-1 0,1 0,-25 0,-1 0,-24 74,0-49,0 0,50 25,-50-1,0 199,50-74,-50 297,0-148,49 297,-49-323,0 1,0 0,0-1,0 26,0-50,0-25,0 0,0-50,0-49,0 25,0-25,0-100,0 26,0-26,0-24,0-50,-25-24,-24 49,-26-25,-49 25,0 0,-49 25</inkml:trace>
  <inkml:trace contextRef="#ctx0" brushRef="#br0" timeOffset="45680.2013">9079 3076,'0'-25,"-25"25,124 0,-24 0,-26 0,26 0,-26 0,1 0,0 25</inkml:trace>
  <inkml:trace contextRef="#ctx0" brushRef="#br0" timeOffset="46233.7216">9203 3076,'0'49,"0"26,0 24,0 75,0 24,0 25,0 100,0-50,25-1,-25-23,0 23,49-48,-49 24,0-50,75 75,-75-75,0-49,0 25,25-25,-25 24,0-123,0 0,0-1,49-49,50 0,1 0,48-49,51 49,24-100,25 100,25-49</inkml:trace>
  <inkml:trace contextRef="#ctx0" brushRef="#br0" timeOffset="47733.2211">10195 3373,'0'-24,"0"-26,0 0,50 26,-26 24,26 0,-25 0,25 74,-50-24,49 24,-49-24,0-26,0 51,0-50,-74 24,49-49,25-74,0 24,50 25,-50 1,49-26,-49 25,50-24,-50 24,74 25,-74-50,25 50,-25-49,0-1,0 100,-25 98,25-73,0-26,0-24,0 0,75 25,-1-1,25-49</inkml:trace>
  <inkml:trace contextRef="#ctx0" brushRef="#br0" timeOffset="48305.6896">10592 4192,'0'-25</inkml:trace>
  <inkml:trace contextRef="#ctx0" brushRef="#br0" timeOffset="49008.8124">10443 4936,'0'-25,"0"75,0-25,0 0,0 24,50-24,-25-25,-1 0,26-50,-50 26,50-1,-50-25,0 25,0 1,0 98,49 25,-49 0,25 1,-25 48,0-98,0 0,-25-50,-24 0,-1 0,0 0,-24 0,24-50,26 25,-26 25</inkml:trace>
  <inkml:trace contextRef="#ctx0" brushRef="#br0" timeOffset="49718.328">10766 6251,'-25'0,"99"0,-49 0,0 49,-25-24,0 25,49-1,-49-24,0 0,0 25,-24 24,24-49,-25 24,25 1,-50-25,50 0,-49-25,73 0,26 0,0 0,-26 0,26 0</inkml:trace>
  <inkml:trace contextRef="#ctx0" brushRef="#br0" timeOffset="49893.8597">10716 6648,'50'0,"-1"-50,1 50,-1 0,1-25</inkml:trace>
  <inkml:trace contextRef="#ctx0" brushRef="#br0" timeOffset="51131.5566">11262 3101,'0'-25,"49"25,-24 0,50 0,73 0,-123 0,25 0,-50 49,49-24,-49 25,0 24,25 1,-25-1,50 50,-50-25,49 50,-49-25,50 25,-50 49,0 1,0 223,0-150,50 200,-50-274,49-24,-49 24,50-24,-50-50,49 25,-49-25,50 25,-50-50,50 25,-50-50,0 1,24-51,-24 1,0 25,-24-50,-26 0,-24 0,-26 0,-48 0,24 0,0 0,0 0</inkml:trace>
  <inkml:trace contextRef="#ctx0" brushRef="#br0" timeOffset="52303.2547">12502 4266,'25'0,"49"-49,-24 49,24 0,-24 0,-1 0,-24 25</inkml:trace>
  <inkml:trace contextRef="#ctx0" brushRef="#br0" timeOffset="52451.8546">12601 4638,'25'0,"49"-49,26 49,-26-50</inkml:trace>
  <inkml:trace contextRef="#ctx0" brushRef="#br0" timeOffset="53859.3326">13916 3274,'0'-49,"25"49,-25-25,-50 25,0 0,-24 0,24 0,1 0,-1 0,1 0,24 0,0 0,0 0,25 25,0 24,0 1,0-25,0 24,0 26,0-1,0 25,0 1,0 48,0 1,0 25,0 24,0 25,0-24,0-25,0 24,0-24,0-1,0-24,0 25,0-50,25 25,-25 24,0 1,0-50,0-25,0 0,0 50,0-25,0-25,0 1,25 24,-25 0,0-75,49 26,-49-51,0 26,25-50,25 0,-1 0,51 0,48-25,26 25,124 0,-174 0</inkml:trace>
  <inkml:trace contextRef="#ctx0" brushRef="#br0" timeOffset="56623.0428">14164 3423,'0'-25,"0"75,0-1,0 1,0 24,0 1,0-25,0-1</inkml:trace>
  <inkml:trace contextRef="#ctx0" brushRef="#br0" timeOffset="57486.2548">14486 3547,'0'-25,"0"0,50 25,-50-49,25 49,-25-25,49 25,1 0,-25 25,-25 24,49-24,-49 25,0-1,0 1,0 25,-74 49,49-124,25 49,-25-49,50 0,25 0,-1 0,26 0,-26 0,1 0,-25 0,0 0,-50 0</inkml:trace>
  <inkml:trace contextRef="#ctx0" brushRef="#br0" timeOffset="64903.4562">13965 5011,'-24'0,"-26"0,75 0,24 0,-24 0,0 0,25 0,-1 0,-24 0,0 0,24 0,-24 0</inkml:trace>
  <inkml:trace contextRef="#ctx0" brushRef="#br0" timeOffset="65839.9518">14486 4663,'0'0,"25"0,-25 25,0 0,0 0,0 49,-25-49,75-50,-25 25,24 0,1 0,0 0,-50 25,24-25,-24 25,0 0,0 24,-49-49,24 25,0-25,-24 0,24 0,0 50</inkml:trace>
  <inkml:trace contextRef="#ctx0" brushRef="#br0" timeOffset="66094.9083">14536 4713,'0'-50,"0"25,50 25,-26 0,26-49,0 49,-1 0,-24 0,0 0,24 49,-49-24</inkml:trace>
  <inkml:trace contextRef="#ctx0" brushRef="#br0" timeOffset="66734.2334">14982 4787,'25'-49,"25"24,-50 0,25 25,-25-50,0 26,0-1,-50 25,0 0,1 0,24 0,-25 0,50 25,0 24,0-24,25-25,-25 25,25-25,0 25,24 74,-24-99,-25 25,0 0,25-25,-25 49,-25-49,-24 0,-1-25,0 1,50-26,0 25,25-25,50 50,-1-74,25 74,-24 0,-26 0,-24 0</inkml:trace>
  <inkml:trace contextRef="#ctx0" brushRef="#br0" timeOffset="67154.1086">14337 5383,'50'0,"49"-25,25 25,50-50,-25 50,-25 0,25-49,-75 49,-24 0,-26 0</inkml:trace>
  <inkml:trace contextRef="#ctx0" brushRef="#br0" timeOffset="67496.3781">14759 5407,'0'25,"0"50,0-1,0 0,0-24,0 0,0-26,0 1,0 25,0-25</inkml:trace>
  <inkml:trace contextRef="#ctx0" brushRef="#br0" timeOffset="68099.1061">15131 5581,'0'-25,"0"-24,0 24,0 0,-49 25,49-25,-25 25,0 0,0 0,-24 0,24 50,25-25,0 24,0-24,25-25,24 0,-24 0,25 0,-1-25,1-24,-50 24,0 74,0 26,0-1,0 1,0-26,0 1,0-25,0 24,0 1,0-25,-25-25</inkml:trace>
  <inkml:trace contextRef="#ctx0" brushRef="#br0" timeOffset="71607.0125">14610 6772,'0'49,"0"1,-49-25,49 0,0-1,0 26,-25-50,25 25,50-50,-1 25,-24 0,25 0,-26 0,26 50,-50-1,0-24,0 25,0-26,-25 26,-49-25,24-25,1 0,24 0,-25 0,50-25</inkml:trace>
  <inkml:trace contextRef="#ctx0" brushRef="#br0" timeOffset="71863.9461">14635 6648,'0'0,"25"0,25-50,-1 50,26 0,-1 0,0 0,1 0,-26 0</inkml:trace>
  <inkml:trace contextRef="#ctx0" brushRef="#br0" timeOffset="73343.6985">15801 3175,'0'0,"-25"0,-24 0,98 0,-24 0,0 0,0 0,24 0,-24 0,0 0,-25 50,0 24,0 25,49 25,-49 75,0 49,0 0,0 124,-24-50,24 50,0-49,0-1,-50 26,50-26,0-24,0-50,0 49,-50-49,50-49,0-25,0-50,-49-50,49 0,0-24,0-25,-50-25,25 0,-49 0,-348 0</inkml:trace>
  <inkml:trace contextRef="#ctx0" brushRef="#br0" timeOffset="116629.8612">2803 7590,'25'0,"25"0,-26 0,1 0,0 0,50 0,-51 0,26 0,0 0,-1 0,1 0,-1 0,-24 50,0-50,25 0,-1 0,-24 0,25 0,-1 25,1-25,-25 0,-1 0,26 0,-25 0,0 0,-1 0,26 0,-25 0,24 0,1 0,0 0,-1 0,26 0,-26 0,1 0,0 0,-1 0,1 0,24 49,-24-49,-1 0,1 0,0 0,-1 25,1-25,24 0,25 0,-74 50,99-50,-74 0,24 0,1 0,-1 0,25 0,1 0,-26 0,-24 0,-1 0,-24 0,25 0,-26 0,1 0,25 24,-1-24,-24 0,0 0,49 50,1-50,-50 0,24 0,26 0,-26 0,1 0,-25 0,24 0,-24 0</inkml:trace>
  <inkml:trace contextRef="#ctx0" brushRef="#br0" timeOffset="121478.0406">3523 9500,'223'0,"-149"0,75 0,-74 0,-1 0,-24 0,-26 0,-24-25,0 50,-49 25,49-25,0 24,-50 26,50-1,-49 25,49-24,-25-26,25 1,0-25,-50 24,50-24,0 0,-25 25,25-26,25-24,25 0,-1 0,1 0,24 0,1 0,-26-24,-24 24,25 0</inkml:trace>
  <inkml:trace contextRef="#ctx0" brushRef="#br0" timeOffset="121741.8517">3870 9922,'0'0,"25"-50,24 50,26 0,24 0,-25 0</inkml:trace>
  <inkml:trace contextRef="#ctx0" brushRef="#br0" timeOffset="121955.2099">4862 9699,'50'-50,"-26"50,1 0,0 0,50 0,-51 0,26 0</inkml:trace>
  <inkml:trace contextRef="#ctx0" brushRef="#br0" timeOffset="122122.7617">5036 9872,'0'0,"25"0,24 0,1-25,-1 25,1 0</inkml:trace>
  <inkml:trace contextRef="#ctx0" brushRef="#br0" timeOffset="122686.2543">5581 9426,'0'-25,"0"50,0 0,0 24,0 1,0-1,0 1,0-25,0 24,0-24,25-25,50 0,-26 0,50 0,-49 0,0 0,-1 0,1 50,-25-1,-25 1,49-50,-49 50,0-1,-25 1,-49-50,49 25,-24-25,-1 0,25 0,0 0,1 0</inkml:trace>
  <inkml:trace contextRef="#ctx0" brushRef="#br0" timeOffset="122941.5731">5557 9550,'0'0,"0"-25,49-25,26 50,24-49,0 49,-25-75,26 75,-26 0,1 0</inkml:trace>
  <inkml:trace contextRef="#ctx0" brushRef="#br0" timeOffset="126546.0412">2034 6077,'25'0,"0"0,25 0,-1 25,1-25,-1 0,-24 0,50 25,-26-25,-24 0,0 0,0 0,24 0,-24 0,-25 49,50-49,24 0,0 0,-24 0,0 0,-1 0,26 0,-26 0,1 0,0 0,-1 0,1 0,-1 0,26 0,-1 0,1 0,24 0,0 0,25 0,-50 0,1 0,-1 25,26-25,-1 0,0 0,25 50,-25-50,25 0,25 0,-25-25,50 25,-25 0,-25 0,-25 0,74 0,-98 0,98 0,-98 0,-1 0,1 0,-1 0,1 0,-1 0,0 0,-24 0,0 0,-1 0,1 0,-25 0,-1 0,26 0,-25 0,0 0,-1 0,26 0,-25 0,0 0,-1 0,26 0,24 0,-74-25,25 25,0 0,25-25</inkml:trace>
  <inkml:trace contextRef="#ctx0" brushRef="#br0" timeOffset="129345.924">2927 11931,'0'0,"0"25,25 0,-25-1,50 26,-25-50,-25 50,74-50,-24 0,-26 0,1 0,-25-50,0 0,50 1,-50 24,0-25,0 26,0 73,0 26,0-1,49 25,-49 1,25-1,-25 25,50-50,-50-24,0-1,0-24,0 25,-25-50,0 0,-24 0,-1 0,25 0,-24-50,-1 50,25-49,0 49,75 0</inkml:trace>
  <inkml:trace contextRef="#ctx0" brushRef="#br0" timeOffset="129816.6658">3696 12502,'50'0,"-1"0,26 0,297-25,-149 25,-173 0,-25 0</inkml:trace>
  <inkml:trace contextRef="#ctx0" brushRef="#br0" timeOffset="131287.8759">5135 11757,'0'-24,"50"24,-50-50,24 50,1 0,0 0,25 25,-1-25,-49 49,0 26,25-50,-25 24,0 1,0 24,0-49,-50 25,26-1,48-49,26 0,0 0,-1 0,1 0,-25 0,24 0</inkml:trace>
  <inkml:trace contextRef="#ctx0" brushRef="#br0" timeOffset="131789.4532">5606 11708,'0'0,"50"-25,-25 25,-1 0,26 0,0 0,-26 0,-24 50,0 24,0 0,-24-24,-26-25,75-25,74 49,-99 26,25-75,-25 74,0-49,-25 25,25-25,-74-25,24 49,25-49,0 0,1 0,-26 25</inkml:trace>
  <inkml:trace contextRef="#ctx0" brushRef="#br0" timeOffset="132050.7533">5209 12502,'25'24,"25"-24,247 0,-123 0,0 0,-1-24,-49 24,25 0,-74 0,-51 0</inkml:trace>
  <inkml:trace contextRef="#ctx0" brushRef="#br0" timeOffset="132337.5155">5606 12675,'0'50,"0"49,0-25,0 1,0 24,0 0,0-24,0-1,50-24,-50-25,74-25,-49 0</inkml:trace>
  <inkml:trace contextRef="#ctx0" brushRef="#br0" timeOffset="132885.0486">6077 12799,'0'0,"0"-25,-49 25,49-24,-25-26,0 50,0 0,-24 0,49 25,-25 0,25 24,0 1,0-1,0-24,0 0,25-25,49 0,-49 0,-25-50,50 1,-50 24,0 0,24 25,-24-49,0 73,0 51,50-1,-50 1,50 148,-25-173,-25-26,24-24,51-24</inkml:trace>
  <inkml:trace contextRef="#ctx0" brushRef="#br0" timeOffset="133264.8309">7194 11609,'0'0,"0"-25,-25 50,0 24,-25 26,-24 49,49-50,-24 25,49-49,-50-1,50-24,-50-25,50-25</inkml:trace>
  <inkml:trace contextRef="#ctx0" brushRef="#br0" timeOffset="133920.1166">6797 11757,'0'50,"99"-25,-74 24,0 1,49 0,-49-1,24 1,-24-25,0-25,25 49,-25-49,-1 0</inkml:trace>
  <inkml:trace contextRef="#ctx0" brushRef="#br0" timeOffset="134429.7525">7491 11733,'0'0,"0"-25,25 25,0 0,-25-25,25 25,24 0,26 0,-26 0,-24 25,-25 24,0 1,0 24,0 1,0-1,0 1,-74-1,49 1,25-51,-74 26,98-50,1 0,25 0,-25 0,24 0,-24-25,25 25,-50-25</inkml:trace>
  <inkml:trace contextRef="#ctx0" brushRef="#br0" timeOffset="134657.1438">7392 12080,'0'0,"25"0,0 0,24 0,1 0,24 0,1 0,-26 0,1 0</inkml:trace>
  <inkml:trace contextRef="#ctx0" brushRef="#br0" timeOffset="134985.3718">8533 11757,'0'0,"50"0,-1 0,-24-49,25 49,-1 0,1 0,0 0,-26 0,26 0,-50 25</inkml:trace>
  <inkml:trace contextRef="#ctx0" brushRef="#br0" timeOffset="135175.8603">8459 12055,'74'0,"50"-50,25 50,-25 0,-25 0,174 0,-174 0,-24 0</inkml:trace>
  <inkml:trace contextRef="#ctx0" brushRef="#br0" timeOffset="136825.3562">10642 11807,'0'0,"-50"0,75 0,0 0,24 0,1 0,-1 0,1 0,24 0</inkml:trace>
  <inkml:trace contextRef="#ctx0" brushRef="#br0" timeOffset="137317.7099">11063 11261,'0'0,"0"75,0-26,0 1,0 0,0-26,25-24,-25 50,50-50,-1 0,-24 0,25 0,24 0,-74 25,0 0,0-1,-25 26,-24-50,24 0,-25 0,25 0</inkml:trace>
  <inkml:trace contextRef="#ctx0" brushRef="#br0" timeOffset="137468.3613">11038 11261,'0'0,"0"-49,149 24,-99 25,-1 0,1 25,0 24</inkml:trace>
  <inkml:trace contextRef="#ctx0" brushRef="#br0" timeOffset="138046.5303">11584 11485,'0'0,"0"-25,50 25,-50-50,0 25,0-24,0 24,0 0,0 0,-25 25,0 0,25 50,0-25,0 24,0-24,0 99,25-74,49-25,-24 24,-25-24,-25 25,0-1,0-24,-25-25,0 0,-24 0,49-25,-50-24,50 24,0-25,0 1,0-1,0 0,25 50,-25-49,49 49,-24 0,0 0,-25 25</inkml:trace>
  <inkml:trace contextRef="#ctx0" brushRef="#br0" timeOffset="138338.116">11138 12154,'24'0,"26"0,0 0,24 0,1 0,-1 0,25 0,0 0,-24 0,-26 0,-49 25</inkml:trace>
  <inkml:trace contextRef="#ctx0" brushRef="#br0" timeOffset="138598.0593">11187 12254,'25'0,"49"0,-74 49,0-24,0 49,0 26,0-1,-24 25,24-25,0 0,0-24,0-26,24-24</inkml:trace>
  <inkml:trace contextRef="#ctx0" brushRef="#br0" timeOffset="139074.3675">11708 12576,'0'-50,"-25"26,-24 24,49-50,-25 50,0 0,-24 50,49-26,-25 1,25 25,0-25,0 24,25-49,49 0,-49 0,-25-49,25 49,-25-50,0 75,0 24,0 26,-25-1,25 25,0-24,-50-1,25 50,-24-99,-1-25</inkml:trace>
  <inkml:trace contextRef="#ctx0" brushRef="#br0" timeOffset="143620.0851">2704 14536,'0'0,"-25"-50,-24 0,49 75,49 0,-24 25,0-26,24-24,-24 50,0-50,25 0,-26-25,-24 0,0 1,50-26,-50-24,0 49,0 0,0 75,0-1,0 1,25 24,-25 1,50 49,-50 0,0 0,0-25,0 25,0-50,0-24,0-25,-75 24,50-49,0 0,-24 0,24-74,-25 49,50 0,-24 25,24-49</inkml:trace>
  <inkml:trace contextRef="#ctx0" brushRef="#br0" timeOffset="143879.3909">3498 15007,'0'-25,"25"25,24 0,-24 0,25 0,-1 0,1 0</inkml:trace>
  <inkml:trace contextRef="#ctx0" brushRef="#br0" timeOffset="144058.9113">3622 15304,'0'0,"25"0,49-24,0 24,1 0,-1 0</inkml:trace>
  <inkml:trace contextRef="#ctx0" brushRef="#br0" timeOffset="148551.399">6524 14263,'0'-25,"0"74,0 1,-25 0,25-1,0 1,0-25,0 0,25-25,0 0,0 0,24 0,-24 0,0 0,24 0,1 49,-50-24,0 49,0-24,-50 0,1-1,24-49,0 0,-24 0,-1 0,25 0,25-25</inkml:trace>
  <inkml:trace contextRef="#ctx0" brushRef="#br0" timeOffset="148746.8763">6499 14312,'0'-25,"25"25,49-24,1 24,-26 0,1 0</inkml:trace>
  <inkml:trace contextRef="#ctx0" brushRef="#br0" timeOffset="149714.7085">5805 14412,'0'-25,"-50"25,25 0,50 74,-25 1,0 24,25-25,-25 1,0-1,0-24,49-1,-24-98</inkml:trace>
  <inkml:trace contextRef="#ctx0" brushRef="#br0" timeOffset="149981.5157">5978 14486,'0'-50,"0"100,0-124,0 98,50 51,-50 49,49 0,-49 25,50-50,-50-25,50 1,-50-51,49 1</inkml:trace>
  <inkml:trace contextRef="#ctx0" brushRef="#br0" timeOffset="150450.2613">5507 15379,'0'-50,"74"50,26 0,24-25,74 25,50-74,-25 74,25-74,25 74,-99-50,-50 50,-50 0,-49 0,-25-25,-25 25,-173 75</inkml:trace>
  <inkml:trace contextRef="#ctx0" brushRef="#br0" timeOffset="150735.8483">6350 15478,'0'99,"0"-24,0 24,0 25,0-25,50-24,-50-26,50 1,-26-50,26 25,-25-25</inkml:trace>
  <inkml:trace contextRef="#ctx0" brushRef="#br0" timeOffset="151175.838">6822 15627,'0'0,"0"-25,-50-24,25 49,0 0,-24 0,24 0,25 24,0 1,0 25,0-25,0-1,0 26,50-50,-26 0,-24-25,75 0,-75-24,49 24,1-25,-25 50,24 0,-49 25,0 50,25-26,-25 1,0 49,0-74</inkml:trace>
  <inkml:trace contextRef="#ctx0" brushRef="#br0" timeOffset="152445.7632">8012 15156,'-25'0,"25"-25,50 0,0 25,24-50,-24 50,-1 0,-24-24,0 24,25 0</inkml:trace>
  <inkml:trace contextRef="#ctx0" brushRef="#br0" timeOffset="152974.5081">8632 14387,'0'-50,"0"25,0 0,0 50,0 50,0-50,0 24,0-24,50 0,24 49,-49-74,25 0,-25 25,24-25,-24 0,25 0,-50 25,0 24,-100 26,-73-26</inkml:trace>
  <inkml:trace contextRef="#ctx0" brushRef="#br0" timeOffset="153127.6209">8632 14188,'50'-25,"-100"50,150-50,-26-49,-24 74,-1 0,26 25,-75 49</inkml:trace>
  <inkml:trace contextRef="#ctx0" brushRef="#br0" timeOffset="153651.2149">9203 14461,'0'0,"0"-49,0 24,0-25,0 25,0-24,-25 24,-25 25,50 25,0 49,0 1,25-51,-25 51,50-26,-50-24,74 25,-24-50,-50 49,50-49,-50 25,0 0,-25-25,-50 0,50-25,25 0,0 1,0-51,0 1,0 24,25 1,25 24,0 25,-26 0</inkml:trace>
  <inkml:trace contextRef="#ctx0" brushRef="#br0" timeOffset="153906.5748">8657 15478,'75'-49,"49"49,-25-75,50 75,-1-50,-23 50,-1-49,-75 49,1 0</inkml:trace>
  <inkml:trace contextRef="#ctx0" brushRef="#br0" timeOffset="154169.8689">8905 15429,'0'0,"25"-25,25 25,-26 0,-24 49,0 1,0 223,50-149,-50-25,25-49,-25-1,74-49</inkml:trace>
  <inkml:trace contextRef="#ctx0" brushRef="#br0" timeOffset="154599.2591">9352 15577,'0'0,"-50"-24,25 24,0 0,-24 0,49 24,0 1,0 25,0-25,0-1,25-24,-25 50,24-50,1 0,25-50,-25-24,-25 49,0 0,49 25,-49-49,25 49,-25 49,25 26,-25-26,0 1,50 0,-50-26,0 26,24-50,1 0</inkml:trace>
  <inkml:trace contextRef="#ctx0" brushRef="#br0" timeOffset="154918.4681">10071 14957,'0'-25,"74"-24,-49 49,0 0,25-25,24 25,-24 0,-1 0,-24 0,0 0,-25 25</inkml:trace>
  <inkml:trace contextRef="#ctx0" brushRef="#br0" timeOffset="155078.0407">10220 15156,'0'0,"322"-100,-173 100,-50 0,-24 0,-1 0</inkml:trace>
  <inkml:trace contextRef="#ctx0" brushRef="#br0" timeOffset="156193.5617">11733 15032,'0'0,"-25"0,50 0,49 0,50 0,75 0,-26-25,76 25,-51-50,-74 50,0-49,-25 49,-49-25,-25 25,-25-50</inkml:trace>
  <inkml:trace contextRef="#ctx0" brushRef="#br0" timeOffset="159338.6317">12502 14213,'50'0,"-26"0,1 0,25 0,-25 0,-1 0,26 0,-50 25,0 24,-25 51,25 24,0-25,0 0,0-24,0-1,0-24,0-26,0 1,-25-25</inkml:trace>
  <inkml:trace contextRef="#ctx0" brushRef="#br0" timeOffset="159527.1286">12527 14709,'0'0,"0"-25,49 25,26 0,-1 0,-24 0,-1 0</inkml:trace>
  <inkml:trace contextRef="#ctx0" brushRef="#br0" timeOffset="161362.2405">11857 14312,'0'0,"0"-49,25 49,-25 24,0 51,0-50,0 0,0 49,0-49,25-25,-1 0,26 0,0 0,-26 0,1 0,25 0,-50 25,49-25,-49 49,0-24,0 0,0 0,0 24,-24-49,-51 25,50-25,1 0</inkml:trace>
  <inkml:trace contextRef="#ctx0" brushRef="#br0" timeOffset="161597.6116">11907 14337,'0'0,"-25"0,25-25,0 0,49 25,-24-49,25 49,-1 0,26 0,-1 0,1 25,-26-1,-49 26</inkml:trace>
  <inkml:trace contextRef="#ctx0" brushRef="#br0" timeOffset="162033.8353">11981 15627,'0'-50,"0"1,0 24,0 75,0-1,0 1,25-1,-25 26,49 24,26-25</inkml:trace>
  <inkml:trace contextRef="#ctx0" brushRef="#br0" timeOffset="162571.5327">12452 15553,'0'0,"0"-50,0 25,0 0,-49 25,49-49,-25 49,-25 0,25 0,25 49,0 1,0 0,0-26,50-24,-25 0,-25-24,49 24,-49-50,25 50,-25-25,50 25,-50 50,0-1,25 1,-25 0,0 24,49-24,-49-1,50 1,-25-25,0-25,24 0,1 0,-1-50</inkml:trace>
  <inkml:trace contextRef="#ctx0" brushRef="#br0" timeOffset="162939.5509">13618 14461,'0'0,"50"0,-25 0,24 0,1 0,-1 0,1 0,0 0,-26 0</inkml:trace>
  <inkml:trace contextRef="#ctx0" brushRef="#br0" timeOffset="163114.084">13519 15007,'0'0,"50"0,24-50,0 50,-24 0,24 0,-49 0</inkml:trace>
  <inkml:trace contextRef="#ctx0" brushRef="#br0" timeOffset="163702.2607">14114 14536,'0'-25,"50"25,-25 0,-25-25,24 25,26 0,24 0,-24 0,-25 0,-25 25,0 24,0 26,-25-26,-49 1,49-50,25 50,74-26,-49-24,-25 75,25-50,-25 24,0-24,0 0,0 24,-50-49,-24 0,24 0,25 0,1 0,-26 0</inkml:trace>
  <inkml:trace contextRef="#ctx0" brushRef="#br0" timeOffset="174002.2662">14908 9401,'0'-25,"25"25,-25-49,25 49,-1-25,26 25,-25 0,0 0,-1 0,26 0,-25 0,0 0,24 74,-49-49,0 0,0 0,0 24,25 1,-25-25,0 24,0 1,-25-50,25 25,0-50,25-25,49-24,-49 24,25 25,-25-49,24 24,-24 26,0-26,-25 25,0 0,0 1,0 48,-25 26,25 0,-50-26,50 1,0 25,0-25,0-1,0 26,0-25,25-25,-25 25,25-25,25 0,-26 0</inkml:trace>
  <inkml:trace contextRef="#ctx0" brushRef="#br0" timeOffset="176218.9203">16173 9451,'0'24,"0"1,50-25,24 0,0 0,26 0,-26 0,0 0,-24 0,-25 0,25 0,-26 0,1 0</inkml:trace>
  <inkml:trace contextRef="#ctx0" brushRef="#br0" timeOffset="176861.0578">17140 9252,'0'0,"0"-25,0 1,25 24,25 0,-1 0,-24 0,0 0,-25 49,0 1,0-25,0-1,0 26,0 0,-25-50,25 49,-49-49,49 25,24-25,26 0,0 50,-26-1,-24-24,0 25,-24-50,-1 74,-25-74,-24 25,24-25,25 0,1 0,-26 0,75 0</inkml:trace>
  <inkml:trace contextRef="#ctx0" brushRef="#br0" timeOffset="177474.4543">17562 9327,'0'-50,"0"100,0-150,25 100,-25 50,49 0,-49-26,25 26,-25-25,50-25,-50 49,25-49,0 0,24-24,-49-26,0 25,0-24,25 98,-25 224,0-199,0 1,0-26,0 1,0 0,0-26,-25-24,-24 0,-26 0,50 0,25-49</inkml:trace>
  <inkml:trace contextRef="#ctx0" brushRef="#br0" timeOffset="177940.2093">18133 9649,'24'0,"26"0,24 0,1 0,74 0,-100 0,26 0,-26 0</inkml:trace>
  <inkml:trace contextRef="#ctx0" brushRef="#br0" timeOffset="178217.5225">18381 9475,'0'0,"0"25,0 25,0 24,0 1,0-1,0-24,0-1,0 1,0-25,49-1,1-24</inkml:trace>
  <inkml:trace contextRef="#ctx0" brushRef="#br0" timeOffset="178952.9342">19274 9674,'-75'0,"50"0,-24 0,-1 0,1 0,24 0,-25 0,100-50,24 1,-49 24,0-25,49 1,-74 24,25 25,-25-50,0 25,25 25,-25 50,0 24,0 50,0 25,0-50,0-24,0-1,0 1,49-75</inkml:trace>
  <inkml:trace contextRef="#ctx0" brushRef="#br0" timeOffset="179446.6146">19646 9575,'0'-50,"0"25,24-24,1 49,0-25,25 25,-1 0,1 0,-25 25,-25 24,0 1,0-25,0 49,0-24,-25 24,-25-24,25 24,-24-24,49-26,-50-24,50 25,-25-25,100 0,-50 0,24 0,-24 0,0 0,49 0</inkml:trace>
  <inkml:trace contextRef="#ctx0" brushRef="#br0" timeOffset="179656.5667">19670 9823,'0'0,"50"-50,-25 50,24 0,1 0,74 0,-99 25</inkml:trace>
  <inkml:trace contextRef="#ctx0" brushRef="#br0" timeOffset="179852.0459">20167 9723,'0'0,"0"-24,24 24,26 0,0 0,24-50,-24 50,-26 0,1 0</inkml:trace>
  <inkml:trace contextRef="#ctx0" brushRef="#br0" timeOffset="180003.6447">20266 9823,'0'0,"25"0,49 0,0 0,1 0,-26 0</inkml:trace>
  <inkml:trace contextRef="#ctx0" brushRef="#br0" timeOffset="180294.3789">20787 9550,'0'0,"0"49,0 1,0 24,0 1,0-26,0 1,0 0,0-1,24-49</inkml:trace>
  <inkml:trace contextRef="#ctx0" brushRef="#br0" timeOffset="180925.2159">21035 9624,'0'0,"0"-25,25 25,-25-49,49-1,-49 25,50 25,-50-24,49 24,1 0,0-50,24 50,-24 0,-50 25,24-25,-24 49,0-24,0 0,0 25,0-26,0 26,-24 0,24-1,-50 1,25-25,-24 24,24-24,0 25,-49-1,49-49,25 25,49-25,1 0,24 0,1 0,-1 0,-24 0,-1 0,-24 0,25 0,-75 0,-49 0,49 0</inkml:trace>
  <inkml:trace contextRef="#ctx0" brushRef="#br0" timeOffset="184011.5005">15280 10964,'-50'24,"26"-24,-26 25,100-25,-26 0,1 0,0 0,25 0,-1 0,-49 50,25-50,-25 74,0-49,50 25,-50-1,0 1,0 24,-50-49,50 0,-25-25,25 50,-25-50,25-25,0 0,75-99,-26 74,-49 26,50 24,-50-50,50 50,-50-25,24 25,-24-50,50 50,-75 0,25 50,0 0,-25 49,25-25,0-49,0 0,0 25,100-1,-75-24</inkml:trace>
  <inkml:trace contextRef="#ctx0" brushRef="#br0" timeOffset="184876.548">16049 11410,'50'0,"-1"0,26 0,24-25,-25 25,-24 0,-25 0,-1 0</inkml:trace>
  <inkml:trace contextRef="#ctx0" brushRef="#br0" timeOffset="186115.7494">17463 11162,'0'-50,"0"26,0-1,0 0,0-25,-25 26,0 24,25-25,-49 25,24 0,-25 0,25 0,1 0,-1 0,25 25,-50-25,50 49,0-24,-25 25,25 24,0-49,25-25,50 0,-26 0,1-25,-25 0,-25 0,0 50,0 25,0 74,0-25,0 124,0-173,0-25,49-25</inkml:trace>
  <inkml:trace contextRef="#ctx0" brushRef="#br0" timeOffset="187233.2772">17934 11460,'-49'0,"73"25,51-25,-26 0,1 0,0 0,-1 0,1 0,-25 0,-1 0,51 0,-100 0</inkml:trace>
  <inkml:trace contextRef="#ctx0" brushRef="#br0" timeOffset="187516.5194">18182 11286,'0'0,"0"50,-49 49,49 0,0 0,0-24,0-26,0-24,0 0,0 25</inkml:trace>
  <inkml:trace contextRef="#ctx0" brushRef="#br0" timeOffset="187972.8842">18554 11311,'0'-25,"0"50,25-50,25 0,-26 25,26 0,0 0,-1 0,-24 0,-25 25,0 50,0-26,0 1,0-1,-50 1,26 0,-26 24,25-49,-24-25,49 25,24-25,26 0,0 0,-1 0,75-50,-74 50</inkml:trace>
  <inkml:trace contextRef="#ctx0" brushRef="#br0" timeOffset="188403.4152">19174 11435,'0'-74,"0"148,-49-148,24 98,25 1,-50 25,50-1,0 26,0-50,0-1,0 26,25-50,0 0,0 0,24 0,26-50,-75 26,25-26,-25 0,0 1,0-1,0 1,0 24,-50 25,50 49</inkml:trace>
  <inkml:trace contextRef="#ctx0" brushRef="#br0" timeOffset="188685.6599">19794 11509,'25'0,"50"-49,-26 49,1 0,0 0,-26 0,26 0,-25 0</inkml:trace>
  <inkml:trace contextRef="#ctx0" brushRef="#br0" timeOffset="188876.1612">19745 11633,'0'0,"25"0,49 0,1 0,-1 0,50 0,-74 0,-26 0</inkml:trace>
  <inkml:trace contextRef="#ctx0" brushRef="#br0" timeOffset="189714.248">20489 11336,'25'0,"-25"49,0 26,0 148,0-198,0 0,0 24</inkml:trace>
  <inkml:trace contextRef="#ctx0" brushRef="#br0" timeOffset="190149.6019">20737 11435,'199'-25,"-150"25,-297 25,521 25,-273 24,0-49,0 24,-50 1,26-25,-1 24,-25-24,0 25,26-50,24 25,24-25,26 0,25 0,24 0,-25 0,-24 0,-25 0,24 0,-74 0</inkml:trace>
  <inkml:trace contextRef="#ctx0" brushRef="#br0" timeOffset="191289.0431">15851 13072,'0'0,"0"-50,49 26,-24 24,0 0,24 0,-24 0,0 0,25 0,-26 0,26 49,-50 26,0-26,0 100,0-124,-74 25,74-75,24-50,26 1,24-1,1-24,-26 50,-24-1,25 25,-25 25,-25-25,24 25,-24-49,0 74,0-1,-49 26,49 24,-50-24,50 49,0-49,25 24,49-24,-49-50,0 0,25 50</inkml:trace>
  <inkml:trace contextRef="#ctx0" brushRef="#br0" timeOffset="191567.2996">17165 12948,'0'-25,"25"25,25 0,-1 0,1 0,-1 0,-24 0,0 0,25 0,-26 25</inkml:trace>
  <inkml:trace contextRef="#ctx0" brushRef="#br0" timeOffset="191763.7797">17240 13146,'0'0,"99"0,0 0,0 0,-24 0,24 25,-49-25</inkml:trace>
  <inkml:trace contextRef="#ctx0" brushRef="#br0" timeOffset="198214.2573">18653 12973,'0'-25,"0"0,-24 25,24 75,0-1,0 0,0 1,0-25,0-1,0 1,0-25</inkml:trace>
  <inkml:trace contextRef="#ctx0" brushRef="#br0" timeOffset="200910.8893">17612 868,'49'0,"-24"0,25 0,-50 25,49-25,-49 74,0-49,50 25,-50-1,-25 51,0-51,-24 1,49-75,25 0,-1-24,26-1,-25 0,-25 26,25 24,-25-50,49 50,-49-50,0 1,0 24,0 50,-25 24,25 26,0-26,0 1,0 0,0-1,0-24,0 25,0-26,75-24,-50 50,-1-50,51 0</inkml:trace>
  <inkml:trace contextRef="#ctx0" brushRef="#br0" timeOffset="201144.7872">18455 1116,'50'0,"-1"0,1 0,-25 0,-1 0,1 0,25 0</inkml:trace>
  <inkml:trace contextRef="#ctx0" brushRef="#br0" timeOffset="201285.4054">18629 1339,'148'0</inkml:trace>
  <inkml:trace contextRef="#ctx0" brushRef="#br0" timeOffset="201647.8289">19323 992,'0'0,"0"-25,0 75,0 24,0 1,0-1,-49 1,49-26,0 1,0-25,0-1,0 26</inkml:trace>
  <inkml:trace contextRef="#ctx0" brushRef="#br0" timeOffset="202638.1346">17587 2108,'0'0,"0"-24,0-26,0 75,0 24,0 1,0-25,0 24,0-24,74-25,-74 50,25-50,25 0,-1-25,-49-25,0 1,25-1,-25 1,0 24,0-25,0 75,0 49,0 1,0-1,0 1,0-1,0 0,0 26,0-26,0-24,0-25,0-1,0 26,-25-50,-24 0,-51 0,100-25,0 0,0-24</inkml:trace>
  <inkml:trace contextRef="#ctx0" brushRef="#br0" timeOffset="202915.3939">18281 2406,'50'0,"0"0,24 0,-24 0,-1 0,1 0,-1 0</inkml:trace>
  <inkml:trace contextRef="#ctx0" brushRef="#br0" timeOffset="203091.9205">18480 2679,'0'0,"25"0,24 0,1 0,-1 0,26 0</inkml:trace>
  <inkml:trace contextRef="#ctx0" brushRef="#br0" timeOffset="203634.4702">19001 2381,'0'0,"0"-25,25 25,24-49,1 49,-25 0,24 0,-24 0,25 0,-50 74,24-49,-24 0,0 24,0-24,0 0,0 25,-49-1,-1-49,1 0,73 0,51 25,-50-25,-25 50,49-50,-49 49,50-24,-50 25,0-25,-25 24,0-49,-74 75,0-75,0 0,24 0,-49 0,99 0</inkml:trace>
  <inkml:trace contextRef="#ctx0" brushRef="#br0" timeOffset="204459.3016">17438 3423,'-25'0,"75"0,-1 50,-24-50,0 0,25 24,-26-24,-24 25,50-25,-50 50,50-50,-50 49,0 1,0-25,-25 25,25-26,-50 1,50 25,-74-25,74-1,-50-24,50 75,-25-50,25-1,75 26,-1-50,-49 0,25 0,-25 0,-1 0</inkml:trace>
  <inkml:trace contextRef="#ctx0" brushRef="#br0" timeOffset="204669.7389">17488 3820,'0'0,"24"0,1 0,25 0,24 0,-24 0,24 0,-24 0</inkml:trace>
  <inkml:trace contextRef="#ctx0" brushRef="#br0" timeOffset="204835.2951">18133 3770,'0'0,"74"0,-24-24,-1 24,1 0,-25 0</inkml:trace>
  <inkml:trace contextRef="#ctx0" brushRef="#br0" timeOffset="204990.8778">18356 3870,'173'24</inkml:trace>
  <inkml:trace contextRef="#ctx0" brushRef="#br0" timeOffset="205419.2333">19125 3547,'-75'124,"150"-248,-125 124,50 50,0-26,25 26,25 0,-1-50,-49 25,50-25,-50 24,74-24,-74 25,25-25,-25 50,25-1,-25-24,-25 25,-25-50,26 0,-1 0,0 0,-49 0,74-25</inkml:trace>
  <inkml:trace contextRef="#ctx0" brushRef="#br0" timeOffset="205561.8509">19150 3522,'297'-25,"-594"50,669-50,-323 25</inkml:trace>
  <inkml:trace contextRef="#ctx0" brushRef="#br0" timeOffset="206613.0396">20043 645,'49'0,"-49"-25,25 25,-25-25,25 25,0 0,-25 124,0-24,0-1,0 50,0-25,0 24,0-24,0-24,49-26,-49 1,0-1,25-74,-25 50,50-50,-50-25,0 0,0 0,0 0,-25 25,0 0,0 25,-24 74,-1 25,50 50,-50 74,50 0,0 0,0 0,0 0,0-49,0-1,0-49,0 25,0 24,0 25,-49-49,-1-25,1-25,-1-25,0-49,-24 24,-25-24,-1-1,-48-49,-1 75,25-75</inkml:trace>
  <inkml:trace contextRef="#ctx0" brushRef="#br0" timeOffset="208127.037">17339 794,'-50'0,"25"0,1 0,-26 0,0 49,50-24,-49 0,49 25,-50-26,50 26,0-25,0 49,0-49,124 99,-74-99,-25 0,24 24,-49-24,0 0,25 24,-25 1,0 0,-50 24,-24 25,0-49,24 0,0-50,1 24,24-24,50-24,24 24,1 0,-50 74,50-24,-50 24,0 25,0 50,0 49,0 51,-124 445,24 100,100-621,0-49,0-24,0 48,0 1,0 25,0 0,50-1,-50 1,74-1,-24-73,-25-1,24-74,-24 24,25-49,24 0,-49-49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09.4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5730 9748,'0'-25,"-25"25,100 0,-1 0,25 0,-24 0,-1 0,-24 0,-25 0,0 0,24 0,-74 0,-24 0,-26 0,50 0,1 0,-26 0,0 0,26 0,-26 0,0 0,-24 0,24 0,26 0,-26 0,50-24,25 24,24 0,26 0,-26 0,1 0,24 0,1 0,-26 0,1 0,0 49,-25-49,-25 25,-50-25,25 25,0-25,-24 0,-1 0,0 0,1 0,24 0,-25 0,1 0,49-25,0 0,25-24,24-1,-24 50,-25-25,50 25,-1 0,1 0,-1 0,-24 0,-25 25,0 0,-25 24,1-49,-26 0,-24 0,24 0,0-24,1-26,-1 25,50-24,-25 24,25 0,0-25,0 26,50-1,-25 25,24 0,1 0,0 0,24 0,-24 74,-26-49,26 0,-50 24,25-24,-25 25,-25-50,-25 49,1-49,-26 0,26 0,-26 0,-24-24,25 24,24-25,1 25,-1-75,50 51,25 24,49 0,25 0,1 0,24 0,0 24,-25-24,-25 50,1-50,-26 0,1 25,-75 0,0-25,1 0,24 49,-50-49,0 25,1 25,24-50,50 0,24 0,-24 0,0 0,25 49,-50 1,0-25,-50 24,0-49,1 50,-26-50,-24 0,25 0,-1 0,26 0,-1-50,50 25,0-24,0-1,0 25,50 1,24 24,-24-50,-1 50,-24 0,25 0,-26 0,-24 74,50-49,-50 0,0 25,0-26,0 1,-25 25,-24-50,24 0,0 0,-25-25,26 0,-26-24,50 24,-25 0,25-25,0-24,25 74,0 0,49 0,-24 0,-1 0,-24 50,25-50,-50 74,0-49,0 0,-25 49,-25-74,1 0,-1 0,-24 0,24 0,-24-25,24 0,25-24,-24-26,49 26,0-1,0 1,0 24,25-25,49 50,-24 0,-1 0,1 0,-1 0,-24 0,-25 25,0 25,0-26,-25 1,-24 25,-26-1,-24-24,25-25,-1 50,26-50,24 0,-25-25,50-25,0 1,0-1,50-24,-25-1,24 26,1-1,0 1,24-1,-24 50,-1-25,1 25,-25 0,24 0,-24 25,-25 0,50 24,-50 1,0-25,0 0,0 24,-50-24,-24 25,24-50,0 0,1 0,-1-50,25 25,-24 0,49-49,0 49,0 0,25-24,-1 49,26-25,0 25,24 0,-24 0,-1 0,-24 0,25 99,-50-49,0-25,0 24,0-24,0 25,-25-1,0-49,-25 0,1-49,49 24,0 0,0-25,0 26,25 24,-1-25,26 25,24 0,-49 49,-25 1,0 0,-49-50,49-25,0 0,24 25,1 0,0 0,-25 50,0-1,0 26,0-26,-50-24,1-25,24 0,0 0,-24 0,49-25,0-24,49-26,-24 75,49-49,-49 49,0 0,0 0,25 0,-1 0,-49 74,0-49,0 24,0-24,-25 0,-24 25,24-50,0 0,-25 0,1-25,49 0,0 0,0-24,0-1,0 0,0 1,25 24,-1-25,1 50,25 0,24 0,1 0,-1 25,-24 0,24 49,-24-24,-50 0,0-1,0 1,0 24,0-49,-75-25,51 0,-51 0,26 0,-1-74,0 24,50 0,-24 1,24-1,0 1,0-1,49 50,50-25,1 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12.4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14213 14759,'0'-50,"0"25,0-24,0-26,25 51,25 24,-50-25,74 25,-24 0,-25 0,-1 25,-24-1,75 51,-75-26,0 26,0 24,0-25,-25 1,25-1,-74-24,24-1,0-49,26 0,-26-74,-24 0,24-1,50 1,-25-25,25 24,0 1,0-1,50 26,-25 24,-1 25,26-50,0 50,-1 0,1 0,-1 25,-49 0,50 25,-50-1,0 26,0-26,0 26,0-1,0-49,0 0,-50-25,1 0,-1-25,1-25,-26-24,50-1,25 26,0-1,0 1,0-26,0 50,25 25,50-49,-26 49,-24 0,25 25,-26-1,-24 26,50 0,-50-1,0 26,0-1,0 0,0-24,0 0,-50-26,1-24,-1 0,1 0,-1-24,0-26,50 0,-24-24,24 24,0 1,0-1,24-24,1 49,50 25,-26-50,1 50,-1 0,1 50,-25-25,-25 0,50 49,-50-24,0 49,0-25,0 1,0-1,0 0,-50-24,0-50,1-25,49-24,-75-26,75 1,0-1,0 26,25-1,0 1,24-1,-24 50,0 0,25 0,-25 0,24 50,-49-1,0 1,0 24,0-24,0 24,0 1,0-1,0-49,-49-25,-51-50,100-24,-49 24,49-24,0 24,0-24,0 24,0 1,24 24,26 25,-25-50,0 50,24 0,-49 25,50 25,-50-1,0 1,0-1,0 26,0-1,0 1,-25-1,-24-74,24 0,0 0,-25 0,25-50,25-24,-49 24,49 1,0-1,49 1,-24 24,0 0,25 25,-25 0,-1 0,26 50,-50-1,0 1,0-1,0 1,-50 49,50-49,-74-50,24 0,25 0,25-25,-24-25,24 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15.9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18554 13072,'0'-50,"0"26,0-1,0 0,25 25,0 0,24 0,26 74,-75-24,25 0,-25-1,0-24,0 25,0-25,-25-25,-25 0,1 0,-26-50,50-25,25 26,-49-1,49 1,0-1,25-24,-1 49,26 0,0 25,-26 0,1 0,25 0,-1 25,-49 0,0 24,0 1,0 24,0-24,0-1,-24 1,-51 0,50-50,1 0,-51-50,26 25,24-24,25-1,0 0,0 1,0-1,0 1,0-1,74 25,-24 25,-25 0,-1 25,-24 0,50 24,-50 26,0-1,0 25,-74 199,24-223,0-1,26-74,-1 0,-25 0,1-25,-1-24,-24-51,24 26,50-25,0 24,0 1,74-1,-49 1,25 74,24-25,-24 25,-1 0,1 25,0 25,-26-1,-24 1,75-1,-75 26,0-1,0 26,0-51,-25 1,0-50,0 0,-24 0,-1 0,1-50,-1 25,50-49,-25 0,25-1,0 25,0-24,75 24,-1 1,0 49,1 0,-26 0,1 0,0 25,-25-1,-25 26,0-25,24 0,-24 24,0 26,-49-26,24-24,-25-25,1 0,-1 0,25 0,0 0,-24-49,49-1,-25-25,25 51,0-1,0-25,0 25,74 25,-49 0,25 0,-25 0,24 25,-49 25,25-25,-25 24,0 1,0 0,0-1,-50-24,1-25,-1 0,1 0,-1 0,0 0,26-50,24-24,-50 24,50 25,0 1,0-26,50 25,-1 25,1 0,-1 0,1 0,-25 0,24 0,-49 25,0 49,0-24,0 25,0-1,-49-24,-1-1,1-49,-1 25,0-25,-24 0,24-50,1 1,-1-50,50 24,0 25,0 1,50-1,-1 1,26-1,-1 50,1 0,-1 0,-24 0,-1 0,-49 50,25-1,-25 1,0-1,0 1,0 25,-50-1,1-49,24-25,-49 0,24 0,0 0,26-75,-26 1,50 24,0 1,0-1,0 0,25 1,0 49,24 0,-24 0,0 0,-25 25,74-1,-74 1,0 25,0-1,0-24,0 0,-25-25,25 50,-49-50,24 0,-25-75,50 50,0 1,0-26,0 0,50 1,-25 24,0 25,-1 0,51 0,-50 0,-25 50,0-26,0 26,-25-25,25 0,-25-25,25 49,-50-49,1 0,49-25,-25 25,25-49,0 24,0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35.8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5929 9475,'0'0,"-25"0,25-24,0-26,49 50,-49-25,50 25,0 0,-26 25,26 0,-50 0,50 49,-50-24,49-1,-49 1,0-1,0 1,-74 0,49-26,-25-24,1 50,24-50,0 0,0 0,25-25,-74-24,74-1,0-24,0-1,25 1,0 24,24 1,-24 49,25-25,24 25,-24 0,-1 0,1 25,0 24,-1 26,-49-1,0 0,0 1,0-1,-49-24,-51-1,26-49,-1 25,26-25,-1 0,-24-49,49-1,25 0,-50-24,50 0,0-1,0 26,0-26,25 50,0 25,25-49,-1 49,26 0,-26 0,1 25,0 24,-1 26,-49-1,0 0,0 1,-25-1,1-24,-26-25,0-25,-24 49,24-49,1 0,24-25,-25-24,50-1,-25 1,25-26,0 26,0-1,25 50,25-50,-1 50,1 0,-25 0,49 25,-49 0,0 0,-25 24,50 1,-50 24,0 1,-25-26,0 26,-25-1,1-49,24 25,-25-50,25 0,1 0,24-25,-50-25,50 1,0-1,0-24,0 24,0-24,0 24,0 25,74 25,-74-25,50 25,0 25,-50 0,49 25,-49 24,0 0,0 1,0-25,-25-1,1-24,-26-25,0 50,1-50,-26 0,51-50,24 0,-75-49,75 25,0-1,0-24,0 25,0 24,50 25,-1-24,-24 49,0 0,49 0,-49 0,0 0,-25 24,50 51,-50-26,0 26,0-1,0-24,0-25,-50 24,0-49,26 0,-1 25,-25-25,25 0,-24-74,49 49,-25-25,25-24,0-1,0 1,25 24,74-24,-74 74,24 0,1 0,24 50,-49-1,25 1,-50 24,0 1,0-26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36.9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14337 14635,'0'0,"0"-50,50 50,0 0,-26 75,-24-51,0 1,0 25,0-1,-24 1,-1-50,-25 0,25 0,1-25,24-24,0-1,0 0,49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37.6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18579 13047,'0'25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39.5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6251 16966,'0'0,"0"-24,0-1,0-25,0 25,0 75,0 49,0 25,25 25,-25 25,0-50,0-50,25 1,-25-1,0-49,0-75,0 25,74-24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40.0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7293 17462,'25'0,"-25"25,0 25,0-25,0 0,0-1,0 26,-50-25,-24 24,24-24,0-25,26 50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43.6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8905 16570,'-49'0,"24"0,0 0,0 0,-24 0,24 0,0 0,-25 0,1 0,-1 0,25 0,1 0,-26 0,25 0,0 0,1 0,24 74,24-24,-24-1,50 1,-50-25,25-1,-25 26,0-25,0-75,0 25,0 1,0-1,0-50,0 26,0 24,0 0,0-24,0 24,49 25,-24 0,25 0,-1 0,1 0,0 0,-1 0,1 0,24 25,-24-25,-25 49,24-49,-24 0,0 0,0 0,-25 25,0 0,0 49,0-24,0 49,0 0,0 25,0 25,0-50,49-24,-49-26,0-24,-25-50,-24 0,-26 25,1 0,24 0,1 0,-1 0,25 0,-49 50,49-50,-24 0,24 0,25-25,25 25,24 0,-49 50,50-50,-1 74,-24-74,50 50,-51-50,26 50,0-50,-1 0,-49 49,25-49,-25-25,25 25,-25-24,25 24,-25-25,0 50,0 24,0 26,0-1,0 25,0 25,0-25,0-24,0-26,0-24,0 0,-25-25,-50 0,26 0,-26 0,26 0,-1 0,-24 0,24 0,25 0,1 0,-26 0,25-25,0 25,-24 0,49-49,-25 49,25-50,0 25,-25 25,25-25,-25 25,75 0,24-74,50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44.0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10592 17487,'0'-25,"0"-24,25 74,-25 74,0 0,0 0,0 1,0-26,-99-24,99-26,-50-24,25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45.3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11559 16842,'0'0,"25"0,-25-24,50 24,-50-50,49 50,-49-25,25 25,0 0,-25-25,-50 25,-24 0,0 0,-26 0,26 0,-25 0,24 0,1 0,49 0,-25 0,26 0,24 50,0 0,0 24,49-49,-49 24,25 26,-25-26,0 1,0 24,50 1,-50-1,0 1,24-26,-24 1,0-25,50 0,-25-50,-25 0,49 25,-24-50,0 50,-25-25,50 25,24 0,-24 0,-25 0,-1 0,26 0,-25 0,24 75,1-25,-50 24,0-49,0 49,0-24,0 24,-25-24,0-25,-49-25,24 49,26-49,-26 0,25 0,-24 0,24 0,0 0,25 25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47.1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5606 16619,'0'0,"0"-49,0 24,-49 25,49-25,-25 25,0 0,25 25,-50 49,50 75,-74 149,74 24,0-24,0-1,0-73,50-51,74-49,24 0,26-24,49-100,50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4:48.2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12229 16321,'0'25,"0"25,0-25,25 49,-25 25,0 1,49 48,-49 26,0-25,0 24,0 1,-24 0,-26-1,-49 26,-25-1,-25-49,25-25,0-25,50-49,-1 0,26-50,49 24,-25-24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19T09:29:32.1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3870 4564</inkml:trace>
  <inkml:trace contextRef="#ctx0" brushRef="#br0" timeOffset="1829.6617">3845 4564,'0'-25,"0"0,50 25,-75 0,0 0,25-24,0-1,0 0,0 0,0-24,50 49,24 0,-24 0,-1 0,1 0,-50 24,25 26,-25-25,49 0,-49 24,0 26,-24-51,-1 26,-99 149,74-199,50 24,-25-24,25 25,0 25,25-50,50 0,24 0,50 0,-25 0,-25 0</inkml:trace>
  <inkml:trace contextRef="#ctx0" brushRef="#br0" timeOffset="2753.7132">4887 4366,'0'-25,"0"-25,49 50,-24-25,25 25,0 0,-50 25,24 0,-24 49,25-24,-25 0,0-1,0 1,0-1,0 26,0-50,-25-1,-24-24,24 0,25-24,25-26,24 25,-24-24,0 24,25 0,-26-25,26 50,-50-49,25 49,-25-25,0-25,-25 26,0 24,25 24,0 26,-25 24,25-24,0 0,0-26,0 26,50 0,-25-50,0 49,24-49,26 0,-51 0</inkml:trace>
  <inkml:trace contextRef="#ctx0" brushRef="#br0" timeOffset="3186.5555">5854 4564,'0'-25,"50"25,-25 0,24 0,26 0,-1 0,1 0,-26 0,1 0,-25 0,24 0</inkml:trace>
  <inkml:trace contextRef="#ctx0" brushRef="#br0" timeOffset="3832.908">6673 4217,'0'0,"0"-25,0 0,49 25,-24-49,25 49,-1 0,-24 0,0 0,25 0,-50 24,49-24,-49 50,0-25,0 0,0 24,0-24,-25 0,1 24,-1-49,25 25,-50-25,100 0,-25 0,-1 0,26 0,-50 25,50-25,-50 50,49-26,-49 1,0 25,0-25,0-1,-25 51,1-75,-1 25,-25-25,25 0,1 0,-26 0</inkml:trace>
  <inkml:trace contextRef="#ctx0" brushRef="#br0" timeOffset="4466.2134">7243 4217,'0'0,"50"0,-25 0,-25 49,49-24,-49 0,25 25,0-26,25-24,-26 0,1 0,25-24,-50-1,25-25,-25 25,0 1,0-1,24 25,51 25,-50 49,24 0,-49 1,25-1,-25-24,0-1,0 1,0 0,-25-1,-24-24,-1-25,-24 50,49-50</inkml:trace>
  <inkml:trace contextRef="#ctx0" brushRef="#br0" timeOffset="5638.5986">8087 4738,'74'0,"-24"0,24 0,1 0,-1-50,50 50,-50 0,-24-25,24 25,-24 0,0 0,-26 0,26 0</inkml:trace>
  <inkml:trace contextRef="#ctx0" brushRef="#br0" timeOffset="5937.8">8409 4440,'25'-50,"0"50,24 25,-49 0,0 25,50 24,-50 0,0 26,50 24,-50-50,24-24,-24-25,100 24</inkml:trace>
  <inkml:trace contextRef="#ctx0" brushRef="#br0" timeOffset="6266.9696">9352 4217,'0'0,"49"0,-49-25,0 50,0 24,0 26,25 24,-25-49,0-1,0 1,0-1,50 1,-50-25,25-25</inkml:trace>
  <inkml:trace contextRef="#ctx0" brushRef="#br0" timeOffset="6685.2831">9798 4266,'-25'0,"-24"25,49 0,0 49,-50 1,50-26,0 26,0-1,0-24,0-1,25-49,-25 25,25-25,24 0,1-25,24-74,-49 0,-25 49,0-24,0 49,0 0,0 1,-25 24</inkml:trace>
  <inkml:trace contextRef="#ctx0" brushRef="#br0" timeOffset="7198.4151">10493 4242,'0'-25,"25"25,49 0,-24 0,-26 0,1 0,25 0,-25 0,24 0,-49 25,25-25,-25 49,0-24,0 25,-50-1,26 1,-26 24,-24-24,-1 24,1-49,99-25,-1 0,1 50,25-50,-25 0,-1 0,1 0,50-25</inkml:trace>
  <inkml:trace contextRef="#ctx0" brushRef="#br0" timeOffset="7396.8843">10493 4490,'49'-25,"1"25,0 0,-1 0,1 0,-1 0</inkml:trace>
  <inkml:trace contextRef="#ctx0" brushRef="#br0" timeOffset="7603.3312">11262 4390,'49'0,"26"0,-1 0,-24 0,24 0,1 0</inkml:trace>
  <inkml:trace contextRef="#ctx0" brushRef="#br0" timeOffset="7785.8438">11237 4638,'74'0,"1"0,-1 0,1 0,-1 0,25 0</inkml:trace>
  <inkml:trace contextRef="#ctx0" brushRef="#br0" timeOffset="8666.6918">12179 4291,'0'-25,"0"1,25 24,0 0,49 0,-24 0,0 0,-26 0,-24 49,0 1,0-25,0-1,-24-24,24 50,-50-50,50 50,-50-50,1 0,49 24,25-24,24 0,-49 25,25-25,-25 25,50 25,-50-26,0 1,0 50,0-51,0 1,0 0,-25 25,0-50,-25 0,-24 25,0-25,-1 0,1 0,24 0,-99 0</inkml:trace>
  <inkml:trace contextRef="#ctx0" brushRef="#br0" timeOffset="9841.008">3671 6474,'0'0,"25"0,50 0,24 0,0 0,25 0</inkml:trace>
  <inkml:trace contextRef="#ctx0" brushRef="#br0" timeOffset="10440.1646">4589 6226,'0'-25,"25"25,0 0,0 0,24 0,26 50,-51-25,-24 24,50 1,-50-1,0 1,0 0,0 24,0-24,-50-1,26-49,-1 25,-25-25,50-25,0-24,0-26,50 1,-25-1,24 51,-24-1,25 25,-26-75,1 75,50-24,-75-1,0-25,-50 50,25 0,25 50,-49 24,49 1,0-1,0 0,24 1,51-26,-1 51,26-76,-26-24,0 0</inkml:trace>
  <inkml:trace contextRef="#ctx0" brushRef="#br0" timeOffset="11475.9165">6053 6499,'74'0,"1"0,-1 0,25 0,-24 0,-26 0,-24 0,25 0,-26 0</inkml:trace>
  <inkml:trace contextRef="#ctx0" brushRef="#br0" timeOffset="11729.2369">6251 6276,'0'-50,"0"0,25 50,0 0,-25 50,0 24,0 1,0 24,0 0,49 25,-49 25,25-74,25-26,-25 1</inkml:trace>
  <inkml:trace contextRef="#ctx0" brushRef="#br0" timeOffset="12359.7209">7467 6573,'49'0,"-49"-49,-25 49,-24 0,24 0,0 0,-24 0,24 0,0 0,0 0,25-25,25 0,25-49,-1 49,-24 0,49-49,-49 24,25 0,-50 26,25 73,-25 26,0 24,0 25,0 25,0-50,0 0,0-24,0-51,74-24</inkml:trace>
  <inkml:trace contextRef="#ctx0" brushRef="#br0" timeOffset="12834.453">7987 6276,'0'-25,"25"50,-25-1,0 26,25-25,-25 0,74-25,-74 49,25-49,0 0,-25-25,50 1,-50-26,49 0,-49 26,0-1,0-25,25 125,-25-26,0 26,0 24,0 0,0 0,0 0,0-24,0-25,-25-1,1-49,-1 0,-25 0,25 0,0 0,-24 0,49-25</inkml:trace>
  <inkml:trace contextRef="#ctx0" brushRef="#br0" timeOffset="14339.3173">8880 6697,'25'0,"0"0,25 0,49 0,-25 0,1 0,-26 0,26 0,-26 0,26 0,-50 0</inkml:trace>
  <inkml:trace contextRef="#ctx0" brushRef="#br0" timeOffset="14632.5308">9128 6449,'0'0,"0"50,0-25,0 24,0 1,0 24,0 1,50-1,-50 1,0-1,0-49,25-25,-25 25,49-25</inkml:trace>
  <inkml:trace contextRef="#ctx0" brushRef="#br0" timeOffset="14917.7684">9798 6424,'0'50,"0"0,0-1,25 1,-25-1,0 1,0 24,0-24,0-25,0 0</inkml:trace>
  <inkml:trace contextRef="#ctx0" brushRef="#br0" timeOffset="15434.9189">10021 6325,'0'-49,"50"49,-25 0,24 0,1 0,-25 24,-25 26,49-25,-49 0,0 49,0-49</inkml:trace>
  <inkml:trace contextRef="#ctx0" brushRef="#br0" timeOffset="16576.378">9600 6499,'-50'0,"25"0,25-25,50 25,-50 25,0 0,-25-25,25-25,0 0,0-25,25 1,0 49,0 0,24 0,-24 0,0 49,-25-24,0 0,49 99,-49-74,0-26,0 1,0 25,0-25,-24-1,24 26,-50-25,50 25,-50-26,50 1,-49 25,49-25,-50 24,50 1,25-50,25 0,24 0,124-50,-98 50</inkml:trace>
  <inkml:trace contextRef="#ctx0" brushRef="#br0" timeOffset="17519.7098">10121 6375,'24'0,"26"0,0 0,-1 0,1 0,0 0,-50 25,-25 24,25 1,-25-1,-25 1,25 0,-24 24,49-24,-50-26,50 26,-25-50,25 25,0 0,75-25,-50 0,24 0,1 0,0 0,-26 0,1 0,25 0,-50-25</inkml:trace>
  <inkml:trace contextRef="#ctx0" brushRef="#br0" timeOffset="17819.9069">10145 6648,'0'-25,"25"25,25 0,24 0,26 0,24 0,-25 0</inkml:trace>
  <inkml:trace contextRef="#ctx0" brushRef="#br0" timeOffset="18172.4844">10964 6623,'50'0,"-26"0,1 0,25 0,-25 0,24 0,1 0,49 0,-24 0,-1 0</inkml:trace>
  <inkml:trace contextRef="#ctx0" brushRef="#br0" timeOffset="18368.868">10964 6821,'25'0,"24"0,26 0,24 0,0 0,1 0,24 0,-25 0,-50 0</inkml:trace>
  <inkml:trace contextRef="#ctx0" brushRef="#br0" timeOffset="19793.0006">12502 6424,'25'0,"0"0,-1 0,26 50,-50 0,0-1,0-24,-25 25,25-26,-25 1,25 25,-49-25,-1 24,0-49,75 25,0-25,25 0,-1 0,26 0,-1 0,1-25,-1 25,25-25</inkml:trace>
  <inkml:trace contextRef="#ctx0" brushRef="#br0" timeOffset="20265.7369">13246 6573,'0'0,"0"-25,-25-24,0 49,-49 25,49-1,-24 26,49-25,-50 24,50-24,0 0,-25 25,25-1,0-24,50-25,24 0,-24 0,-1-74,-49 49,50 0,-50-25,0-24,0 49,-25 0,0 25,-24 0,-1 0,-24 0,-1 0</inkml:trace>
  <inkml:trace contextRef="#ctx0" brushRef="#br0" timeOffset="22350.1388">3448 8384,'0'0,"0"-25,0 0,-25 50,-24 50,24 24,-25-25,50 1,-24-26,24-24,49-50,1 25,49-25,-49 25,-1 0,1 0,-25 0,24 0,1 0,-50 50,0-25,0 24,0-24,0 0,0 0,-25-25,-25 74,1-74,-26 25,26-25,-26 0</inkml:trace>
  <inkml:trace contextRef="#ctx0" brushRef="#br0" timeOffset="22522.6769">3399 8384,'148'-50,"-48"50,73 0,-98 25,-1-25</inkml:trace>
  <inkml:trace contextRef="#ctx0" brushRef="#br0" timeOffset="23056.8034">4093 8632,'75'-50,"-51"50,1 0,25 0,-1 0,1 0,-25 0,24 50,-49-25,0 24,0 1,0 24,0 1,-49-26,24-24,0-25,25 25,0-50,25 0,0-24,24-26,-49 26,50-1,-50 25,50-24,-1 24,-49 75,-49 24,49 0,0 1,0-26,0 1,0-25,49 25,1-50,-1 24,1-24,0 0</inkml:trace>
  <inkml:trace contextRef="#ctx0" brushRef="#br0" timeOffset="23296.172">5160 8905,'74'0,"1"0,24 0,0 0,0 0,25 0,-25-50,1 50,-26 0,-24-49,-1 49,-24 0</inkml:trace>
  <inkml:trace contextRef="#ctx0" brushRef="#br0" timeOffset="23535.4191">5705 8508,'0'0,"0"25,0 24,0 26,0 24,0 0,0-24,0 24,0-25,0 1,0-50</inkml:trace>
  <inkml:trace contextRef="#ctx0" brushRef="#br0" timeOffset="24828.9347">5705 8731,'50'0,"0"-25,-26 25,1 0,25 0,-25 0,24 0,-24 50,-25 0,0-26,0 1,-25 25,-24-25,-1 24,0-49,-24 25,148-25,-24 0,0 0,-1 0,-24 50,25-50,-26 0</inkml:trace>
  <inkml:trace contextRef="#ctx0" brushRef="#br0" timeOffset="25184.5607">6301 8781,'0'-25,"25"25,-1 0,-24 25,50-25,-50 49,50-24,-50 25,49-50,-49 49,25-49,25 0,-26 0,1-24,-25-1</inkml:trace>
  <inkml:trace contextRef="#ctx0" brushRef="#br0" timeOffset="26118.0643">7268 8657,'25'0,"25"0,-26 0,1 0,25 0,-75 0,0 0,0 0,-24 0,24-25,25-49,0 24,25 25,0 25,24 0,-24 0,0 0,24 0,-24 0,-25 50,25-1,-25 1,0 24,0 1,-50 24,1-25,-50 26,-1-26,26-49,24-25,50 25,-25-25,50-50,50-24,24 49,-25 25,-24 0,0 0,-1 0,-24 0,25 0,-26 25,26 49,-50-24,25-1,-25-24</inkml:trace>
  <inkml:trace contextRef="#ctx0" brushRef="#br0" timeOffset="26609.5714">7863 8558,'50'0,"-25"0,0 49,-25-24,49 0,-49 24,25-24,-25 0,25-25,-25 50,49-50,-24 0,-25-25,50-50,0 1,-50 24,24 50,-24-24,25 24,-25 24,0 26,50 24,-50 1,0-1,0 25,0-24,-25 24,-49-49,24-25,-49-25,-1 0,-48 0,24 0,-50 0</inkml:trace>
  <inkml:trace contextRef="#ctx0" brushRef="#br0" timeOffset="27651.5261">5730 8905,'50'0,"-1"0,1 0,24 0,1 0,49 0,25-50,-25 50,-25 0,-25 0,-49 0,25 0,-75 0,0 0,0 0,-49 0,24 0,1 0,-1 0,-24 0,-1 0,-24 25,0-25,0 0,-50 50,25-50</inkml:trace>
  <inkml:trace contextRef="#ctx0" brushRef="#br0" timeOffset="30912.3744">5755 8458,'0'0,"0"-24,0-1,25 25,-25-50,0 100,0 49,0 75,49 24,-49 1,0-1,50 25,-50-124,50 1,-50-26,0-24,0-26,24-24,-24-24,0-51,0-24,0 25,50-26,-50-24,0 25,0 0,0 0,0-1,0 26,0 0,0-1,0 26,0-1,0-24,0 49,-50 0,50-25,0 1,0 74,0 49,0-24,0 24,0 25,25 25,-25 50,0 0,50-1,-50-49,0 25,0-50,0-24,0-26,0 1,0-25,0-100</inkml:trace>
  <inkml:trace contextRef="#ctx0" brushRef="#br0" timeOffset="31473.2551">5631 9178,'0'0,"74"0,50-50,0 50,50 0,25 0,-26 0,-49 0,-25 0,25 0,-49-49,-50 49,-1 0,-24-25,-24 25,-1 0</inkml:trace>
  <inkml:trace contextRef="#ctx0" brushRef="#br0" timeOffset="32807.6564">5259 9004,'25'0,"24"0,-24 0,25 0,24 0,25 0,1 0,-1 0,0 0,-25 0,1 0,-26 0,-24 0,-74-25,-1 25,-223 0,199 0,-25 0,-1 0,1 0,25 0,-1 0,1 0,49 0,75 0,-25 0,-1 0,26 0,-25 0,0 0,24 0,1 0,24 0,25 0,1 0,24 0</inkml:trace>
  <inkml:trace contextRef="#ctx0" brushRef="#br0" timeOffset="35324.7232">9823 9227,'-25'0,"-24"0,98 0,1 0,49 0,25 0,0 0,50-24,-75 24,-25 0,-24 0,0 0,-26-25,1 25</inkml:trace>
  <inkml:trace contextRef="#ctx0" brushRef="#br0" timeOffset="35660.3753">10369 9054,'0'0,"0"-50,0 25,0 0,0 75,0 25,0-1,0 0,25 1,-25-1,24 1,-24-26,75-49,-26 25</inkml:trace>
  <inkml:trace contextRef="#ctx0" brushRef="#br0" timeOffset="36134.572">11485 8682,'0'-50,"0"25,25-24,0 49,24 0,-24-25,0 25,24 0,-24 0,0 49,-25-24,50 25,-50-1,0 1,0 24,0 1,-25 24,25-24,-50-26,50-24,-25 25,25-26,75-24,-1 0,-24 0,24 0,-24 0,-25 0,-1-24</inkml:trace>
  <inkml:trace contextRef="#ctx0" brushRef="#br0" timeOffset="36360.9646">11659 8905,'-75'-25,"125"25,198 0,-149 0,0 0</inkml:trace>
  <inkml:trace contextRef="#ctx0" brushRef="#br0" timeOffset="36539.4887">12725 8731,'50'0,"49"-25,0 25,0 0,1 0,-26 0,-24 0</inkml:trace>
  <inkml:trace contextRef="#ctx0" brushRef="#br0" timeOffset="36713.0245">13246 8905,'74'0,"1"0,24 0,0 0,50-25</inkml:trace>
  <inkml:trace contextRef="#ctx0" brushRef="#br0" timeOffset="37438.8626">14412 8657,'49'0,"1"0,0 0,49-25,-25 25,100-25</inkml:trace>
  <inkml:trace contextRef="#ctx0" brushRef="#br0" timeOffset="37710.1377">15032 8186,'0'0,"0"-25,50 322,-50-173,49 25,-49-25,0-49,50-1,-50-49,49-25</inkml:trace>
  <inkml:trace contextRef="#ctx0" brushRef="#br0" timeOffset="38175.8932">15528 8533,'0'-50,"50"50,-1 0,1-49,0 49,-1 0,-24 0,25 0,-26 0,1 0,25 0,-1 24,-49 1,0 25,0-1,0 1,0 0,-24 24,-26-24,25-1,-24 1,-26 24,26-24,98-50,75-25,75 25,24-74,-74 74,49-75,-49 75,-50 0,-24 0,-1 0,-49 0</inkml:trace>
  <inkml:trace contextRef="#ctx0" brushRef="#br0" timeOffset="44837.6235">8632 11212,'0'0,"0"-50,0 25,0 75,50 24,-50 26,50 24,-50-25,49 50,-49-50,0-25,0 1,0-26,0-24,0 25,25-50,-25 24,50-24,-26 0,51 0,24 0,50-49,-25 49,50-75,-50 75,-50 0,0-74</inkml:trace>
  <inkml:trace contextRef="#ctx0" brushRef="#br0" timeOffset="45514.578">9873 11162,'0'25,"0"25,0-1,0 26,0 24,0-25,49 1,1 24,-50-25,74-24,-49-25,49 24,-24-24,0-25,-1 0,1 0,-50-25,50 0,-50-24,49-1,-49 1,50-1,-50 0,0-24,0 24,0 1,0-1,0 25,0-24,0-1,0 1,0 24,0 0,25 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9:18:15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16421 1067,'0'-25,"0"-25,0 25,0 75,0 24,0 1,0-1,0 1,0-26,0 1,50 24,-50-49,0 0,0 24,0 26,24-75</inkml:trace>
  <inkml:trace contextRef="#ctx0" brushRef="#br0" timeOffset="209.4392">16744 1265,'0'0,"24"0,-24 25,50-25</inkml:trace>
  <inkml:trace contextRef="#ctx0" brushRef="#br0" timeOffset="1445.8751">17364 992,'0'0,"0"-25,-25 25,0 0,25-24,-25 24,0 0,25 74,-49-24,49 24,0 0,0-24,0 24,25-49,-25 0,24-25,-24 50,50-50,-25 0,24 0,-24-50,0 25,-25-24,50-26,-50 26,0-26,0 26,-25-1,25 25,-50 25,50-49,-49 49,73 0,26 0,24 0,26 0,-26 0,1 0,24-50,-25 50,-24 0,-25 0,-1 0,-73 0,49 50,-75-1,75 26,-24-26,24 1,0 24,0-24,24-25,-24-1,75-24,-26 50,-24-50,0 0,0 0,24-25,-49 0,25 1,-25-26,0 0,0 1,0-1,0 1,-25-1,1 25,-26 0,25 25,25-49,-49 49,73 0,51 0,24 25,-25-25,1 0,24 0,0 0,0 0,-24-25,-26 25,1 0,-25-25,-75 25,-24 0,74 50,-50-26,50 26,-25 0,25 24,0 0,0-24,0 0,0-26,0 26,50-25,-25-25,49 0,1 0,-50-50,24 1,-24-1,-25-24,0-1,0 1,0 24,0-24,-50 49,1-25,-26 50,-24 0</inkml:trace>
  <inkml:trace contextRef="#ctx0" brushRef="#br0" timeOffset="2585.7917">17537 1513,'0'-25,"-25"25,25-25,-24 25,-26 0,0 0,26 0,-51 75,75-50,-49-1,49 26,0-25,0 0,0 24,0 1,24-50,51 0,-50 0,-1-25,26 0,-25-24,24-1,-49 0,0 1,0-1,0 25,0-24,-74-1,49 50,0 0,25 25</inkml:trace>
  <inkml:trace contextRef="#ctx0" brushRef="#br0" timeOffset="3251.8013">18133 1439,'0'-25,"0"-25,24 50,-24-25,50 25,0 0,-1 0,-49 50,0-25,0 24,0 1,-74 24,49-24,-25 0,-24-1,49-24,-24-25,49 25,0 25,49-50,1 0,49-50,-49 50,-26-50</inkml:trace>
  <inkml:trace contextRef="#ctx0" brushRef="#br0" timeOffset="4226.0059">18083 992,'0'0,"0"-49,25 49,0 0,-25 24,0 26,0-25,0 0,0 24,0 1,-25-25,25-1,-50-24,1 0,-1 0,25-24,25-51,0 26,0-1,0 25,50 25,-1 0,1 0,-25 50,-25-1,0-24,0 0,0 0,-25 24,-49-49,49 0,-25-24,50-26,0-24,0 49,0-25,25 1,25 49,-26-25,1 25,25 0,-25 0,-1 0,26 25,-25 24,-25-24,0 49,49 1,-49 24,-24 0,-1-24,-25-1,1 50,-26-49,50 24,-24-50,49-24,-50 25,50-25,50-25,-1 0,51-50,-51 50,26 0,24-25,-25 25,-24 0</inkml:trace>
  <inkml:trace contextRef="#ctx0" brushRef="#br0" timeOffset="5142.2672">18753 1042,'0'-50,"0"25,0 1,0-1,24 25,-24-50,25 50,25-25,0 25,-1 0,1-49,-1 49,-24 25,-25-1,0 26,0 24,0 26,-49 24,-1 24,0-48,-24-1,24-50,-24 1,49-25,0-25,-24 0,123-75,-24 75,-1-24,1 24,0 0,-1 0,26 0,-51 0,26 49,-50-24,0 0,50 25,-50-1,0 1,0-25,-50 24,25-24,-24-25,-26 50,26-50,24 0,0 0,25-25,25 25,24 0,-24 0,0 0</inkml:trace>
  <inkml:trace contextRef="#ctx0" brushRef="#br0" timeOffset="5794.5231">20043 1067,'0'49,"0"1,-25-50,25 25,-75-25,26 0,-1 0,0 0,1-25,-26-25,51 25,24-24,0-1,0 1,0-1,24 0,26 50,0 0,-1 0,1 0,0 25,24 50,-49-1,24 0,1 50,-50-24,0 73,0-74,0 1,-25-26,25 1,-49-26,-1 1,25-25,0-25,-24 49,24-49,-25 0</inkml:trace>
  <inkml:trace contextRef="#ctx0" brushRef="#br0" timeOffset="9405.6032">18976 248,'25'0,"-25"-25,0-24,0 24,25 0,-25-25,-25 75,25 25,-75 24,51 50,24 0,-75 0,75-49,-50-26,50-24,0 25,25-75,-25-25,25 26,-25-1,0-25,50 25,-50 1,0-26,25 25,-25 0,24-24,-24 24,50-25,-50 25,25 1,-25-26,0 0,0 75,0 25,0-25,0 24,-99 50,74-24,-25-1,25 26,25-26,-49-24,49-26,24-48,26-26,-25-49,-25 24,74 26,-74-1,25 0,-25 1,50 49,-50-50,0 25,25 25,-25 25,-50 25,50 24,-50 26,1-26,49 0,-50 1,50-26,-25-49,25-49,50-1</inkml:trace>
  <inkml:trace contextRef="#ctx0" brushRef="#br0" timeOffset="9669.4173">19075 174,'0'0,"0"74,-25 25,-24 0,49 1,-99-1,99-49,-25-1,25 1</inkml:trace>
  <inkml:trace contextRef="#ctx0" brushRef="#br0" timeOffset="9900.7258">19150 347,'-25'50,"25"-1,-50 26,50-1,-25 26,-24-51,49 1,0-25</inkml:trace>
  <inkml:trace contextRef="#ctx0" brushRef="#br0" timeOffset="10170.5178">19298 223,'-49'50,"-1"-1,50 26,-74-1,74 1,-50-1,50-49,-49-25,49 50</inkml:trace>
  <inkml:trace contextRef="#ctx0" brushRef="#br0" timeOffset="10388.9456">19125 322,'-25'25,"25"25,-50 24,1 26,-1-1,25 25,-24-50,49-24,-25-25,50-75,-25 0</inkml:trace>
  <inkml:trace contextRef="#ctx0" brushRef="#br0" timeOffset="15691.8759">20117 2307,'-50'0,"75"49,25-49,-1 25,-24-25,25 50,-25-50,-25 25,24-25,-48 24,-26-24,25 100,-24-51,24 1,-25 24,50-24,0 0,0-26,75-24</inkml:trace>
  <inkml:trace contextRef="#ctx0" brushRef="#br0" timeOffset="16142.6706">20787 2307,'0'0,"-25"0,-25 0,50 25,0 49,0-24,-25-26,25 1,0 25,25-50,-25 74,50-74,-1 25,-49 0,50-25,-50 50,25-26,-25 26,0-25,0 24,0-24,-25-25,-25 25,26-25,-26 0,0 0,50-25,0 0</inkml:trace>
  <inkml:trace contextRef="#ctx0" brushRef="#br0" timeOffset="16410.9516">20762 2332,'0'-25,"74"25,50-50,-49 50,-1 0,-24 0,-1 0,-24 0,-25-25,-25 25,-24 0</inkml:trace>
  <inkml:trace contextRef="#ctx0" brushRef="#br0" timeOffset="19680.1427">17240 3845,'0'-25,"0"-25,0 26,49 98,-49 50,0 0,0 50,50-50,-50 0,0-50,0-24,25-26,-25 1</inkml:trace>
  <inkml:trace contextRef="#ctx0" brushRef="#br0" timeOffset="20070.5469">17661 4242,'0'24,"0"1,0 25,-49-25,24-25,0-25,25 0,0-25,0 1,25 49,-25 49,-25-49</inkml:trace>
  <inkml:trace contextRef="#ctx0" brushRef="#br0" timeOffset="20775.3275">18207 4217,'0'-25,"25"25,-25-50,25 26,-25-26,0 25,0-49,0 49,0 0,0-24,0 24,-25 25,25-50,-50 50,25 0,1 0,-26 0,25 75,25-26,0-24,0 0,0 24,0-24,0 0,50 25,-50-26,49 1,1 50,24-26,-24 1,0 24,24-24,-74-25,25-25,-50 49,0-49,-24 0,-1 0,0-25,26 25,24-49,-50 24,50-25,0 1,0-1,0 1,25 24,24-25,1 50,0-25,-1 25</inkml:trace>
  <inkml:trace contextRef="#ctx0" brushRef="#br0" timeOffset="21233.7417">18777 3845,'0'0,"0"-25,50 25,-25 0,0 0,24 0,-24 25,-25 24,0 1,0 24,0 1,0-1,0 1,0-1,-74-24,49-1,25 1,-50-50,50 25,50-25,0-25,-1 25,1-25,-1 25,1 0,0-50</inkml:trace>
  <inkml:trace contextRef="#ctx0" brushRef="#br0" timeOffset="21923.432">19373 3845,'0'0,"0"-50,0 100,0 24,0 1,25-1,-25 0,49-24,-24 0,25-26,-26-24,26 50,0-50,24 0,-24-25,-26 0,26 1,-25-26,-25 25,50-24,-50-1,0-24,0-1,0 50,0 1,-25 24,25-25,-25 25,25 25,0-1,0 76,0-26,0 0,0 26,0 24,0-25,25 25,-25-50,25-24,-25-1,49 1,-49-25,25 25,25-50</inkml:trace>
  <inkml:trace contextRef="#ctx0" brushRef="#br0" timeOffset="27313.1073">20663 3870,'0'-25,"0"-25,-25 125,25-26,0 50,0-24,0-1,0-24,0-1,25 26,-1-26,26 1,-25-50,0 0,24 0,-24-25,25-24,-25-1,24-24,-49 24,25-24,-25 49,0 0,0-25,0 1,0 74,-50 24,50 50,0 25,0 50,75 0,-75-26,25-23,-25-51,49 0,-49-49</inkml:trace>
  <inkml:trace contextRef="#ctx0" brushRef="#br0" timeOffset="28470.5876">20241 3448,'0'-50,"0"1,0 98,0 100,25 74,-25 100,74 198,-74 99,99-50,1 150,-51-274,-49-148,50-100,-50-99,0-74,0 25,0-75</inkml:trace>
  <inkml:trace contextRef="#ctx0" brushRef="#br0" timeOffset="31286.4748">20861 5011</inkml:trace>
  <inkml:trace contextRef="#ctx0" brushRef="#br0" timeOffset="32126.5109">21134 5209,'0'-25,"25"0,-50 50,0 50,-24 24,-1 25,0 0,26-50,-26 1,0-1,50-49,0 0,0 24,25-49,0 0,0 25,49-25,1 50,-1-50,0 49,-24-49,-25 0,-25 25,49-25</inkml:trace>
  <inkml:trace contextRef="#ctx0" brushRef="#br0" timeOffset="33140.6534">21580 5184,'0'-25,"0"75,0 0,0-1,0-24,0 25,0-1,0-24,25-25,0 0,25 0,-1 0,-24 0,25 25,-50 0,24 24,-24-24,50 25,-50-1,0-24,0 0,0 24,-25 26,0-75,-24 50,24-50,0 24,-24-24,24 0,25-24</inkml:trace>
  <inkml:trace contextRef="#ctx0" brushRef="#br0" timeOffset="33467.6442">21456 5184,'0'0,"0"-25,50 25,24-49,50 49,0-25,-24 25,24 0,-50 0,1-50,-51 50,-98 0,49 0,-24 0,24 0</inkml:trace>
  <inkml:trace contextRef="#ctx0" brushRef="#br0" timeOffset="35787.4122">17314 6524,'0'0,"0"-25,0 0,0-25,0 100,0 24,0 1,25 49,-25-25,0-24,49-26,-49 26,0-26,0-24,25-25</inkml:trace>
  <inkml:trace contextRef="#ctx0" brushRef="#br0" timeOffset="36095.7182">17636 6796,'0'-24,"50"24,0 49</inkml:trace>
  <inkml:trace contextRef="#ctx0" brushRef="#br0" timeOffset="36673.7215">18257 6747,'0'0,"0"-50,0 1,0-26,0 26,0-1,0 25,-50 25,50-25,-50 25,1 0,-1 0,50 25,-25 0,25 25,0-26,0 26,25-25,-25 24,50-24,-50 25,99-25,-74 24,0-24,24 0,-24-25,-25 74,50-49,-50 0,0 25,0 24,0-49,-50-25,25 0,-24 0,-1-50,50 1,0-1,0-24,0 24,0 0,50-24,-1 49,1 25,-25-50</inkml:trace>
  <inkml:trace contextRef="#ctx0" brushRef="#br0" timeOffset="37364.4894">18678 6623,'0'0,"-25"0,25-25,0 0,0-24,0 24,50-25,24 1,-49 49,0 0,25 0,-25 0,-1 0,26 24,-50 26,0 0,0 24,0 0,-25 1,0-26,-24 1,24 0,-25-50,100 0,-25 0,0 0,-1 0,26-25,-25 25,0 0,24 0</inkml:trace>
  <inkml:trace contextRef="#ctx0" brushRef="#br0" timeOffset="37918.0616">19298 6325,'0'0,"-24"-25,24 100,0-26,0 26,0-1,24-24,-24 24,50-24,-25-25,24-25,-24 0,0 0,0 0,24-25,-24-25,25 1,-50 24,0-25,25 1,-25-1,0 25,0 0,0-24,0 24,0 99,0 26,0 73,0 26,24-26,-24-49,50 0,-50-49,25-26,-25-24,0 25,25-50,-25-25,0 0,0 0</inkml:trace>
  <inkml:trace contextRef="#ctx0" brushRef="#br0" timeOffset="40384.956">19075 2257,'0'-25,"0"1,0-26,0 75,25 24,-25 1,74 49,-74 0,100 25,-51 25,1 0,-25-50,24 25,1-24,-1 24,1-25,-50-25,50 1,-50-26,49 1,-49-25,0 24,25-24,-25 0,25 25,-25-100</inkml:trace>
  <inkml:trace contextRef="#ctx0" brushRef="#br0" timeOffset="40880.0836">19472 3497,'0'0,"0"-49,0 74,0-1,25 26,-25 0,74 24,-24-24,-25-1,24 1,1-50,-50 25,25-25,24 0,-49-50,50 25,-50-24,25-26,-25 1,49 49,-49-25,25 1,-25 24,50 25,-50-25,49 25,1 0</inkml:trace>
  <inkml:trace contextRef="#ctx0" brushRef="#br0" timeOffset="51145.9583">15578 10344,'0'-50,"0"25,0 50,0 25,0 49,0 25,0-25,0-25,49 1,-49-26,0 1,0-25,0 0,25-25</inkml:trace>
  <inkml:trace contextRef="#ctx0" brushRef="#br0" timeOffset="51462.116">15875 10616,'50'-24,"-25"24,0 0,-1 0,26 0</inkml:trace>
  <inkml:trace contextRef="#ctx0" brushRef="#br0" timeOffset="51988.4349">16595 10567,'0'0,"0"-50,49 25,-49-24,0 24,0 0,-25 25,25-49,-24 49,-26 0,-24 0,49 0,-25 0,25 49,1-24,24 25,0-1,0 26,0-51,74 1,-24 25,-26-25,26 24,-25-24,-25 0,49 24,-49-24,50 25,-50-25,-50-25,26 0,-1 0,-25 0,1 0,24-75,-25 50,50 1,0-26,0 25,0 0,50-24,-1 24,26-25,-1 26,1 24</inkml:trace>
  <inkml:trace contextRef="#ctx0" brushRef="#br0" timeOffset="52386.0204">17066 10393,'0'-49,"50"49,-26-25,26 25,-25-25,0 25,24 0,1 0,-25 25,-25 0,0 24,0 1,0 24,0 1,-25 24,-25-25,1-49,24 25,-25-50,50 24,-25-24,50 0,50 0,49-74,0 24,-25 50,0-24,-24 24,-26-50</inkml:trace>
  <inkml:trace contextRef="#ctx0" brushRef="#br0" timeOffset="52947.0591">18108 10145,'0'0,"-50"0,50 50,-25-50,25 49,0 1,0 0,0-26,75-24,-50 25,-1-25,1 0,25 50,-25-50,24 25,1-25,-50 49,25-49,-25 25,0 0,0 24,-100-24,76-25,-26 0,25 0,-24 0</inkml:trace>
  <inkml:trace contextRef="#ctx0" brushRef="#br0" timeOffset="53658.5301">18108 10294,'0'-50,"0"26,49 24,-49-25,0 99,25 1,-25-1,0 0,0 1,0-26,50 1,-50-25,49-25,1 0,0 0,24-50,25 25,-24-24,-26-1,26 1,-26-26,-24 50,-25 1,0-26,0 25,0 0,0 75,-50 49,50 0,0 50,25-50,-25 1,75-1,-75 0,49 0,-49-49,50-25,-25-25</inkml:trace>
  <inkml:trace contextRef="#ctx0" brushRef="#br0" timeOffset="54216.2897">19621 10021,'-25'0,"-25"0,50 50,0-25,0 24,0 1,0-25,25 24,-25-24,25-25,-25 74,50-74,-50 25,24-25,51 0,-75 50,74-50,-49 0,0 0,0 25,24-25,1 49,-25-24,-25 0,-25 24,0-49,0 0,-24 0,24 0,0 0,-25 0,1 0,49-49</inkml:trace>
  <inkml:trace contextRef="#ctx0" brushRef="#br0" timeOffset="54521.0848">19695 10021,'0'0,"-25"0,75-50,24 50,51-49,-26 49,50-75,-50 75,-25-24,-24 24,-25 0,-25-50,49 50,-98 25</inkml:trace>
  <inkml:trace contextRef="#ctx0" brushRef="#br0" timeOffset="57844.5366">19100 8954,'0'-24,"0"-1,0-25,25 75,-25 49,25 51,-25 98,99 99,-99 25,124 150,-50 197,1-123,-1-50,-24-199,-1-49,-49-100,50-73,-50-51,0-24,0 25,0-75</inkml:trace>
  <inkml:trace contextRef="#ctx0" brushRef="#br0" timeOffset="59552.7798">19919 11485,'0'0,"0"-50,49 50,50-25,-74 25,0 0,0 0,24 0</inkml:trace>
  <inkml:trace contextRef="#ctx0" brushRef="#br0" timeOffset="59727.3132">19943 11807,'-49'0,"74"-74,-1 49,26 25,24-50,1 50,-26 0,-24 0</inkml:trace>
  <inkml:trace contextRef="#ctx0" brushRef="#br0" timeOffset="60215.1268">20613 11162,'0'0,"-25"0,-24 0,24 25,25 0,-50 24,50 1,0-25,0 24,25 1,25-50,-26 0,1 0,0 0,25 0,-26 0,1 0,25 0,-50 25,25-25,-25 25,0-1,0 51,-75-75,50 25,-49-25,49 24,-24-24,24 0,0 0,-25 0</inkml:trace>
  <inkml:trace contextRef="#ctx0" brushRef="#br0" timeOffset="60460.5144">20365 11187,'0'0,"-25"0,25-25,0-25,50 26,49 24,25-75,25 26,-25 49,-25 0,0-25,-49 25,-25 0,0 0</inkml:trace>
  <inkml:trace contextRef="#ctx0" brushRef="#br0" timeOffset="65793.2229">19050 9872,'0'-25,"-49"25,24-24,0 24,25-50,-49 50,49-25,-25 25,25-25,-50 25,50-49,-25 49,-24-25,24 25,-25-25,25 25,-49 0,24-49,1 49,24 0,-25 0,1 0,24 0,-25 24,1-24,-1 0,50 25,-25-25,1 25,-26-25,50 50,-25-50,0 49,25-24,-49-25,49 25,-25-25,25 49,-25-49,25 25,-49 0,49 25,0-26,-25 26,25-25,0 25,-25-50,25 74,0-24,-50-50,50 74,0-24,0-26,0 26,0-25,0 0,0-1,0 51,0-50,0-1,0 1,0 25,0-25,25-1,-25 26,0 24,25-24,-25 0,50-1,-50 1,24-50,-24 49,0-24,25-25,-25 25,50 25,-25-1,24-24,26 25,-51-50,1 25,25-25,-25 0,-1 0,26 0,24 0,-74-25,50 25,-25-50,0 50,24-49,-24 49,-25-25,50 25,-1-50,1 25,-25-24,-25 24,49 25,-49-50,0 1,25 49,-25-50,25 50,-25-74,50 74,-50-50,24 50,-24-50,25 26,-25-51,50 75,-50-49,0-1,25 0,-25 26,0-26,24 50,-24-50,0 1,0 24,0 0,50-49,-50 24,0 25,0 1,0-26,0 0,0 1,0-1,0 25,0-24,-25 24,0 0,1 25,-26 0,25 0</inkml:trace>
  <inkml:trace contextRef="#ctx0" brushRef="#br0" timeOffset="66826.603">18009 11807,'0'0,"0"-25,24 25,-24-49,0 24,50 0,-50-25,25 1,-25 24,0 0,0 75,-50-1,1 26,-1-1,0 1,1-26,-1 26,1-51,24-24,25 25,-25-25,25-25,0 1,0-1,0-25,0 1,0 24,0 50,0 49,0-24,0-1,0 1,0-25,-50 24,100-98,0 49,-1-50,1 50,-25 0</inkml:trace>
  <inkml:trace contextRef="#ctx0" brushRef="#br0" timeOffset="67706.0197">14412 13122,'0'0,"25"-25,49-25,-49 1,-25 24,50-25,-50 1,0-1,0 25,0-24,-25-1,-50 0,50 50,1 0,24 50,-75 0,75 24,0 0,0 1,0-1,0-49,25 25,0-50,0 24,24-24,-24 0,0 0,49-99,-74 74,50-24,-50 24,50-25,-50 26,0-1,0-25,0 25,24 25,1 25,-25 25,75-25,-75-1,49 26,-24-124,-25-1,0 26,50-1,-50-24,49 24,-49 0,50 50,-1 0,-49 25</inkml:trace>
  <inkml:trace contextRef="#ctx0" brushRef="#br0" timeOffset="68344.0657">15131 12824,'25'0,"25"-25,-50-49,24 74,-24-75,0 51,0-26,0 25,-49 25,24 0,0 25,25 25,-49-1,49 1,0-1,0 1,24-25,26 24,-25-49,0 0,24 0,-24 0,25-24,-1-1,-24-25,-25-24,50 24,-50 1,0-1,0 25,0-24,0 73,0 1,24 25,-24-25,0 24,50-24,-50 0,25-25,0-50,-25 1,49-26,-49 1,25 24,-25 25,50 25,-1 0,-49 75,25-26,-25 1,75 0,-51-1,26-24,-25-25,24 0</inkml:trace>
  <inkml:trace contextRef="#ctx0" brushRef="#br0" timeOffset="69641.5789">18529 11559,'-24'-50,"-26"50,50 50,0 0,25 24,-25-24,74-26,-24 26,-1-50,-24 50,25-50,-25 0,-1 0,26-25,-50-25,0 1,25 49,-25-25,0 74,25-49,-25 25,0 0,0 25,-50-50,0 24,26-24</inkml:trace>
  <inkml:trace contextRef="#ctx0" brushRef="#br0" timeOffset="70096.1257">18629 12278,'0'0,"0"-24,-25 24,-25 0,1 0,49 49,-75 1,75 24,-49 25,49-24,0-26,24 1,1-25,25 24,-1-49,1 0,-25-24,24-26,-49-24,50-1,-50 1,0-1,-50 1,50 24,-49 50,49-49,-25 49,25 25,0-1,0 1</inkml:trace>
  <inkml:trace contextRef="#ctx0" brushRef="#br0" timeOffset="70510.958">18926 12030,'0'0,"0"50,0 24,0 1,0-1,0 1,0-26,0 26,0-51,0-73,0-1,0 25,-49 25,49-24,-25 24,0 0,25 49,0 1,-50-50,50 25,50-25,-25 0,25 0,-1 0,1 0</inkml:trace>
  <inkml:trace contextRef="#ctx0" brushRef="#br0" timeOffset="70877.1221">19174 12080,'0'0,"0"-25,0 75,0-1,50 26,-50-26,25 26,-25-26,49 1,-49-25,0-50,0-25,-24 26,-1 24,0-50,-25 50,26 0,-1 50,25-26,-75 1,75 50,50-75,0 0,-1 0</inkml:trace>
  <inkml:trace contextRef="#ctx0" brushRef="#br0" timeOffset="73398.0008">14511 13444,'-25'0,"-24"25,-1 25,25-26,-24 51,-1-1,-24 50,-26-25,1 25,0 0,-25-24,25 24,24-75,1 26,-1-50,51-25,-1 49,-25-49,25 0,-24 0,-1 0,-24 25,24-25,25 0,50 0,0 0,25 0</inkml:trace>
  <inkml:trace contextRef="#ctx0" brushRef="#br0" timeOffset="73765.5293">13296 14387,'0'0,"-50"0,50 74,-25-49,25 25,-25 24,25-24,-49-26,49 1,0 25,25-50,24 0,50-50,1 50,-26-25</inkml:trace>
  <inkml:trace contextRef="#ctx0" brushRef="#br0" timeOffset="73945.5713">12700 15056,'0'0,"-24"0,-26 75</inkml:trace>
  <inkml:trace contextRef="#ctx0" brushRef="#br0" timeOffset="74366.1126">12229 15156,'0'-25,"0"74,50 51,-50-1,0 0,49-49,-49-1,0 1,25 0,-25-26,25-24,-25 25,25-25</inkml:trace>
  <inkml:trace contextRef="#ctx0" brushRef="#br0" timeOffset="75153.136">12601 15354,'0'25,"0"25,0-26,0-73,0 24,-25 25,25-25,0 0,0 75,0-25,0-75,0 0,0 1,0 24,0 0,50-24,-25 49,0 24,-25 26,0 24,0-24,-25-50,0 0,25-25,0 0,0-24,0 24,25 25,24 0</inkml:trace>
  <inkml:trace contextRef="#ctx0" brushRef="#br0" timeOffset="75707.2702">13147 15354,'0'-25,"25"25,24-74,1 24,-50 25,0-24,0-1,-25-24,0 74,-24-25,24 25,-25 0,1 25,49 24,-50-49,50 75,0-26,0-24,25 25,0-50,24 49,-24-49,0 75,24-75,-24 25,0-25,25 25,-1 49,-49-49,0 0,0 24,-49-49,24 0,0 0,-25-25,26 25,24-74,-25 49,25-24,0-1,0-25,49 51,-24-26,25 25</inkml:trace>
  <inkml:trace contextRef="#ctx0" brushRef="#br0" timeOffset="76076.1409">13494 14982,'0'0,"0"-25,50 25,-50-25,25 25,-1 0,1 0,-25 25,50 25,-50-1,0 1,0 0,0-1,0 26,-25-26,25 1,-25-25,75-50,-25-25,24 25,-24-24,0 49,-25-50,49 50</inkml:trace>
  <inkml:trace contextRef="#ctx0" brushRef="#br0" timeOffset="76548.4236">13916 14833,'0'-25,"0"75,0 0,0-1,0-24,0 0,0 24,49 1,26-50,-50 0,24 0,-49-25,50 25,-50-49,0 24,0-50,0 26,0-1,0 1,0 24,0 74,0 26,25-1,-25 25,99 25,-50-24,1 24,-25-50,24-24,-49-1,25-24</inkml:trace>
  <inkml:trace contextRef="#ctx0" brushRef="#br0" timeOffset="78204.4508">18902 13047,'0'0,"0"-25,0 1,0 98,49 0,1 26,-50-26,49 1,-49-26,50 1,-50-1,50-49,-50 50,0-25</inkml:trace>
  <inkml:trace contextRef="#ctx0" brushRef="#br0" timeOffset="78557.7507">18976 13618,'0'-50,"25"75,-25 0,49 24,-49-24,75 0,-50-25,24 50,-24-50,25-25,-50-25,49 1,-49 24,50-50,-50 51,49 24,-49-25,50 25,-25 0,0 0</inkml:trace>
  <inkml:trace contextRef="#ctx0" brushRef="#br0" timeOffset="80827.8936">19150 14784,'0'-25</inkml:trace>
  <inkml:trace contextRef="#ctx0" brushRef="#br0" timeOffset="82083.9451">16495 13469,'0'-50,"0"26,0 73,25 50,-25-24,50-26,-50 1,0 0,25-1,-25-24,0 0,24-25,26 0</inkml:trace>
  <inkml:trace contextRef="#ctx0" brushRef="#br0" timeOffset="82352.2241">16768 13543,'0'0,"0"25,0-50,25 25</inkml:trace>
  <inkml:trace contextRef="#ctx0" brushRef="#br0" timeOffset="82920.2368">17140 13395,'0'0,"0"-50,0 0,0-24,0 24,-24 50,24-25,-25 25,0 0,0 0,-24 0,49 25,0 0,0 25,0-25,0-1,24 26,-24-25,50-25,-50 49,50-49,-26 0,26 25,-25-25,0 0,24 0,-49 50,50-50,-50 25,0-1,0 26,-25-50,-25 0,26 0,-26 0,0-50,50 26,0-1,0-25,25 25,-25 1,75-26,-51 50,-24-25</inkml:trace>
  <inkml:trace contextRef="#ctx0" brushRef="#br0" timeOffset="83327.847">17413 13072,'0'-25,"0"-24,25 49,0 0,-25 24,25-24,-25 75,0-26,0-24,0 0,0 0,0 49,0-49,0 0,0 25,49-50,-24-25,25 0,-26-25,-24 26,50 24</inkml:trace>
  <inkml:trace contextRef="#ctx0" brushRef="#br0" timeOffset="83806.6298">17686 12973,'0'-25,"0"-25,50 26,-25 24,-1 0,26 0,-50-25,50 25,-26 25,-24 49,0-24,0-1,0 1,0-25,0 24,0-24,-49-25,98-25,1 25,-25 0,0 0,24 25,1 50,-50-51,0 51,-25-50,0-25,-24 49,24-49</inkml:trace>
  <inkml:trace contextRef="#ctx0" brushRef="#br0" timeOffset="84834.4529">19373 14312,'0'-25,"0"1,0-1,0-25,0 100,0 24,0 50,0-24,25-26,-25-24,0-1,24 1,-24-25,0-1,50-24</inkml:trace>
  <inkml:trace contextRef="#ctx0" brushRef="#br0" timeOffset="85134.0983">19670 14387,'0'0,"0"74,-24-74,-1-25,50 25</inkml:trace>
  <inkml:trace contextRef="#ctx0" brushRef="#br0" timeOffset="85705.6363">20167 14287,'0'0,"24"0,-24-49,0 24,0-25,-24 26,-51 24,75-50,-49 50,-1 0,25 25,25 0,0-1,0 51,0-1,0-49,50 25,-50-1,49-49,-49 50,50-50,-25 25,-25 0,74-25,-74 49,50-49,-50 75,25-75,-25 24,-25 1,0-25,-25 0,1 0,-1 0,1-25,24 1,25-26,0-24,0-1,0 1,0 24,49 25,1 25,0-49,24 49</inkml:trace>
  <inkml:trace contextRef="#ctx0" brushRef="#br0" timeOffset="86117.1924">20489 14114,'0'-25,"74"-25,-24 50,0 0,-26 0,-24 25,0 25,0-1,0-24,0 0,0 25,-24-26,24 1,-50 25,50-25,50-25,-26-25,26 25,24-50,-24 50,-25-49,0 49,-25-25</inkml:trace>
  <inkml:trace contextRef="#ctx0" brushRef="#br0" timeOffset="86732.3241">20960 14015,'0'0,"0"-50,0 75,0 24,0 1,0 0,0-26,50 26,-50-25,50-25,-1 25,-24-25,25 0,-26 0,26 0,-25 0,-25-50,49 50,-49-74,0 49,50-25,-50 25,0-24,0 24,-25 25,0 0,25 25,0 24,0 26,0-1,0 1,0 24,0-25,50-24,-50 0,0-26,25 26,-25-25,0-50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4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3.emf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1.emf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" Type="http://schemas.openxmlformats.org/officeDocument/2006/relationships/image" Target="../media/image6.emf"/><Relationship Id="rId21" Type="http://schemas.openxmlformats.org/officeDocument/2006/relationships/image" Target="../media/image15.emf"/><Relationship Id="rId7" Type="http://schemas.openxmlformats.org/officeDocument/2006/relationships/image" Target="../media/image8.emf"/><Relationship Id="rId12" Type="http://schemas.openxmlformats.org/officeDocument/2006/relationships/customXml" Target="../ink/ink13.xml"/><Relationship Id="rId17" Type="http://schemas.openxmlformats.org/officeDocument/2006/relationships/image" Target="../media/image13.emf"/><Relationship Id="rId25" Type="http://schemas.openxmlformats.org/officeDocument/2006/relationships/image" Target="../media/image17.emf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.xml"/><Relationship Id="rId11" Type="http://schemas.openxmlformats.org/officeDocument/2006/relationships/image" Target="../media/image10.emf"/><Relationship Id="rId24" Type="http://schemas.openxmlformats.org/officeDocument/2006/relationships/customXml" Target="../ink/ink19.xml"/><Relationship Id="rId5" Type="http://schemas.openxmlformats.org/officeDocument/2006/relationships/image" Target="../media/image7.emf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28" Type="http://schemas.openxmlformats.org/officeDocument/2006/relationships/customXml" Target="../ink/ink21.xml"/><Relationship Id="rId10" Type="http://schemas.openxmlformats.org/officeDocument/2006/relationships/customXml" Target="../ink/ink12.xml"/><Relationship Id="rId19" Type="http://schemas.openxmlformats.org/officeDocument/2006/relationships/image" Target="../media/image14.emf"/><Relationship Id="rId4" Type="http://schemas.openxmlformats.org/officeDocument/2006/relationships/customXml" Target="../ink/ink9.xml"/><Relationship Id="rId9" Type="http://schemas.openxmlformats.org/officeDocument/2006/relationships/image" Target="../media/image9.emf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customXml" Target="../ink/ink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LU Factorization Method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IN" dirty="0" smtClean="0"/>
          </a:p>
          <a:p>
            <a:r>
              <a:rPr lang="en-IN" dirty="0" smtClean="0"/>
              <a:t>by</a:t>
            </a:r>
            <a:endParaRPr lang="en-IN" dirty="0"/>
          </a:p>
          <a:p>
            <a:r>
              <a:rPr lang="en-IN" dirty="0" smtClean="0"/>
              <a:t>Doyel Sarkar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84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To solve AX=b ( to find X)</a:t>
            </a:r>
          </a:p>
          <a:p>
            <a:r>
              <a:rPr lang="en-IN" dirty="0" smtClean="0"/>
              <a:t>Write A= LU</a:t>
            </a:r>
          </a:p>
          <a:p>
            <a:r>
              <a:rPr lang="en-IN" dirty="0" smtClean="0"/>
              <a:t>Then (LU)X=b</a:t>
            </a:r>
          </a:p>
          <a:p>
            <a:r>
              <a:rPr lang="en-IN" dirty="0" smtClean="0"/>
              <a:t>L(UX)=b</a:t>
            </a:r>
          </a:p>
          <a:p>
            <a:r>
              <a:rPr lang="en-IN" dirty="0" smtClean="0"/>
              <a:t>LY= b (put UX=Y)</a:t>
            </a:r>
          </a:p>
          <a:p>
            <a:r>
              <a:rPr lang="en-IN" dirty="0" smtClean="0"/>
              <a:t>Solve LY = b first. ( you have Y now)</a:t>
            </a:r>
          </a:p>
          <a:p>
            <a:r>
              <a:rPr lang="en-IN" dirty="0" smtClean="0"/>
              <a:t>Solve UX=Y now</a:t>
            </a:r>
          </a:p>
          <a:p>
            <a:endParaRPr lang="en-IN" dirty="0" smtClean="0"/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96560" y="62640"/>
              <a:ext cx="7599600" cy="5581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200" y="53280"/>
                <a:ext cx="7618320" cy="56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87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2x-6y+8z=24</a:t>
            </a:r>
          </a:p>
          <a:p>
            <a:r>
              <a:rPr lang="en-IN" dirty="0" smtClean="0"/>
              <a:t>5x+4y-3z=2</a:t>
            </a:r>
          </a:p>
          <a:p>
            <a:r>
              <a:rPr lang="en-IN" dirty="0" smtClean="0"/>
              <a:t>3x+y+2z=16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10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2x-6y+8z=24</a:t>
            </a:r>
          </a:p>
          <a:p>
            <a:r>
              <a:rPr lang="en-IN" dirty="0" smtClean="0"/>
              <a:t>5x+4y-3z=2</a:t>
            </a:r>
          </a:p>
          <a:p>
            <a:r>
              <a:rPr lang="en-IN" dirty="0" smtClean="0"/>
              <a:t>3x+y+2z=16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21480" y="491040"/>
              <a:ext cx="7474680" cy="5545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120" y="481680"/>
                <a:ext cx="7493400" cy="55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3607560" y="1732320"/>
              <a:ext cx="4072320" cy="4277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98200" y="1722960"/>
                <a:ext cx="4091040" cy="429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375120" y="3920040"/>
              <a:ext cx="7483320" cy="273276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5760" y="3910680"/>
                <a:ext cx="7502040" cy="27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7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07280" y="160560"/>
              <a:ext cx="6965640" cy="5670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20" y="151200"/>
                <a:ext cx="6984360" cy="56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2500560" y="1759320"/>
              <a:ext cx="5357880" cy="30096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1200" y="1749960"/>
                <a:ext cx="5376600" cy="30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270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27040" y="124920"/>
              <a:ext cx="7421040" cy="5787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680" y="115560"/>
                <a:ext cx="7439760" cy="580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769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71680" y="196560"/>
              <a:ext cx="7224480" cy="5626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320" y="187200"/>
                <a:ext cx="7243200" cy="56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964520" y="3375360"/>
              <a:ext cx="393480" cy="2415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8680" y="3312000"/>
                <a:ext cx="4251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/>
              <p14:cNvContentPartPr/>
              <p14:nvPr/>
            </p14:nvContentPartPr>
            <p14:xfrm>
              <a:off x="5081040" y="5179320"/>
              <a:ext cx="196920" cy="2858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65200" y="5115600"/>
                <a:ext cx="2286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/>
              <p14:cNvContentPartPr/>
              <p14:nvPr/>
            </p14:nvContentPartPr>
            <p14:xfrm>
              <a:off x="6554520" y="4607640"/>
              <a:ext cx="259200" cy="2862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38680" y="4544280"/>
                <a:ext cx="2908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/>
              <p14:cNvContentPartPr/>
              <p14:nvPr/>
            </p14:nvContentPartPr>
            <p14:xfrm>
              <a:off x="2062800" y="3375360"/>
              <a:ext cx="232560" cy="30420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6960" y="3312000"/>
                <a:ext cx="26424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/>
              <p14:cNvContentPartPr/>
              <p14:nvPr/>
            </p14:nvContentPartPr>
            <p14:xfrm>
              <a:off x="5152680" y="5250600"/>
              <a:ext cx="53640" cy="9864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36840" y="5187240"/>
                <a:ext cx="85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/>
              <p14:cNvContentPartPr/>
              <p14:nvPr/>
            </p14:nvContentPartPr>
            <p14:xfrm>
              <a:off x="6688440" y="4696920"/>
              <a:ext cx="360" cy="936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72600" y="4633560"/>
                <a:ext cx="320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/>
              <p14:cNvContentPartPr/>
              <p14:nvPr/>
            </p14:nvContentPartPr>
            <p14:xfrm>
              <a:off x="2250360" y="6063120"/>
              <a:ext cx="45000" cy="34884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34520" y="5999760"/>
                <a:ext cx="7668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/>
              <p14:cNvContentPartPr/>
              <p14:nvPr/>
            </p14:nvContentPartPr>
            <p14:xfrm>
              <a:off x="2545200" y="6286320"/>
              <a:ext cx="89640" cy="1256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29360" y="6222960"/>
                <a:ext cx="121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/>
              <p14:cNvContentPartPr/>
              <p14:nvPr/>
            </p14:nvContentPartPr>
            <p14:xfrm>
              <a:off x="3009600" y="5956200"/>
              <a:ext cx="285840" cy="66996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93400" y="5892480"/>
                <a:ext cx="317880" cy="79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/>
              <p14:cNvContentPartPr/>
              <p14:nvPr/>
            </p14:nvContentPartPr>
            <p14:xfrm>
              <a:off x="3759480" y="6268680"/>
              <a:ext cx="63000" cy="20556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43640" y="6205320"/>
                <a:ext cx="946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/>
              <p14:cNvContentPartPr/>
              <p14:nvPr/>
            </p14:nvContentPartPr>
            <p14:xfrm>
              <a:off x="3965040" y="6018480"/>
              <a:ext cx="259200" cy="47376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49200" y="5955120"/>
                <a:ext cx="29088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/>
              <p14:cNvContentPartPr/>
              <p14:nvPr/>
            </p14:nvContentPartPr>
            <p14:xfrm>
              <a:off x="1937880" y="5947200"/>
              <a:ext cx="357480" cy="79524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22040" y="5883840"/>
                <a:ext cx="389160" cy="9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/>
              <p14:cNvContentPartPr/>
              <p14:nvPr/>
            </p14:nvContentPartPr>
            <p14:xfrm>
              <a:off x="4098960" y="5875560"/>
              <a:ext cx="330480" cy="87552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83120" y="5812200"/>
                <a:ext cx="362520" cy="10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71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179000" y="1482480"/>
              <a:ext cx="4974120" cy="2884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9640" y="1473120"/>
                <a:ext cx="4992840" cy="29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4402440" y="26640"/>
              <a:ext cx="3598920" cy="56350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3080" y="17280"/>
                <a:ext cx="3617640" cy="565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926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13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113</TotalTime>
  <Words>55</Words>
  <Application>Microsoft Office PowerPoint</Application>
  <PresentationFormat>On-screen Show (4:3)</PresentationFormat>
  <Paragraphs>20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Opulent</vt:lpstr>
      <vt:lpstr>LU Factorization Method</vt:lpstr>
      <vt:lpstr>Steps</vt:lpstr>
      <vt:lpstr>Solve</vt:lpstr>
      <vt:lpstr>Solve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 Factorization Method</dc:title>
  <dc:creator>UEM</dc:creator>
  <cp:lastModifiedBy>UEM</cp:lastModifiedBy>
  <cp:revision>8</cp:revision>
  <dcterms:created xsi:type="dcterms:W3CDTF">2006-08-16T00:00:00Z</dcterms:created>
  <dcterms:modified xsi:type="dcterms:W3CDTF">2021-02-17T09:23:46Z</dcterms:modified>
</cp:coreProperties>
</file>