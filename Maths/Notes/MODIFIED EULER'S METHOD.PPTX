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4:37:47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9401 9773,'0'-25,"0"0,0 75,0-25,0 24,0-24,0 25,0-1,0-24,0 50,0-50,0 24,0-24,0 0,0 0,0 49,0-49</inkml:trace>
  <inkml:trace contextRef="#ctx0" brushRef="#br0" timeOffset="1246.255">9302 10716,'0'0,"0"-25,25-25,25 50,-26 25,-24 25,0-26,0 1,0 0,0 25,0-26,0 1,-49 25,49-75,25-49,-1 24,-24 25,50 25,-50-49,25-1,-25 25,25 0,-50 75,25-25,0 24,0-24,0 25,0-1,74-49,-49 0,25 0</inkml:trace>
  <inkml:trace contextRef="#ctx0" brushRef="#br0" timeOffset="1912.3765">9823 10939,'0'-25,"-25"25,25-25,-25 25,1 0,24 25,0 49,0-24,0 0,0-26,24-24,-24 50,50-50,-25 0,0-25,-25 0,49 25,-49-24,0-26,0 25,-25 25,1-25,-1 25</inkml:trace>
  <inkml:trace contextRef="#ctx0" brushRef="#br0" timeOffset="3578.3552">9848 10988</inkml:trace>
  <inkml:trace contextRef="#ctx0" brushRef="#br0" timeOffset="5160.3144">18554 9773,'0'0,"0"-25,0 0,0-24,0 74,0 24,0 1,0-1,0 51,0-26,0 1,0-1,0 0,0-24,0-25,0 24,0-24</inkml:trace>
  <inkml:trace contextRef="#ctx0" brushRef="#br0" timeOffset="7241.3408">18529 10716,'0'-25,"25"25,0 0,25 0,-26 0,-24 49,0-24,0 50,0-26,0-24,-24 0,-26 49,0-74,50 25,0-75,25-24,25 49,-25 25,24-49,-24 49,0-25,24 25,-49-25,25 25,-25-50,25 26,-25-1,-25 25,0 0,-24 0,49 25,0 49,-25-24,25-1,0-24,0 0,0 24,0 1,50-50,-1 0,-24 0,25 0,-25 0</inkml:trace>
  <inkml:trace contextRef="#ctx0" brushRef="#br0" timeOffset="8031.1538">19001 11038,'0'50,"0"-26,0 1,0 0,0 50,0-51,0-98,49 49,-49-25,50 50,-50-24,25 24,24-50,-24 50,-25 74,0-24,0-25,0 0,50-25,-1 0,-49-25,25 25,25 0</inkml:trace>
  <inkml:trace contextRef="#ctx0" brushRef="#br0" timeOffset="11214.327">10790 9748,'0'-25,"0"1,0-26,0 75,0 0,0 24,0 26,0 24,0 0,0 25,0-49,50-1,-50-24,0-26,0 1,0 25</inkml:trace>
  <inkml:trace contextRef="#ctx0" brushRef="#br0" timeOffset="13095.9305">12130 9699,'0'-25,"0"50,0 24,0 26,0-1,0 0,0 26,0-26,0 1,0-26,25 1,-25-1</inkml:trace>
  <inkml:trace contextRef="#ctx0" brushRef="#br0" timeOffset="14475.6111">13494 9699,'0'0,"0"-25,0 0,0 50,0 0,0 24,25 75,-25-49,0-1,0 1,0-26,0 1,50-1,-50-24,0 25,0-25,24-25</inkml:trace>
  <inkml:trace contextRef="#ctx0" brushRef="#br0" timeOffset="17543.398">14958 9674,'0'-25,"0"-25,0 75,0 50,0-1,0 0,0 1,0-1,0 1,0-26,0 1,0-25,0 24,0-24,24-25</inkml:trace>
  <inkml:trace contextRef="#ctx0" brushRef="#br0" timeOffset="19170.0491">16520 9674,'0'-25,"0"0,0-24,0 98,0 26,0 24,0 0,0-25,0 1,0-1,0-24,0-25,0 24,0-24</inkml:trace>
  <inkml:trace contextRef="#ctx0" brushRef="#br0" timeOffset="20926.3488">10790 10840,'-49'-50,"74"25,-1 25,1 0,25 0,-50 25,0 25,0-26,0 1,0 0,-50 25,25-26,25-48,0-26,75 25,-75 0,49-24,-49 24,50 25,-50-50,50 1,-50 24,-25 75,25-26,0 1,0 25,25-1,24-24,-24-25</inkml:trace>
  <inkml:trace contextRef="#ctx0" brushRef="#br0" timeOffset="21165.7084">11212 10889,'0'0,"0"25,50 25,-50-26,0 1,24 25,-24-25,50 24</inkml:trace>
  <inkml:trace contextRef="#ctx0" brushRef="#br0" timeOffset="22042.3625">12130 10790,'0'0,"0"-25,0-24,49 24,-24 25,25 0,-1 0,-24 0,-25 25,0 24,0-24,0 25,0-26,0 1,0 25,-25-50,50-25,-25 0,75-24,-75 24,49 0,-49-25,50 50,-50-49,0 24,-25 25,0 0,25 74,0-49,0 25,0-1,25-49,-25 25,50-25</inkml:trace>
  <inkml:trace contextRef="#ctx0" brushRef="#br0" timeOffset="22439.3004">12676 10914,'74'0,"-74"-25,25 25,-25 25,0 49,0-49,0 0,0 0,0 24,-25-24,25 0,25-25,24 0,-24 0,25-25,-25 25</inkml:trace>
  <inkml:trace contextRef="#ctx0" brushRef="#br0" timeOffset="23970.2061">13569 10666,'0'0,"0"-25,0 0,24 25,1 0,0 0,25 0,-50 25,0 0,0 25,0-26,0 1,0 25,-25-50,25 25,-25-25,75-75,-26 50,26 1,-25-26,24 25,-24 25,-25-49,25 49,-25-50,0 25,0 0,0 50,-25-25,25 75,0-51,0 26,0 0,0-26,0 26,50 0,-1-50</inkml:trace>
  <inkml:trace contextRef="#ctx0" brushRef="#br0" timeOffset="24408.0351">14114 10864,'0'-49,"50"49,-25 0,-25 49,0 1,0 0,0-1,-50-49,50 25,50-25,-26 50,-24-1,0 1,0-25,-49-25,-1 49,1-49</inkml:trace>
  <inkml:trace contextRef="#ctx0" brushRef="#br0" timeOffset="25150.0489">15057 10840,'25'0</inkml:trace>
  <inkml:trace contextRef="#ctx0" brushRef="#br0" timeOffset="25335.5536">15404 10815,'74'-25</inkml:trace>
  <inkml:trace contextRef="#ctx0" brushRef="#br0" timeOffset="25487.1484">15677 10790,'25'-25,"0"25</inkml:trace>
  <inkml:trace contextRef="#ctx0" brushRef="#br0" timeOffset="25635.7502">16123 10765,'75'0</inkml:trace>
  <inkml:trace contextRef="#ctx0" brushRef="#br0" timeOffset="25761.4126">16421 10765,'50'0</inkml:trace>
  <inkml:trace contextRef="#ctx0" brushRef="#br0" timeOffset="25919.9902">16694 10765,'25'0,"24"0</inkml:trace>
  <inkml:trace contextRef="#ctx0" brushRef="#br0" timeOffset="26077.5675">16942 10765,'25'0,"24"0</inkml:trace>
  <inkml:trace contextRef="#ctx0" brushRef="#br0" timeOffset="26238.1387">17314 10790,'25'0</inkml:trace>
  <inkml:trace contextRef="#ctx0" brushRef="#br0" timeOffset="26399.7058">17587 10790</inkml:trace>
  <inkml:trace contextRef="#ctx0" brushRef="#br0" timeOffset="26587.2045">17934 10840,'0'-25,"25"25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7:46:49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14660 9996,'-25'-49,"0"49,-24 0,49-25,-25 25,0 0,50 0,25 0,24 0,50 0,50 0,24 0,100-50,24 50,50 0,25 0,74 0,75 0,49 0,-99 0,-148 0,-51 0,-24 0,-149 0,-49 0,-51 0,-48 0,-26 0</inkml:trace>
  <inkml:trace contextRef="#ctx0" brushRef="#br0" timeOffset="758.2149">15082 9227,'0'0,"0"-24,0 73,49 50,-49 75,50 74,-50 25,0 0,49-75,-49-74,0-49,0-26,0 26,0-51,50-24</inkml:trace>
  <inkml:trace contextRef="#ctx0" brushRef="#br0" timeOffset="1761.6582">15082 11361,'0'-25,"0"0,24-25,1 50,25 0,-25 0,24 50,-49-25,50 24,-50 1,0 0,0 24,0-24,-25-26,25 26,-25-50,25-50,25-24,-25 24,50 1,-50-26,24 26,-24 24,50 0,-50-24,0-1,0 25,-74 100,74-1,-50 0,50-24,0 0,0-26,25 26,0-50,24 50,1-50,-1 0</inkml:trace>
  <inkml:trace contextRef="#ctx0" brushRef="#br0" timeOffset="2180.5922">15627 11683,'50'0,"-25"0,-25 50,25-50,-25 74,0-49,0 0,0 24,0 1,-25-25,0-25,-50 0,26-25,49-50,0 26,0 24,0-25,49 50,-24 0,25 0,-25 0</inkml:trace>
  <inkml:trace contextRef="#ctx0" brushRef="#br0" timeOffset="5913.4894">15677 11038,'0'0,"0"-25,-50 25,50-49,-25 49,1-25,-26 25,25 0,-24 0,-1 0,0 0,1 0,-1 0,-24 0,24 0,25 0,-24 0,-1 0,50 49,-25-49,1 0,24 25,-50 0,0 25,26-26,24 26,-50 0,50-25,-25-1,25 26,0-25,-49 24,49 1,0 0,0 24,0 0,0 1,0-50,49-1,-49 26,25-25,25 24,-26 26,-24-50,50-1,0-24,-50 75,49-75,-24 74,25-49,24 25,-24-25,-1 24,-49-24,75-25,-26 50,-24-50,0 0,24 49,-24-49,25 0,-1 0,1 0,0 0,-1-25,1 1,-25 24,49-75,-24 50,-25-24,24 24,-24-25,-25 1,50 49,-50-25,0 0,0 0,0-24,0 24,0-25,0 1,0-1,0 25,0 0,-25-24,25-1,0 25,0-24,0-1,-25 50,25-49,0-1,0 25,-25 25,25-25,0-24,-49-26,49 51,-25 24,25-25,-50-25,50 25,-25 25,25-25,-24-24,-26 24,25 25,25-25,-25 25,25-49,-49 49,24-25,0 25,25-25,-50 25</inkml:trace>
  <inkml:trace contextRef="#ctx0" brushRef="#br0" timeOffset="7341.6517">14933 8706,'0'0,"0"-24,-25 24,50 0,49 49,-49-49,25 0,-26 0,1 0,25-25,-50 1,0-1,0 0,-25 25,25 74,25-49,-25 25,25 24,-25-24,49-1,-49-24,25 25,-25-25,0 24,0-24,0 25,-50-50,1 0,49-25,-25 25,25-50,-25 50,25-49,0-26,0 26,0-1,0 25,25 25,25 0,-26-49,1 49,25 0</inkml:trace>
  <inkml:trace contextRef="#ctx0" brushRef="#br0" timeOffset="8137.6268">15627 9004,'0'-25,"-49"25,24 0,0 0,0 0,25 50,0 24,0-49,0 0,25-25,0 0,-25 25,49-25,-24 0,0 0,-25-25,0-25,0 26,0-1,0 0,0-25,0 25,0 1,-25 24,0 0,25-50,-49 50,49 25</inkml:trace>
  <inkml:trace contextRef="#ctx0" brushRef="#br0" timeOffset="11383.6203">19745 9897,'25'0,"24"0,51 0,123-74,74 24,51 50,-1-74,-49 74,-100 0,-74 0,-50 0,-49 0,-50 24</inkml:trace>
  <inkml:trace contextRef="#ctx0" brushRef="#br0" timeOffset="12102.5192">20737 9128,'0'0,"0"-49,0 24,-25 25,25-25,0-25,0 100,0 0,0 74,0 49,0 100,50 49,-50-98,0-26,49-49,-49-75,0-24,0-25,25-25</inkml:trace>
  <inkml:trace contextRef="#ctx0" brushRef="#br0" timeOffset="13663.6765">20737 11336,'0'0,"-25"-25,25-25,0 1,50 49,-25 0,-25-25,24 25,26 0,-50 50,0-1,0 1,50-1,-50 26,0-1,0-49,-25 0,25 24,-75-49,26 0,-1 0,50-49,0 24,0-25,25 1,25-26,-1 51,1-26,-25 0,24 26,-49-1,25 25,-25-75,25 50,-25 1,-25 48,25 51,0-25,0 24,0-24,0-1,0 1,0-1,0-24,50-25,-50 25,49-25,1 0,-25 0,-25-25,25 0,-25-24,0-1,49 100,-49-25,0-1,0 26,25-25,-25 0,0 24,0-74,0-24,0 24,50 0,-50-24,24 24,1-25,25 50,-25 0,-25 50,0-1,0 1,24 0,-24-26,0 26,50-50,-25 0,0-25,49 0,-49-49</inkml:trace>
  <inkml:trace contextRef="#ctx0" brushRef="#br0" timeOffset="20563.376">18157 13469,'0'-25,"0"0,25 25,25 0,-50 50,0-25,25 24,-25-24,0 25,0-25,0-75,0 25,0-24,0 24,0 0,0 0,49-24,-49-1,50 50,-50-25,25 25,-25-25,24 25,26 0,-50 25,25-25,-25 50,0-25,0 24,0-24,0 25,0-26,0 26,0-25,25-25,24 0,1 0,-25-50</inkml:trace>
  <inkml:trace contextRef="#ctx0" brushRef="#br0" timeOffset="23032.8633">17761 14387,'0'-50,"0"75,0 25,0 24,0 25,0 25,0-25,0-24,49-1,-49-49,0 0,0-75,25 1,-25 24,0 0,0-25,0 26,0-1,50 25,-50-50,24 50,-24-49,25 49,-25 24,50 26,-50-25,0 49,0-49,0 49,0 1,0-26,0 1,25-50,-1 0,26-50,0 1,-1 24,26-25</inkml:trace>
  <inkml:trace contextRef="#ctx0" brushRef="#br0" timeOffset="23556.2469">18356 14684,'25'0,"-1"0,1-49,25 49,-1 0,-24 0,0 0</inkml:trace>
  <inkml:trace contextRef="#ctx0" brushRef="#br0" timeOffset="23737.7643">18455 14858,'0'-25,"0"50,25-50,0 25,24 0,1 0,-25 0</inkml:trace>
  <inkml:trace contextRef="#ctx0" brushRef="#br0" timeOffset="25169.8541">19075 14188,'0'0,"0"-25,0-24,0 24,0 0,25 25,25 0,-26 0,1 0,0 0,25 0,-50 25,24 25,-24 24,0 0,0 1,-24 24,-26-49,25-25,0-25,25-25,0 0,50-49,-25 49,0 0,24-25,-49 25,50-24,-1-1,-49 25,0 1,-24-26,-1 75,25 0,-75 24,75 1,0-1,0 26,0-50,0 0,50-25,-25 49,0-49,24 0,-24 0,25 0,-26-25,-24-24,0 24,0 0,0 50,0 0,0 24,50-24,-50 25,25-50,24-25,-49 0,25-24,-25 24,25 25,25 25,-50-1,0 26,0-25,24-25,-24 49,25-49</inkml:trace>
  <inkml:trace contextRef="#ctx0" brushRef="#br0" timeOffset="25350.3747">19919 14287,'0'0,"49"0,1 0,-1 0</inkml:trace>
  <inkml:trace contextRef="#ctx0" brushRef="#br0" timeOffset="25912.5059">20241 14064,'0'0,"0"-25,25 25,24 0,-24 0,-25 50,50 0,-50-26,0 1,-50 25,50-25,-25-25,25 24,-24-24,24-24,49-1,-24-25,25 25,-50-24,49 49,-49-50,25 50,-25-49,0 24,0 0,-50 25,26 50,24-1,0 1,0 24,0-24,0-1,0-24,99 25,-74-50,-1 25</inkml:trace>
  <inkml:trace contextRef="#ctx0" brushRef="#br0" timeOffset="26280.556">20712 14263,'0'-25,"-25"25,1 0,24 25,0 24,0-24,0 0,0 49,0-49,99-99,-99 49,25-25,-25 25,0-24,0 24,-25 50,-25 49</inkml:trace>
  <inkml:trace contextRef="#ctx0" brushRef="#br0" timeOffset="26752.3845">19546 14734,'-49'0,"24"0,25 50,-25-50,0 0,100 0,74 0,99-25,49 25,-49-75,-49 75,-75 0,-50 0,-49 0,-25 25,-25 25</inkml:trace>
  <inkml:trace contextRef="#ctx0" brushRef="#br0" timeOffset="27142.5345">19869 15205,'0'0,"0"25,50 25,-50 24,0 25,0-24,0-1,0-49,0-99,49-26,-49 26,50-1,-25 75,24-24,-24 24,25 24,-50 26,49 25,-49-1,0 0,25 1,-25-50,0-1</inkml:trace>
  <inkml:trace contextRef="#ctx0" brushRef="#br0" timeOffset="35882.6895">16322 9798,'0'-50,"0"25,0 1,0-26,0 0,0 26,0-1,0-25,-50 1,50-1,0 25,0-24,0 98,0 26,0 49,25 74,-25-49,50 25,-50-26,0-48,0-51,0-24,0 0,24-25</inkml:trace>
  <inkml:trace contextRef="#ctx0" brushRef="#br0" timeOffset="36778.4277">16471 10840,'-25'0,"25"-25,0-25,0 25,25 25,24 0,1 0,-50 25,0 25,0-25,0-1,0 1,-25 50,0-51,-24-24,49-24,49-26,-24 50,0-50,24 50,-49-74,50 49,-25-24,-25 24,-25 25,25 49,0 1,0 0,0-1,25 1,-25-25,50 24,-50-24,49-25,-49 50,75-50,-51 0</inkml:trace>
  <inkml:trace contextRef="#ctx0" brushRef="#br0" timeOffset="37128.5336">16992 10964,'0'-25,"0"-25,0 100,0 24,0 25,49 1,-49-26,0-24,25-25,-25 24,0-24</inkml:trace>
  <inkml:trace contextRef="#ctx0" brushRef="#br0" timeOffset="45153.3292">16992 1067,'0'-25,"-25"25,25-25,0 0,0-24,0 24,25 0,24 25,-24 0,25 0,-50 25,0 49,0-24,0-1,-25-24,25 25,-25-50,25 25,0-50,25-50,0 51,24-26,-24 0,-25-24,25 74,-25-25,0 0,0 1,-25 73,25-24,0 25,0-1,0-24,0 0,0 24,25-24,24 25</inkml:trace>
  <inkml:trace contextRef="#ctx0" brushRef="#br0" timeOffset="45370.7125">17438 1091,'0'-49,"0"74,0-1,0 26,0 0,0-26,0 26,0-25,0 0</inkml:trace>
  <inkml:trace contextRef="#ctx0" brushRef="#br0" timeOffset="45572.5908">17711 967,'25'0,"49"0,-24 0</inkml:trace>
  <inkml:trace contextRef="#ctx0" brushRef="#br0" timeOffset="45739.1428">17761 1141,'49'0,"1"0,24 0</inkml:trace>
  <inkml:trace contextRef="#ctx0" brushRef="#br0" timeOffset="46323.7944">18207 868,'0'0,"0"-25,25 25,24 0,1 0,-50 25,25 0,-25 49,0-24,0-25,0 0,0 24,-50-49,50-25,0-24,0 24,50-25,-25 50,-1-49,-24 24,50 25,-50-50,0 26,0-26,0 75,-25 24,25 1,0 0,0-1,0 1,0-1,0-24,50 0,-25-25,-1 50</inkml:trace>
  <inkml:trace contextRef="#ctx0" brushRef="#br0" timeOffset="46630.9876">18703 1116,'25'0,"-25"25,0 25,0-26,0 1,-75-25,51 0,24-25,0 1,-25-26,25 0,0 26,0-26,74 50</inkml:trace>
  <inkml:trace contextRef="#ctx0" brushRef="#br0" timeOffset="46885.7237">19075 893,'25'0,"25"0,24 0,-24 0,-26 0</inkml:trace>
  <inkml:trace contextRef="#ctx0" brushRef="#br0" timeOffset="47117.8879">19125 744,'0'0,"0"25,25 25,-25 24,0 0,0 1,49-1,-24-24,25-25</inkml:trace>
  <inkml:trace contextRef="#ctx0" brushRef="#br0" timeOffset="47612.8554">19546 521,'0'-50,"0"75,0 50,0 24,0 0,0 0,0 0,0 1,0-51,0 1,0-1,0-24,0-50,0-24,50-26,-50 1,25 49,24 0,1 25,-50 25,25 0,-25 0,0 24,49-24,-49 0,25-25,25 0,0 0,-1-50</inkml:trace>
  <inkml:trace contextRef="#ctx0" brushRef="#br0" timeOffset="48273.9129">18753 1042,'0'0,"-25"0,25-25,0 50,0 24,0-24,0 25,0-1,0 1</inkml:trace>
  <inkml:trace contextRef="#ctx0" brushRef="#br0" timeOffset="51612.599">17488 9599,'0'-24,"0"-1,0-25,0 25,0 1,0 73,0 50,0 25,0 25,0-25,0-49,0-26,0 1,0 0</inkml:trace>
  <inkml:trace contextRef="#ctx0" brushRef="#br0" timeOffset="52460.6264">17587 10790,'0'-25,"-25"0,25-24,0 24,0 0,0-24,50 49,-1 0,-24 0,-25 49,25 1,-25-1,0 1,0-25,0 24,0-24,0 0,-25-25,0 0,25-74,25 24,-25 25,50-24,-50 24,25 25,-25-25,0-25,0 75,0 0,-25 25,25-26,0 26,25-25,-1 24,1-49,25 50</inkml:trace>
  <inkml:trace contextRef="#ctx0" brushRef="#br0" timeOffset="52954.2133">17959 10939,'0'25,"-50"-25,50-25,0 0,0-25,25 26,0 24,25 0,-1 24,-49 1,0 25,0-1,0 1,0 24,-25 26,-24-51,24-24,0-25,25 50,-49-50,148-50,-25 1,1 49,-1-25,-24 25,24 0,0 0,-49 0</inkml:trace>
  <inkml:trace contextRef="#ctx0" brushRef="#br0" timeOffset="54325.9847">17215 2108,'-50'0,"50"-49,25 24,25 25,-26-50,26 50,24 50,-74 0,0-1,0 1,0-1,0 1,-24 0,24-26,-25-24,25 25,0-50,0-24,25-1,-25 25,49-24,-49 24,25-25,-25 26,0-1,25 25,-25-25,0 99,0-24,0 0,0-1,0 1,0-1,49 26,1-50,0-25</inkml:trace>
  <inkml:trace contextRef="#ctx0" brushRef="#br0" timeOffset="54655.5188">17686 2431,'0'0,"0"-50,25 50,0 0,-25 25,0 25,0-26,0 1,0 25,0-25,-50-1,50 26,-25-50,25 25,50-75,0 25,-1 25,1-49</inkml:trace>
  <inkml:trace contextRef="#ctx0" brushRef="#br0" timeOffset="54835.6561">18033 2208,'0'-25,"0"-25,50 50,-25 0,0 0,-1 0</inkml:trace>
  <inkml:trace contextRef="#ctx0" brushRef="#br0" timeOffset="54987.3464">18083 2356,'-50'0,"75"0,50 0,-1 0,0-24</inkml:trace>
  <inkml:trace contextRef="#ctx0" brushRef="#br0" timeOffset="55782.637">18753 2059,'0'0,"-25"0,25-50,25 50,-1 0,1 0,25 75,-50-26,0 1,0 24,0 1,-25-26,25 1,-50-50,50 25,-24-25,24-50,0 25,0-24,24-1,26 0,-25 26,-25-1,50-25,-1 25,-49-24,-25 49,1 49,24-24,0 0,0 0,0 24,0-24,24 25,1-50,25 49,-25-49,24 0,-24 0</inkml:trace>
  <inkml:trace contextRef="#ctx0" brushRef="#br0" timeOffset="56060.914">19174 2332,'0'-50,"0"100,0-125,25 75,0 0,-25 50,0 24,0-24,-50-50,1 0,49-25,0 0,0 0,0 1,0-26,25 50,-25-25,74 25,-49 0,0 0</inkml:trace>
  <inkml:trace contextRef="#ctx0" brushRef="#br0" timeOffset="56260.5589">19472 2158,'0'0,"25"0,24-25,-24 25,0 0</inkml:trace>
  <inkml:trace contextRef="#ctx0" brushRef="#br0" timeOffset="56476.4708">19497 2009,'0'-25,"0"50,0 50,0-1,0 0,0 26,0-26,25 0,-25-49,49-25</inkml:trace>
  <inkml:trace contextRef="#ctx0" brushRef="#br0" timeOffset="57190.5221">19993 1860,'0'0,"0"-24,25 24,0 0,-1 0,51 0,-75 24,0 1,0 25,-25-1,0 26,-24-26,49-24,-25-25,25 50,49-50,1 0,0 0,-26-50,26 1,-50 24,50-25,-50 1,0-1,0-24,0 24,-25 0,25 1,-50 49,50-25,0 75,0 49,0 0,0 0,0 0,0 25,0-49,0-26,0-24,25-99,-25 24,50 1,-1 24,-24 25,-25 25,0-1,25 1,-25 25,49-25,-24 24</inkml:trace>
  <inkml:trace contextRef="#ctx0" brushRef="#br0" timeOffset="57795.7584">20687 2133,'-49'0,"49"-49,25 49,49 0,-49 0,24 0</inkml:trace>
  <inkml:trace contextRef="#ctx0" brushRef="#br0" timeOffset="57933.3912">20787 2208,'0'0,"-50"0,100 0,-1-25</inkml:trace>
  <inkml:trace contextRef="#ctx0" brushRef="#br0" timeOffset="58495.9326">21060 1836,'0'-50,"49"50,-24 0,-25 74,0-24,0 0,0-26,0 1,-25 50,0-75,25-50,25 0,25 26,-25-26,24 25,-24 0,-25-24,25 49,-25-25,0 0,0 50,-50-25,50 74,-49-24,49 0,0-1,0 1,0-25,24-25,26 24,0-24,-1 0,1 0</inkml:trace>
  <inkml:trace contextRef="#ctx0" brushRef="#br0" timeOffset="58695.8714">21506 2009,'0'50,"0"-1,-50 1,50-25,0 0,0 24,25-24</inkml:trace>
  <inkml:trace contextRef="#ctx0" brushRef="#br0" timeOffset="58894.6229">21580 1984,'25'0,"0"-24,25 24,-1 0,-24 0,0 0</inkml:trace>
  <inkml:trace contextRef="#ctx0" brushRef="#br0" timeOffset="59118.0189">21680 1836,'-25'0,"25"-25,0 50,0 24,0 1,0 24,0-24,0-25,0-1,49 26</inkml:trace>
  <inkml:trace contextRef="#ctx0" brushRef="#br0" timeOffset="59530.7492">21952 1538,'0'-50,"0"100,0 24,0 1,0-1,0 25,0 1,0-26,-49 0,49-24,0-25,49-100,-49 1,50 24,-50 1,25 49,-25-25,25 25,-25 25,49 24,-49 1,0 0,50-1,-50 1,50-25,-50-1</inkml:trace>
  <inkml:trace contextRef="#ctx0" brushRef="#br0" timeOffset="67720.4095">18480 9748,'0'0,"0"-25,0-24,-25 49,25-25,-25 25</inkml:trace>
  <inkml:trace contextRef="#ctx0" brushRef="#br0" timeOffset="68314.6367">18629 9550,'0'-25,"0"-25,0 75,0 50,0 49,0 0,49 24,-49-48,0-1,50 0,-50-49,0-25,0-1,49-24</inkml:trace>
  <inkml:trace contextRef="#ctx0" brushRef="#br0" timeOffset="68791.9427">19447 9947,'25'49</inkml:trace>
  <inkml:trace contextRef="#ctx0" brushRef="#br0" timeOffset="68942.5854">19571 9971,'50'0</inkml:trace>
  <inkml:trace contextRef="#ctx0" brushRef="#br0" timeOffset="69093.9294">19819 9947,'50'0</inkml:trace>
  <inkml:trace contextRef="#ctx0" brushRef="#br0" timeOffset="69242.0733">20092 9947,'0'-25</inkml:trace>
  <inkml:trace contextRef="#ctx0" brushRef="#br0" timeOffset="69394.702">20266 9872,'25'25</inkml:trace>
  <inkml:trace contextRef="#ctx0" brushRef="#br0" timeOffset="73277.294">17909 4068,'-24'0,"24"-50,-50 50,75 0,49 0,25 0,50 0,124-49,99 49,25 0,99-75,-74 75,-100 0,-24 0,-25 0,-124 0,-50 0,-25 0,-49 0,-124 0</inkml:trace>
  <inkml:trace contextRef="#ctx0" brushRef="#br0" timeOffset="73838.7907">19373 3225,'0'0,"0"-25,0 50,0 99,25 74,-25 249,0 173,0 198,74-49,-74-99,74-25,-74-323,50-49,-50-124,0-75,0-24,25-174</inkml:trace>
  <inkml:trace contextRef="#ctx0" brushRef="#br0" timeOffset="75026.3498">18405 3448,'0'-25,"-49"25,49-50,25 26,-1 24,1 0,50 0,-26 0,-49 49,0 1,0-25,0 24,-49 1,49-1,-50-49,50 25,-25-25,25-49,50-1,-25 0,24 1,-24 24,-25 0,50-24,-50 24,0-25,0 25,0 50,0 50,0-26,0 1,0-1,49 1,26 0,49-1,0-49</inkml:trace>
  <inkml:trace contextRef="#ctx0" brushRef="#br0" timeOffset="75805.6231">19621 3076,'0'0,"0"-25,49 25,1 50,-50-26,50-24,-50 50,49-50,-49 25,50-25,0-25,-50 0,24-24,-24 24,0 0,0 0,50 50,-50 25,0 24,25 25,-25 25,0 0,0 0,0-49,0-1,0-24,0-25,-50-25,-24 0,24 0,50-50,-25-49,25 24,0 1,50 24,24-24,1 49,49 25,-25 0,-25 0,-49 0</inkml:trace>
  <inkml:trace contextRef="#ctx0" brushRef="#br0" timeOffset="77984.6665">18207 4316,'0'0,"0"-50,25 50,0-24,24 24,1 0,-50 49,25 1,-25-1,0 1,0-25,0 49,-25-24,25-25,-50 24,25-24,25-75,50-24,0 24,-1 1,-24 24,-25 0,50-24,-50 24,24 25,-24-25,0-25,-49 50,49 50,-50 49,50-49,0-1,0 26,0-26,25-24,0 25,49-25,-24-25,-25 0</inkml:trace>
  <inkml:trace contextRef="#ctx0" brushRef="#br0" timeOffset="78290.4209">18753 4713,'0'-25,"24"25,1 0,-25 25,0 24,50-24,-50 0,0 25,-25-25,-25 24,1-49,24 0,25-49,0-1,0 25,25-49,0 74,-1 0,51 0</inkml:trace>
  <inkml:trace contextRef="#ctx0" brushRef="#br0" timeOffset="79237.5905">19621 4242,'0'-50,"0"0,25 50,-25-24,0-26,24 50,-24 25,50 24,-50-24,25 0,-25 25,25-50,-25 24,49-24,-24 0,-25-24,0-26,25 25,-25 0,0-24,0 24,0 0,0 50,0 25,0 24,0 0,0 26,0 48,0-24,0 0,0 25,0-74,0-1,0-24,-50-1,1-49,24-49,-25-1,50-24,0-25,-49 24,49 25,0 1,24 49,26-50,0 50,-1 0,1 0,24 0</inkml:trace>
  <inkml:trace contextRef="#ctx0" brushRef="#br0" timeOffset="79569.1381">20191 4762,'0'-74,"25"49,50 25,-51 0,-24 75,0-26,0-24,-49-25,-1 0,1 0,49-50,0 26,0-1,0 0,24 25,26-50,0 50,-26 0</inkml:trace>
  <inkml:trace contextRef="#ctx0" brushRef="#br0" timeOffset="82917.8973">18232 5631,'0'0,"-25"0,25-50,0 25,74 25,1 0,-26 0,1 0,-25 0,-25 75,0-51,0 1,-50 50,25-75,25 24,-24-24,24-24,49-26,-24 25,0 25,24-74,-49 49,50 25,-50-50,25 50,-25-24,0-1,0-25,-25 100,25-25,0-1,0 1,0 25,0-25,0 24,74-49,-24 25,-25-25</inkml:trace>
  <inkml:trace contextRef="#ctx0" brushRef="#br0" timeOffset="83234.7535">18877 5606,'0'-25,"0"50,0 24,0 1,0 24,0-24,0 49,0-24,0-26,0-24,0 0</inkml:trace>
  <inkml:trace contextRef="#ctx0" brushRef="#br0" timeOffset="84884.0891">19720 5556,'0'-25,"-25"25,25-24,0 73,50-49,-1 50,-24-50,25 0,0 0,-1 0,-49-25,0-49,0 24,0 25,0 50,0 0,0 24,0-24,0 25,0-1,0 1,0 0,0 24,0-49,0 25,0-26,0 26,0-25,-25-25,-24 0,24 0,25-25,-50-49,50 24,-49 0,49 1,0-1,0 25,0-49,0 49,49 25,-24 0,25 0,-1 0,1 0</inkml:trace>
  <inkml:trace contextRef="#ctx0" brushRef="#br0" timeOffset="85212.7886">20241 5730,'0'-25,"0"50,0 24,0-24,0 0,0 25,0-25,0-1,0 1,0 50</inkml:trace>
  <inkml:trace contextRef="#ctx0" brushRef="#br0" timeOffset="85454.1682">20464 5581,'0'-50,"75"50,-51 0,1 0,0 0</inkml:trace>
  <inkml:trace contextRef="#ctx0" brushRef="#br0" timeOffset="85608.3207">20514 5779,'0'-24,"49"24,-24 0</inkml:trace>
  <inkml:trace contextRef="#ctx0" brushRef="#br0" timeOffset="86043.7494">20836 5333,'0'0,"0"-50,50 26,-25 24,24 0,-24 0,0 0,-25 49,0 1,0-1,-50 26,50-26,-24-49,24 50,0 0,0-1</inkml:trace>
  <inkml:trace contextRef="#ctx0" brushRef="#br0" timeOffset="86276.5726">20936 5978,'0'25,"0"24,0-24,-50-25</inkml:trace>
  <inkml:trace contextRef="#ctx0" brushRef="#br0" timeOffset="90793.3931">2109 8905,'-50'0,"50"-25,-25 25,50 0,50 0,49 0,49 0,26 0,24 0,25 0,-50 0,-24 0,-75 0,-49 0,-50-25,-50 25</inkml:trace>
  <inkml:trace contextRef="#ctx0" brushRef="#br0" timeOffset="91371.244">2158 9128,'0'0,"-24"0,-26 0,25 0,124 0,125-25,24-24,24 49,1-100,-74 100,-26 0,-98-24,-50 24,-50 0,-25 0</inkml:trace>
  <inkml:trace contextRef="#ctx0" brushRef="#br0" timeOffset="93487.1224">1439 10616,'0'-74,"-25"74,25-25,0 0,0 1,-49 24,49-50,0 100,0-26,24 26,-24-25,50 24,-25-49,24 50,-24-50,0 0,25 0,-50-25,24-24,-24 24,0 0,0 0,0-24,0 24,0 74,-49-24,49 25,0-1,0 26,0 24,0 50,0-25,0 25,0-50,0-25,0 1,0-26,0-24,0 0,-50 25,1-50,-1 0,0-25,-24-25,24 1,26-1,24-24,-50 24,50 0,0 26,25-26,24 25,1 25,0-50,-1 50,26 0,-1 0,-49 0</inkml:trace>
  <inkml:trace contextRef="#ctx0" brushRef="#br0" timeOffset="93852.7154">1960 11385,'0'-24,"0"48,0 51,0-1,0 25,0-24,0-26,0-24,0 25,0-25,0-1</inkml:trace>
  <inkml:trace contextRef="#ctx0" brushRef="#br0" timeOffset="99118.1906">2630 10790,'0'-25,"-25"25,25-49,49 49,51 0,-1 0,-25 0,-24 0,-25 0,0 0</inkml:trace>
  <inkml:trace contextRef="#ctx0" brushRef="#br0" timeOffset="99305.2078">2729 10939,'25'0,"49"0,25 0,1 0,-26 0,0 0</inkml:trace>
  <inkml:trace contextRef="#ctx0" brushRef="#br0" timeOffset="100191.5314">3597 10542,'0'-25,"0"-24,0-1,0 0,0 75,0 25,0-25,0-1,74 51,-49-75,25 0,-50 25,49-25,-24 0,-25-50,0 0,0 1,0 24,0 99,0-24,0 24,0 1,0 24,50 50,-50 0,0-75,0-24,49 49,-49-25,0-24,0-25,-24-25,-26 0,-24-99,-1-1,26-24,49 50,0 24,0 1,0 24,24-25,1 25,25 25,-1 0,-24 0,0 0</inkml:trace>
  <inkml:trace contextRef="#ctx0" brushRef="#br0" timeOffset="100760.4596">4168 11212,'24'-25,"26"25,-25 0,24 0,-49 50,50-26,-50 26,50 0,-50-1,0-24,0 25,0-26,-25-24,0 0,0 0,0 0,-49 0,74-24,-25 24,25-50,0 0,0 1,25-1,0 50,-25-49,25 49</inkml:trace>
  <inkml:trace contextRef="#ctx0" brushRef="#br0" timeOffset="101525.3218">4986 10889,'75'0,"-1"0,0 0,1 0,-26 0,-24 0,25 0</inkml:trace>
  <inkml:trace contextRef="#ctx0" brushRef="#br0" timeOffset="101786.3515">5185 10666,'0'0,"0"-25,0 75,0 24,0 1,0-1,24 0,-24-24,0 24,25-24</inkml:trace>
  <inkml:trace contextRef="#ctx0" brushRef="#br0" timeOffset="102694.2406">5904 10393,'0'0,"0"-25,0 100,0-1,0 25,0 50,0 25,0-50,0 74,0-74,0-49,0-26,49-49,-49-49,0-50,0 24,25 1,-25 49,50-25,-25 25,24 50,1 75,-50-51,50 26,-50-26,24-24,-24 25,0 24,25-49,-25 24,50-49</inkml:trace>
  <inkml:trace contextRef="#ctx0" brushRef="#br0" timeOffset="103793.4761">7690 10468,'0'0,"-25"0,25-25,-50 0,26 25,24-50,-50 50,0 0,26 0,-1 50,25-25,-50 0,50 49,0-24,0 24,0 0,0 50,25 0,-25 25,74 25,-74-50,75 0,-75-25,0-49,0-1,0-24,-50-25,1 0,-26 0,50-25,-24-49,24 24</inkml:trace>
  <inkml:trace contextRef="#ctx0" brushRef="#br0" timeOffset="103963.6492">7219 11286,'0'-25,"0"50,24-50,26 1,-25 24,24-50,1 50,24 0,1 0,-1 0,1 0</inkml:trace>
  <inkml:trace contextRef="#ctx0" brushRef="#br0" timeOffset="104334.4611">8260 10443,'0'0,"0"-50,0 25,0-24,-24 49,-76 49,75 1,-24 24,49 75,-75 74,75 25,0-24,0-51,25-73,25-1,49-50,0 26,25-26,-49-49</inkml:trace>
  <inkml:trace contextRef="#ctx0" brushRef="#br0" timeOffset="105248.941">8360 10914,'0'-25,"0"0,0 1,24 24,26-50,-25 50,0 0,24 25,-49 24,25-24,-25 25,0-1,0 1,0-25,-25 0,-24 24,-1-49,50-74,0 49,50 0,-26-24,1 24,25 25,-25-50,49-24,-74 49,0 0,0-24,-25 73,25 1,-25 25,25-25,0-1,0 1,0 25,25-25,0-25,49 74,50-74,-74 0</inkml:trace>
  <inkml:trace contextRef="#ctx0" brushRef="#br0" timeOffset="105577.0153">9079 11013,'0'0,"0"-25,25 25,24 0,-24 75,-25-26,0-24,-50-25,26 25,-51-25,26 0,24 0,25-25,-50 0,50-24,0-1,0 25,50 25,-1 0,1 0,0 0,-1 0</inkml:trace>
  <inkml:trace contextRef="#ctx0" brushRef="#br0" timeOffset="105814.3491">9575 10914,'0'-25,"0"50,0 0,-25 24,25 1,-49-25,49 24</inkml:trace>
  <inkml:trace contextRef="#ctx0" brushRef="#br0" timeOffset="106626.2642">9798 10691,'0'0,"0"-25,25 25,-25 25,25-25,-25 49,49-49,-49 50,25-50,0 0,25-50,-50-24,0 49,0 0,0-24,0 74,0 24,0 26,0-1,24 25,-24 50,0-25,50-25,-50 25,0-49,0-26,0 1,-74-75,24-24,0-26,1-24,49 49,0 1,-25-1,25 0,0 1,25 49,0-25,49 25,-24 0,-26 0,1 0</inkml:trace>
  <inkml:trace contextRef="#ctx0" brushRef="#br0" timeOffset="106941.8678">10245 11063,'0'0,"24"-25,1 25,0 0,25 25,-50 24,0 1,0 0,-50-50,-24 0,74-25,-25 0,25 0,0-24,74 49,-24 0,0 0</inkml:trace>
  <inkml:trace contextRef="#ctx0" brushRef="#br0" timeOffset="107225.6914">10493 10468,'0'0,"0"-25,25 25,49 25,25 49,-24 50,-1 25,-24 24,-50-24,49 25,-49-25,0-50,-74 0,-25-24,-50 24,-50 50,-74-149</inkml:trace>
  <inkml:trace contextRef="#ctx0" brushRef="#br0" timeOffset="111086.5486">20762 4415,'0'-74,"49"24,1 50,0-49,-1 49,1-50,-25 50,-25-25,49 25</inkml:trace>
  <inkml:trace contextRef="#ctx0" brushRef="#br0" timeOffset="111347.9547">20811 4614,'25'0,"25"-50,49 25,-49-24,-1-1,1 50,0-50,-26 50,1 0</inkml:trace>
  <inkml:trace contextRef="#ctx0" brushRef="#br0" timeOffset="117452.528">17463 14263,'0'0,"-50"0,50-25,-25-25,25 25,-24 25,98-49,-24 49,-1-25,26 25,-1 0,25 0,-24 0,-1-50,25 50,50 0,-25 0,25-74,25 74,-1-50,1 50,0-49,-26 49,26-50,0 50,-1 0,1-49,-50 49,0-50,-25 50,0 0,-24-25,-1 25,1 0,24-49,-25 49,1 0,24-50,-25 50,1 0,-26-25,-24 25,25 0,-25 0,-1 0,1 0,25 0,-50 50,25 24,-25-49,0 25,0 24,0 0,0 26,0-1,0 0,49 25,-49-25,0 25,50 0,-50-49,0-1,0 1,0-1,0-24,0-1,0 1,-25-1,25 1,-50-25,50 24,-24-49,24 50,0-25,0 0,-50 24,50-24,-25 0,25 25,-25-50,-24 24,24-24,0 0,-24 0,24 0,-25 25,-24-25,-1 0,1 0,-1 0,1 0,0 50,-1-50,1 0,24 49,-24-49,24 25,1-25,-1 50,-24-50,-1 49,26-49,-1 25,0-25,1 50,-1-50,-24 0,-1 25,-24-25,-50 49,50-49,25 50,-1-50,1 0,24 49,1-49,-26 0,50 0,1 0,-26 0,0 0,-49 25,25-25,-1 0,26 50,-1-50,25 0,0 0,-24 0,24 0,0 0,-24 0,24 0,0-25,-25 25,26-25,-1 25,25-49,-50 49,50-25,-49 0,49-25,-25 50,25-49,-50-26,50 51,-49 24,49-75,-25 50,25-49,0 24,-50 1,50-50,-25-26,25 76,-49 24,49-25,0 1,0 24,0 0,0 0,0-24,0 24,0-25,-25-74,25 50,0 0,0-1,0 50,0 1,0-1,-50-25,50 1,0 24,0-25,0 0,-25 50,1-24,24-1,0-25,-50 50</inkml:trace>
  <inkml:trace contextRef="#ctx0" brushRef="#br0" timeOffset="123177.6662">9426 223,'0'50,"0"-1,25 26,-25-26,0 1,0 0,25-50,-25 74,0-49,-50-75,1 26,-1 24,25 0,-25 0,1 0,49 24,-25 26,25 0,0-26,25-24,0 0,24 0,1 0,24 0,-24 0,0 0,-1 0,-24-24,25 24,-50-25,49 25,-49-50,0 1,25 49,-25-50,0 0,0 75,50 50,-50-26,49-49,-49 25,25-25,0 0,49 0,-49-50,-25 1,0 24,0-25,0 75,0 25,0-1,0-24,0 0,-25 25,-24 24,-1-24,-49 24,0-24</inkml:trace>
  <inkml:trace contextRef="#ctx0" brushRef="#br0" timeOffset="123363.7905">9004 1191,'0'0,"25"0,50 0,24 0,50-50,24 50,1-50,-50 50,-50 0,-24 0</inkml:trace>
  <inkml:trace contextRef="#ctx0" brushRef="#br0" timeOffset="124144.1794">9501 1191,'-25'0,"50"0,-50 99,25-50,0 26,0-1,0-49,49 25,-49-26,-24-48,24-1,-50 25,25-50,-49 50,49 0,-25 25,25 25,25-26,-49-24,49 50,25 25,-1-75,1 0,50 0,-50 0,-1 0,1 0,-25-25,75 25,-75-50,24 25,-24-24,25 49,-25-50,50 50,-50-25,49 25,-24 0,0 0,-25 50,0-25,0-1,0 26,0-25,0 0,0-50,0-25,50 25,-26-24,26-1,-50 1,25 49,-25-25,0 50,0 24,0 1,0-25,0 24,49-49,-24 0,50 0,-51 0</inkml:trace>
  <inkml:trace contextRef="#ctx0" brushRef="#br0" timeOffset="124338.3433">10245 1017,'0'0,"0"-50,99 50,-49 0,-26 0</inkml:trace>
  <inkml:trace contextRef="#ctx0" brushRef="#br0" timeOffset="124481.9931">10269 1215,'0'0,"50"-24,0 24,24 0</inkml:trace>
  <inkml:trace contextRef="#ctx0" brushRef="#br0" timeOffset="124992.1343">11510 546,'0'-50,"0"25,0-24,0 24,-25 25,-49 0,49 0,-25 49,50 1,-50 0,50 24,0 1,0-1,0 0,0-24,0 0,25-1,-25 1,0 24,0-49,0 25,0-26,0 26,-25-25,-24 24,24-49</inkml:trace>
  <inkml:trace contextRef="#ctx0" brushRef="#br0" timeOffset="125141.3451">10989 967,'0'-49,"25"-1,-50 149,99-198,1 50,24 49,25-50,-25 50,-24 0,-26 0</inkml:trace>
  <inkml:trace contextRef="#ctx0" brushRef="#br0" timeOffset="125368.8081">11758 521,'0'0,"0"-50,-25 75,-25 25,1 24,24 1,25 49,0-50,0-24,0-1,0-24,50 25,24-50,-24 24</inkml:trace>
  <inkml:trace contextRef="#ctx0" brushRef="#br0" timeOffset="125831.2002">11783 744,'0'0,"0"-25,24 25,26 0,-25 0,0 25,-25 0,0 0,49 24,-49-24,0 0,-25 25,-49-26,24-24,75-24,0-1,25 25,-1-75,-24 51,0 24,-25-50,74 50,-74-50,0 1,-25 49,1 49,24-24,0 0,0 25,0-1,49-24,1-25</inkml:trace>
  <inkml:trace contextRef="#ctx0" brushRef="#br0" timeOffset="125994.2836">12328 868,'-25'50,"50"-100,-50 125,25-1,0-49</inkml:trace>
  <inkml:trace contextRef="#ctx0" brushRef="#br0" timeOffset="126413.5219">12477 670,'0'-25,"0"50,50-50,-50 75,25-26,24 26,26-50,-26 0,-49-25,25 25,-25-49,25-1,-25 25,0 50,0 25,0-1,0 1,0-1,0 26,-25-50,25 24,-74-49</inkml:trace>
  <inkml:trace contextRef="#ctx0" brushRef="#br0" timeOffset="126663.8421">12874 471,'0'0,"25"0,24 0,26 0,-26 75,1-1,0 1,-50 24,0 25,0-25,-25-25,-50 1,1 24,-25-25,24-49</inkml:trace>
  <inkml:trace contextRef="#ctx0" brushRef="#br0" timeOffset="128433.4447">13643 1067,'0'0,"0"-25,0-25,50 50,-50-49,0-1,0 25,0 0,0-24,0 24,0 0,0-24,0 24,-25 0,25-25,-25 26,-25-51,50 50,-24-24,24 24,-50-25,50 25,-75 1,26-51,-26 50,26 25,49-49,-50 49,25 0,25-25,-49 25,24 0,-49-25,24 25,-49 0,49 0,-24 0,-1-49,26 49,-1 0,1 0,-1 0,0 0,25 0,1 0,-26 0,-24 0,-1 0,1 0,-1 0,26 0,-26 0,51 0,-1 0,0 0,-25 0,26 0,-1 0,-50 0,1 49,0-49,24 50,0-50,1 0,-1 25,25-25,-49 49,49-49,-49 0,24 25,25-25,-24 50,-1-50,0 24,26-24,24 50,-25-50,25 50,-50-1,50-24,-49 25,-1-1,50-24,-25 25,25-1,0 26,-49-26,49 1,0 0,0-1,0 1,0-1,0 26,0-26,0-24,0 0,0 25,49-1,-49-24,50 25,-50-26,25-24,-25 50,49-50,-49 50,50-50,-50 49,99 1,-74-50,24 50,-24-50,25 0,-1 0,1 49,0-49,24 0,1 0,-1 0,0 0,1 0,-1 0,50 0,-25 0,25 0,-49 0,-26 0,1 0,0 0,24 0,0 0,1 0,-1-25,1 25,-1 0,1-24,-1 24,0-50,1 50,24-50,-25 50,-24-25,0 25,-1-49,1 49,-25 0,-25-25,49 25,-24 0,-25-25,50 25,-50-25,49 25,-49-49,25 49,0-25,25-25,-50 26,24 24,-24-50,0 25,0-24,0-26,25 75,-25-25,0 1,0-1,50 25,-50-50,0 1,0 24,0 0,-50 25</inkml:trace>
  <inkml:trace contextRef="#ctx0" brushRef="#br0" timeOffset="128873.6601">12105 1538</inkml:trace>
  <inkml:trace contextRef="#ctx0" brushRef="#br0" timeOffset="131279.5473">17934 5060,'-25'0,"50"0,25 0,-1 0,26 0,-26 0,1 0</inkml:trace>
  <inkml:trace contextRef="#ctx0" brushRef="#br0" timeOffset="139872.322">1241 12998,'0'0,"0"-25,-25-25,25 25,-50 25,50-24,0 98,50-49,-50 24,49 26,-24-50,25-25,-25 24,-1-24,26 0,-50-49,25-1,-25-24,0 49,0 0,0-24,0 73,0 26,0 24,0 50,0 1,0 23,25 1,-25-50,0 1,0-26,0 0,0-24,0-25,-75-25,26 49,24-49,-25 0,-24-24,49-1,0-25,25-49,-49-50,49 75,0 24,24 1,26 24,24 25,1 0,-1 0,-24 0,-1 25,-24 24</inkml:trace>
  <inkml:trace contextRef="#ctx0" brushRef="#br0" timeOffset="140247.0655">1737 13891,'0'0,"0"-25,0-25,24 50,1 0,50 0,-75 25,0 0,0 24,0 1,0 0,0 24,-75-49,50 24,-24 1,24-50,50-25,49 25,-49-25,25 25,-25 0,49-49,-49 49</inkml:trace>
  <inkml:trace contextRef="#ctx0" brushRef="#br0" timeOffset="140493.9197">2183 13295,'0'0,"25"-24,25 24,-1 0,1-50,-1 50,1 0,-50 50,0-1</inkml:trace>
  <inkml:trace contextRef="#ctx0" brushRef="#br0" timeOffset="140630.0893">2208 13717,'124'-25,"-248"50,347-124,-148 99,-26 0</inkml:trace>
  <inkml:trace contextRef="#ctx0" brushRef="#br0" timeOffset="146840.963">3151 12948,'0'0,"-25"-50,25 26,0-1,0 74,0 1,0 0,74-1,-49-49,-25 50,50-50,-26 0,26 0,0-25,-50 0,0-24,24 24,-24-50,0 26,0 24,0 0,0 50,0 25,0 24,0 50,0 0,0 25,25 25,-25-1,0-49,0-25,50 1,-50-51,0 1,0-25,-25-25,25 24,-50-24,26 0,-26-49,0-1,26 1,-26-26,50-24,-50-25,50 50,0 24,0 0,50 1,24 49,1-25,-1 25,-24 0</inkml:trace>
  <inkml:trace contextRef="#ctx0" brushRef="#br0" timeOffset="147168.2247">3919 13816,'0'-49,"0"24,0 99,0-24,0 24,0-24,25-25,-25 24,0 1,50-50</inkml:trace>
  <inkml:trace contextRef="#ctx0" brushRef="#br0" timeOffset="147633.079">4316 13320,'-24'0,"48"0,1 0,50 0,24 0,50 0,-50 0,-25 0,-24 0,-25 0,24 0</inkml:trace>
  <inkml:trace contextRef="#ctx0" brushRef="#br0" timeOffset="147932.0184">4614 12973,'0'-50,"-25"50,25 99,25 75,-25-75,50 25,-50-49,0-1,24-24,-24-1</inkml:trace>
  <inkml:trace contextRef="#ctx0" brushRef="#br0" timeOffset="148661.5965">5631 12998,'0'0,"0"-50,0 25,0 0,0 100,0 24,0 75,25 24,-25-24,49-75,-49-25,0-24,25-50,-25 50,0-75,0-25,0 1,0-1,50 0,-1 26,-24 24,25 49,-50 1,25-25,-25 24,49-24,-49 0,0 0,25-25,-25 49</inkml:trace>
  <inkml:trace contextRef="#ctx0" brushRef="#br0" timeOffset="149186.6756">6722 13246,'0'0,"0"-25,0-25,0-24,-24 49,-26 25,0 0,26 50,24-1,0 26,0 24,0 0,0 0,24 25,26 0,-50-49,74-1,-74 1,0-51,25 26,-25-25,-25-25,1 0,-26 0,25 0</inkml:trace>
  <inkml:trace contextRef="#ctx0" brushRef="#br0" timeOffset="149337.2749">6499 13667,'248'-124,"-496"248,571-272,-249 148,-24 0</inkml:trace>
  <inkml:trace contextRef="#ctx0" brushRef="#br0" timeOffset="149622.5637">7442 12973,'0'0,"0"-50,-50 25,25 25,-49 25,0 25,49 74,-25 25,50 0,-50 74,50-74,0-1,0-73,50 24,0-49,49-1,-25-49,1 50</inkml:trace>
  <inkml:trace contextRef="#ctx0" brushRef="#br0" timeOffset="150123.5297">7541 13593,'0'-74,"25"74,-50 74,99-173,-24 99,0 0,-26 0,26 25,-50 24,0 1,0-1,-25 1,-24-25,24-25,25 25,-25-25,50-50,49 0,-24 1,-25 24,24-25,-24 26,0-1,-25-50,-25 125,25-25,-25 0,25 49,0-49,0 24,25 1,0-25,24-25,1 25</inkml:trace>
  <inkml:trace contextRef="#ctx0" brushRef="#br0" timeOffset="150327.9817">8236 13667,'0'-24,"0"48,0 1,0 25,0-1,0 1,0-25,0 24,0-24</inkml:trace>
  <inkml:trace contextRef="#ctx0" brushRef="#br0" timeOffset="150572.3282">8781 13593,'0'0,"25"0,25 25,-50 0,0 49,0-24,-25-26,25 1,-75 25,51-25</inkml:trace>
  <inkml:trace contextRef="#ctx0" brushRef="#br0" timeOffset="151173.5263">9004 13072,'0'0,"0"-25,50 25,0 25,-26 25,-24-26,75 26,-50 0,24-1,-24-49,-25 50,50-50,-25 0,-25-25,0 0,49-24,-49 24,0 0,0-25,0 75,0 50,0 49,0 0,0-25,0 0,0-24,0-1,0-24,0-1,-49-24,24-25,0 0,-25 0,25-50,25 1,-49-1,49-24,0 24,0 1,25 24,24 25,-24 0,25 0,-1 0,1 0,-25 0,0 25,-25-1</inkml:trace>
  <inkml:trace contextRef="#ctx0" brushRef="#br0" timeOffset="151381.982">9674 13717,'0'-25,"0"50,0 0,0 24,0 26,0-26,0 1,0-25,0 24,25-49</inkml:trace>
  <inkml:trace contextRef="#ctx0" brushRef="#br0" timeOffset="151662.448">10021 12551,'0'-25,"50"75,24 24,1 50,-1 25,-24 0,0 25,-50-25,0 24,0-24,-50-25,-25 25,-24 0,-25-25,-74 0,24 25</inkml:trace>
  <inkml:trace contextRef="#ctx0" brushRef="#br0" timeOffset="153065.0408">1166 15056,'0'0,"-25"-49,25 24,0 50,0 49,0-49,50 25,0-50,-50 24,49-24,1 0,-25-24,-25-51,0 26,0-1,0 25,0 100,0 24,0 74,0-48,24 23,-24 26,0-50,50 25,-50-50,0-25,0-24,0 0,0-1,-25-49,0 0,-24 0,24 0,-25 0,1-49,24-26,-25-24,50 0,-49-25,49 49,0 26,25-1,24 1,26-1,24 0,-25 50,1 0,-26 0</inkml:trace>
  <inkml:trace contextRef="#ctx0" brushRef="#br0" timeOffset="153723.8832">1786 16098,'0'0,"0"-25,0 1,0-1,0-25,50 50,-25 0,-25-25,49 25,1 25,-50 25,50-1,-50 1,0 0,0-1,0 1,0-25,0-1,-50-24,25 0,25-49,0 24,25 25,25 0,-26 0,1 50,-25-1,0-24,0 0,0 25,0-1,0 1,-49 24,24-49,-25-25,1 50,24-50,0 0,25-50,0 25,0 0,74 25,-49 0,25 0,-25 0</inkml:trace>
  <inkml:trace contextRef="#ctx0" brushRef="#br0" timeOffset="154291.9041">2208 15528,'50'0,"24"-25,0 25,1-50,-1 50,-24 0</inkml:trace>
  <inkml:trace contextRef="#ctx0" brushRef="#br0" timeOffset="154459.4663">2506 15726,'49'0,"26"0,-199 0,347-49,-99 49,-75-25</inkml:trace>
  <inkml:trace contextRef="#ctx0" brushRef="#br0" timeOffset="217873.0157">3399 15081,'0'-25,"0"-24,0 24,0 75,24-26,-24 26,75-25,-26-25,-24 49,0-49,25 0,-26 0,-24-24,0-51,0 50,0 1,0-1,0-25,0 75,0 25,0 24,0 25,0 25,0 25,25-25,-25 25,0-50,0-24,0-26,0-24,-25-25,1 0,-1 0,-25-25,25-24,-24-51,49-24,-25 75,25 24,0 0,50 25,24 0,0-49,1 49,-1 0</inkml:trace>
  <inkml:trace contextRef="#ctx0" brushRef="#br0" timeOffset="218331.397">4068 15825,'-24'0,"-1"0,25-49,0-1,49 50,-24 0,-25 50,50-25,-50-1,0 26,0 24,-25-24,0 24,25 1,-74-26,123-49,26 0,49-49,-25 49,-25-75</inkml:trace>
  <inkml:trace contextRef="#ctx0" brushRef="#br0" timeOffset="218509.4386">4515 15652,'0'-25,"0"50,49-100,26 75,24-49,0 49,-24 0,-26 0</inkml:trace>
  <inkml:trace contextRef="#ctx0" brushRef="#br0" timeOffset="218734.1312">4713 15404,'0'-75,"0"150,0-100,0 99,0 26,0-1,50 25,-50-50,49-24,-24-50,25 49</inkml:trace>
  <inkml:trace contextRef="#ctx0" brushRef="#br0" timeOffset="219124.1032">5284 14858,'0'0,"0"-50,0 100,0 24,0 26,0 24,25 49,-25-24,0-50,0-24,0-50,49-25,-24-50,-25-24,99-1,-74 26,0 49,24-50,-24 50,25 50,-50-26,49 26,-49 24,25-49,-25 0,50-25</inkml:trace>
  <inkml:trace contextRef="#ctx0" brushRef="#br0" timeOffset="219573.2115">6871 14610,'0'0,"-25"0,-24 0,24 0,-49 0,74 25,0 49,0-24,0 49,0 0,0-24,49 24,-49 0,50 25,-50-49,0-26,0 1,-25-25,-25 24,26-49,-26 0</inkml:trace>
  <inkml:trace contextRef="#ctx0" brushRef="#br0" timeOffset="219715.2125">6499 15156,'422'-149,"-844"298,893-298,-446 149</inkml:trace>
  <inkml:trace contextRef="#ctx0" brushRef="#br0" timeOffset="219946.5176">7293 14684,'-25'-24,"50"48,-75-48,26 24,-26 49,50 50,-75 75,75 24,0-24,0-25,75 0,-25-75,-1 1,26-75,-51 49</inkml:trace>
  <inkml:trace contextRef="#ctx0" brushRef="#br0" timeOffset="220391.8806">7417 15329,'-25'-99,"50"198,-25-248,50 149,-26 0,26 0,-25 0,24 0,-49 25,25 25,-25 24,0-24,0 0,-25-1,-24-24,24 25,-25-26,75-73,25-26,24 1,1-25,-51 49,-24 0,50 1,-50 24,-50 99,50-24,0 0,0-1,0-24,25 25,-25-25,75-25,-75 49</inkml:trace>
  <inkml:trace contextRef="#ctx0" brushRef="#br0" timeOffset="220663.7735">8062 15230,'74'50,"-74"-1,-74-148,148 248,-74-75,0-24,-25 24,1-24,24 0,-50-50,50 49,25-49,0 0,24-49,1 49,0-25</inkml:trace>
  <inkml:trace contextRef="#ctx0" brushRef="#br0" timeOffset="220870.4107">8484 15354,'0'0,"0"25,0 25,0-1,0 1,0-25,0 24</inkml:trace>
  <inkml:trace contextRef="#ctx0" brushRef="#br0" timeOffset="221411.6006">8756 14982,'0'0,"0"-50,50 75,-50 0,25 0,-25 24,49-49,-49 50,50-50,24 0,-49-25,-25 0,0 1,0-26,25 0,-25 26,0-1,0 74,0 26,0 49,0 25,0-50,0 0,0-24,0 24,0-50,-50 1,26-50,-1 0,25-25,-50-24,50-26,0 1,0-1,25 1,0 24,24 1,-24 49,25-25,-25 25</inkml:trace>
  <inkml:trace contextRef="#ctx0" brushRef="#br0" timeOffset="221862.0062">9228 15453,'0'0,"0"-49,0 24,49 25,-24-25,0 25,-25 75,0-51,0 26,0 0,-25 24,0-24,-24-1,-1 26,25-75,25 24,25-48,0 24,0 0,24 0,-49-25,50 25,-25 0,24-25,-24 25</inkml:trace>
  <inkml:trace contextRef="#ctx0" brushRef="#br0" timeOffset="222123.8207">9501 14932,'-25'-49,"50"98,-1-98,1 49,25 74,-50-24,49 49,-49 25,0 25,0-50,-49-24,-1 24,25-50,-49 26,-25-1</inkml:trace>
  <inkml:trace contextRef="#ctx0" brushRef="#br0" timeOffset="225191.1954">16247 8731,'0'-25,"0"1,0 48,0 26,0-25,0 0,0-1,50-24,0 0,-50-24,24 24,-24-75,0 50,0 1,0-26,0 75,0 24,0-24,0 25,0 24,0 1,0-1,25 1,-25-1,0-24,0-1,0-24,0 0,0 24,-25-73,25-1,-49-25,49 1,0-1,0 25,0-24,74 49,1 0,-26 0</inkml:trace>
  <inkml:trace contextRef="#ctx0" brushRef="#br0" timeOffset="225514.3637">16694 9004,'0'-25,"-25"25,25-25,0 50,0 25,0 24,0 1,0-1,0 1</inkml:trace>
  <inkml:trace contextRef="#ctx0" brushRef="#br0" timeOffset="226463.9005">17289 8731,'0'-49,"0"24,0 74,25 1,-25-25,50 49,-1-49,1-25,-25-25,-25-49,0 24,0 1,0 73,49 1,-49 0,0 25,25 24,-25 0,0-24,0 25,0-51,0 51,-74-75,24 0,25 0</inkml:trace>
  <inkml:trace contextRef="#ctx0" brushRef="#br0" timeOffset="227110.4245">17810 9004,'0'0,"0"-25,0 0,0 50,0 0,0-75,0 26,25 24,25 0,-1 0,-24 24,-25 1,0 25,0 24,0-24,0 0,0-1,-74 1,49-50,25 49,25-73,24 24,26-25,-26 25,-24 0,0 0</inkml:trace>
  <inkml:trace contextRef="#ctx0" brushRef="#br0" timeOffset="228512.4835">18281 9996,'0'0</inkml:trace>
  <inkml:trace contextRef="#ctx0" brushRef="#br0" timeOffset="228735.9341">18629 9922</inkml:trace>
  <inkml:trace contextRef="#ctx0" brushRef="#br0" timeOffset="228945.1869">18926 9847</inkml:trace>
  <inkml:trace contextRef="#ctx0" brushRef="#br0" timeOffset="229166.1228">19447 9798,'25'0,"25"0,-26 0</inkml:trace>
  <inkml:trace contextRef="#ctx0" brushRef="#br0" timeOffset="229345.1607">19844 9823,'25'0,"-50"0,75 0</inkml:trace>
  <inkml:trace contextRef="#ctx0" brushRef="#br0" timeOffset="229512.7283">20167 9823,'0'0,"74"0</inkml:trace>
  <inkml:trace contextRef="#ctx0" brushRef="#br0" timeOffset="229683.3401">20563 9798,'0'0,"25"-25,50 25</inkml:trace>
  <inkml:trace contextRef="#ctx0" brushRef="#br0" timeOffset="229853.3502">20787 9798,'0'0,"24"0</inkml:trace>
  <inkml:trace contextRef="#ctx0" brushRef="#br0" timeOffset="230034.9809">20911 9823</inkml:trace>
  <inkml:trace contextRef="#ctx0" brushRef="#br0" timeOffset="230535.5283">20663 9872,'0'0</inkml:trace>
  <inkml:trace contextRef="#ctx0" brushRef="#br0" timeOffset="230702.0809">20638 10021,'-50'0</inkml:trace>
  <inkml:trace contextRef="#ctx0" brushRef="#br0" timeOffset="231624.1213">20439 12080,'0'25,"50"-25,24 0,150-25,-1 25,-25-50,1 50,-50 0,-75-49,-49 49</inkml:trace>
  <inkml:trace contextRef="#ctx0" brushRef="#br0" timeOffset="231828.7061">20687 12700,'472'-149,"-944"298,1043-347,-497 198</inkml:trace>
  <inkml:trace contextRef="#ctx0" brushRef="#br0" timeOffset="232983.4677">20712 8434,'0'-50,"0"25,0-24,0 24,0 50,0-1,0 1,25 25,25-25,-1-25,-24 0,-25-25,25-25,-25 25,0 1,0-26,0 25,0 50,0 25,0-1,0 1,0 24,0 25,0 1,0-26,0 0,-50-24,50 24,-25-49,25 0,-24-25,-26 0,25 0,0 0,25-25,-74-24,74-1,0 0,0 1,50-26,-26 51,26 24,24-50,1 50,-25 0,-1 0</inkml:trace>
  <inkml:trace contextRef="#ctx0" brushRef="#br0" timeOffset="233402.1234">21084 8731,'0'0,"0"50,50-25,-50-1,0 26,0-25,0 0,0-75,0 0,50-24,-1 24,-24 26,0 24,-25-50,74 50,-24 0,-50 25,0 0,0 24,0 1,0-1,0 1,0-25,0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4:41:47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4440 11286,'0'0,"0"-49,0 24,0 0,0-25,-24 75,-26 25,50 24,0 1,0-51,0 26,0 24,0-24,0 0,0-1,0 1,0-25,0 24,0-24,0 0,0 24,0-24,-25-25,-24 0,24 0,25-49</inkml:trace>
  <inkml:trace contextRef="#ctx0" brushRef="#br0" timeOffset="219.7849">4168 11609,'0'0,"-50"0,100-50,-1 50,1 0,-1 0,1 0,0 0,-1 0,1 0</inkml:trace>
  <inkml:trace contextRef="#ctx0" brushRef="#br0" timeOffset="577.971">4912 11088,'0'-25,"-50"25,0 25,50 24,-49 51,49-1,0 25,0 25,0-50,0-25,0-24,74-1,-49 26,25-50,24-25,-24 49,-1-49,1 0</inkml:trace>
  <inkml:trace contextRef="#ctx0" brushRef="#br0" timeOffset="1190.9416">4961 11584,'0'0,"0"-25,0-25,0 26,25 24,25 0,-1 0,-24 0,0 0,-25 49,0-24,0 25,0-1,-25-24,25-50,0 0,25-24,0 49,-25-75,49 75,-49-49,25 49,-25-25,0-25,0 100,0 0,0-26,0 51,75-75,-51 25</inkml:trace>
  <inkml:trace contextRef="#ctx0" brushRef="#br0" timeOffset="1378.8403">5482 11584,'0'-50,"0"100,0-25,0 24,0 1,0-25</inkml:trace>
  <inkml:trace contextRef="#ctx0" brushRef="#br0" timeOffset="2030.9257">5681 11435,'0'0,"0"-25,0 0,24 25,-24 25,50 25,-25-50,-25 25,49-25,1 0,-50-50,0 0,0 26,0 73,0-24,0 25,0-1,0 1,0 24,0-49,25 0,-25 24,0 1,0-25,-50-25,1 0,49-50,0 25,0 1,0-26,74 25,-49 25</inkml:trace>
  <inkml:trace contextRef="#ctx0" brushRef="#br0" timeOffset="2340.9482">6028 11137,'0'0,"0"-25,25 25,24 25,-24 25,-25 0,75 24,-75 25,49 50,-49 0,0-50,0 0,-25-24,25-1,-49-24,-1 24,25-49,-24-25</inkml:trace>
  <inkml:trace contextRef="#ctx0" brushRef="#br0" timeOffset="3148.9541">6698 11584,'0'0,"0"-25,-25 25,0 0,0 0,-24 0,73 0,26 0,0 0,24 0,-24 0,-1-50,1 50,-1 0,-24 0</inkml:trace>
  <inkml:trace contextRef="#ctx0" brushRef="#br0" timeOffset="3352.9735">6673 11757,'25'0,"-1"0,1 0,0 0,25 0,-1 0,-24 0</inkml:trace>
  <inkml:trace contextRef="#ctx0" brushRef="#br0" timeOffset="4589.5431">7665 11559,'0'-50,"0"26,50-1,-1 25,1 0,-1 0,-49 25,25 24,-25-24,0 0,0 24,-25-24,-24 50,-1-75,50-25,50 0,-25-25,-1 26,26 24,-25-50,0 50,24-74,-24 74,-25-25,50 25,-50-25,-50 25,50 25,-25 0,25 49,0-49,0 0,0-1,0 26,50-50,-25 50,-1-50,26 0</inkml:trace>
  <inkml:trace contextRef="#ctx0" brushRef="#br0" timeOffset="5317.765">8484 11361,'0'0,"0"24,0 1,0 0,0 25,24-50,-24 24,75-24,-26 0,-24 0,0 0,-25-49,50-50,-50 49,0 75,0 49,0-24,0 24,0 25,0 1,0-1,0-25,0-24,0-1,-25 1,25-25,0 0,-25-25,0 0,-24-50,49 0,-50 1,50-1,0 1,0-1,0 0,25 26,0 24,-1-50,26 50,-25 0</inkml:trace>
  <inkml:trace contextRef="#ctx0" brushRef="#br0" timeOffset="5556.2719">9004 11633,'25'0,"50"-49,-26 49,1 0,-1 0,-24 0</inkml:trace>
  <inkml:trace contextRef="#ctx0" brushRef="#br0" timeOffset="5828.8563">9178 11460,'0'0,"0"49,0 1,0 0,0-1,0 26,0-26,0 1,0-25,0-1,50 51</inkml:trace>
  <inkml:trace contextRef="#ctx0" brushRef="#br0" timeOffset="6569.8669">9625 11385,'0'0,"49"-24,-24 24,25 0,-26 49,-24 1,50-50,-50 74,50-74,-50 25,24-25,1 0,0 0,25-74,-50 49,0-25,0 25,0 50,0 25,0 24,0-24,0-1,0 26,0-1,0 1,0-26,0 1,0-25,0 24,0-24,-75-25,26-25,49 0,-50-24,50-1,0 1,0 24,0 0,0 0,50-24,-26 49,26-25,-25 25,24 0,-24 0,0-50</inkml:trace>
  <inkml:trace contextRef="#ctx0" brushRef="#br0" timeOffset="7054.9501">10170 11212,'0'-50,"0"0,0 26,50 24,-25 0,-1 0,1 0,-25 24,0 26,50-25,-50 0,0 24,0-24,-25 0,25 25,-25-26,25 1,-49-25,49 50,74-50,25 0,25 0,-49-75,-26 75,1 0,0-24</inkml:trace>
  <inkml:trace contextRef="#ctx0" brushRef="#br0" timeOffset="13398.5864">11733 11931,'0'-25,"25"50,-25 25,0-1,0-24,-25 0,0 24,-24-49,49 25,-25-25</inkml:trace>
  <inkml:trace contextRef="#ctx0" brushRef="#br0" timeOffset="13793.5585">11659 11559,'0'-25,"24"25,-24 25</inkml:trace>
  <inkml:trace contextRef="#ctx0" brushRef="#br0" timeOffset="17140.5781">13320 11534</inkml:trace>
  <inkml:trace contextRef="#ctx0" brushRef="#br0" timeOffset="18790.1639">13320 11534,'25'0,"0"0,0 0,24 0,1 0,-25 0,0 0,0 0,49 0,-24-49,-1 49,1 0,-1 0,1 0,0 0,-26 0,26 0,24 0,-24-25,0 25,24 0,-24 0,-1-50,1 50,-1 0,1 0,0 0,-1 0,1 0,0 0,-1-25,26 25,-1 0,0 0,1-49,-1 49,-24 0,-1 0,1 0,24 0,1-50,-1 50,25 0,-24 0,24-25,-24 25,-1 0,25-49,-24 49,24 0,0-50,0 50,0 0,-24 0,24-25,-24 25,24 0,-25 0,1 0,24-49,-25 49,1 0,-1 0,0 0,1-50,-1 50,1 0,-26 0,26 0,-1-25,1 25,-1 0,0 0,26 0,-1 0,-25 0,-24-49,24 49,-49 0,0 0,0 0,24 0,1 0,-50-25,49 25,-24 0</inkml:trace>
  <inkml:trace contextRef="#ctx0" brushRef="#br0" timeOffset="20180.4453">15627 10567,'0'-25,"0"0,0-24,0 73,25 1,-25 25,0 24,0 25,0 25,0 25,50 25,-50 24,0-24,0-50,0 25,0 0,0-1,49 26,-49-25,0 49,0 1,0 24,0 0,0-24,0-1,50 1,-50-26,0-49,0 25,0-25,0 25,0-25,0 0,0 25,0-25,0-25,0-25,0 1,0-50,0 0,0-1,0 26,0-75</inkml:trace>
  <inkml:trace contextRef="#ctx0" brushRef="#br0" timeOffset="21644.5298">14139 10765,'0'-25,"0"-24,0 24,50 0,-1 25,-24 0,0 0,49 0,-74 25,0 0,25 24,-25-24,0 0,-25 25,25-1,-49-49,49 25,0-50,0-24,74-26,-49 50,49-74,-49 50,-25 24,0 0,0-25,0 1,0 74,0-1,0 26,-50 0,50-1,0 1,25-25,25-25,74 49,0-49,50 0</inkml:trace>
  <inkml:trace contextRef="#ctx0" brushRef="#br0" timeOffset="22550.1048">16347 10220,'24'0,"26"49,-25-49,0 75,24-75,-24 24,25-24,-1 0,1-49,-50-26,0 51,0 73,0-24,0 25,0 24,25-24,-25 24,0 0,0-24,0 0,0-26,0 1,0 25,-50-50,0-25,50 0,-74-24,74-26,0 26,0 24,0 0,50 25,-26-74,26 74,0-25,24 25,-24 0,-25 0</inkml:trace>
  <inkml:trace contextRef="#ctx0" brushRef="#br0" timeOffset="24835.9895">13345 12080,'0'0,"0"-25,-25 25,25-25,0-24,0 24,50 25,0 0,-26 0,26 74,-50-49,0 0,0 0,-25 24,25-24,-49-25,49 25,-25-25,25-25,0 0,0 0,49-24,1-1,-25 1,25-26,-50 50,24 25,-24-24,0 73,-49-24,49 0,0 24,0-24,25 0,49 49,-49-74,24 25</inkml:trace>
  <inkml:trace contextRef="#ctx0" brushRef="#br0" timeOffset="25198.0221">13817 12154,'24'0,"1"0,-25 50,0 24,0-49,-49 0,-1-25,0-25,50-24,0-1,50 25,0 25,-1 0</inkml:trace>
  <inkml:trace contextRef="#ctx0" brushRef="#br0" timeOffset="25585.9825">14139 11981,'50'0,"-1"-50,1 50,-25 0,24-25,-24 25,25 0</inkml:trace>
  <inkml:trace contextRef="#ctx0" brushRef="#br0" timeOffset="25776.4753">14288 12030,'0'0,"25"0,24 0,-24 0,0 0,0 0,24 0</inkml:trace>
  <inkml:trace contextRef="#ctx0" brushRef="#br0" timeOffset="26967.2905">15082 11584,'0'-25,"-25"25,0 0,0 0,0 0,-24 0,24 0,0 0,25 50,-49-50,49 24,0 26,0 0,-25-50,25 49,0 1,0-1,0-24,49-25,-49 25,50-25,-50 50,25-50,0 0,24 0,-24 0,0 0,0 0,-25-25,49 25,-49-25,50 0,-50-24,0 24,0 0,0 0,0-24,0 24,0 0,0-25,0 26,-50 24,25 0,1 0,-1 0</inkml:trace>
  <inkml:trace contextRef="#ctx0" brushRef="#br0" timeOffset="28116.243">16347 11559,'-50'0,"50"-50,0 75,25-25,-25 25,25-25,-1 25,51-25,-50 0,-1 0,-24-25,0 0,0-24,0 73,0 26,0 0,0-1,50 1,-50-1,0 26,0-50,0-1,0 1,0 25,-25-50,-24 0,-1 0,50-25,-25 0,25 0,0-24,0 24,0 0,0-24,25 49,25-50,-1 50,1 0,-1 0,-24 0,0 25</inkml:trace>
  <inkml:trace contextRef="#ctx0" brushRef="#br0" timeOffset="28481.2377">16843 11807,'0'0,"25"0,24 0,1 0,-50 25,0 0,0-1,-25-24,0 50,0-50,1 0,-51 0,75-25,0 0,0-24,25 49,-25-25,50 25,24 0,-49 0</inkml:trace>
  <inkml:trace contextRef="#ctx0" brushRef="#br0" timeOffset="28715.6441">17190 11633,'0'0,"25"0,24 0,1 0,0 0</inkml:trace>
  <inkml:trace contextRef="#ctx0" brushRef="#br0" timeOffset="28888.149">17264 11782,'25'0,"0"0,0 0,24 0,-24 0</inkml:trace>
  <inkml:trace contextRef="#ctx0" brushRef="#br0" timeOffset="29308.0259">17686 11485,'0'74,"0"0,0 1,0-1,0-24,0-1,0-24,0 25,25-50</inkml:trace>
  <inkml:trace contextRef="#ctx0" brushRef="#br0" timeOffset="32570.3273">13618 13047,'-49'0,"49"-25,0 1,0-26,24 0,1 50,0 0,25 0,-26 0,1 0,-25 75,0-50,0-1,0 1,0 25,-25-25,25-1,-49-24,49 75,-25-75,25-50,50 1,-50 24,49 25,-49-50,50 50,-50-49,25 49,-25-50,0 25,24 25,-24-25,0 50,0 25,0-1,0 1,50 0,-25-50,0 24,24-24</inkml:trace>
  <inkml:trace contextRef="#ctx0" brushRef="#br0" timeOffset="33017.7289">14089 13072,'0'-25,"0"0,0 50,0 25,25-1,-25 1,0 0,0-25,50-1,-50 26,25-50</inkml:trace>
  <inkml:trace contextRef="#ctx0" brushRef="#br0" timeOffset="33596.996">14486 12849,'-25'0,"25"-25,50 25,0-50,-25 50,24-24,1 24,-25 0</inkml:trace>
  <inkml:trace contextRef="#ctx0" brushRef="#br0" timeOffset="33829.3744">14536 13022,'0'0,"74"0,-49 0,0 0,25-49,-26 49,26-25,-25 25</inkml:trace>
  <inkml:trace contextRef="#ctx0" brushRef="#br0" timeOffset="35628.1269">4465 12601,'0'0,"0"-25,0 75,0 24,0 0,0 1,0-1,0-24,0-1,0 1,0-25,0 0,0-1</inkml:trace>
  <inkml:trace contextRef="#ctx0" brushRef="#br0" timeOffset="36057.8768">4465 13047,'0'-25,"50"1,-25-26,-1 50,26 0,-25 0,-25 25,25-25,-25 49,49 26,-49-26,0 1,25-50,-25 25,25-25,74-25,-74 25,0-50,24 50</inkml:trace>
  <inkml:trace contextRef="#ctx0" brushRef="#br0" timeOffset="36438.7146">5185 12923,'24'0,"26"0,-25-25,0 25,24 0,-24 0,25 0</inkml:trace>
  <inkml:trace contextRef="#ctx0" brushRef="#br0" timeOffset="36611.8715">5284 13022,'25'0,"-1"0,26 0,0 0,-26 0,26 0</inkml:trace>
  <inkml:trace contextRef="#ctx0" brushRef="#br0" timeOffset="37437.013">6028 12700,'-25'0,"-25"0,26 0,-1 0,25 50,-50-50,50 49,0 26,0-1,25-24,0-26,24-24,-49 50,25-50,0 0,25 0,-50-25,49 25,-49-25,25 25,-25-24,0-26,0 25,0 0,0 1,-50 24,50-50,-24 50,-1 0,-25 0,25 0</inkml:trace>
  <inkml:trace contextRef="#ctx0" brushRef="#br0" timeOffset="38088.0018">5978 12774,'0'-49,"25"49,0 25,24 24,-49-24,0 25,0-26</inkml:trace>
  <inkml:trace contextRef="#ctx0" brushRef="#br0" timeOffset="38756.3115">6425 12824,'25'0,"-25"50,-25-50,-25 0,50-25,25 25,-25-25,25 25,0 0,-25 50,-25-50,-25 0,50-25,0 0,25 25,0 0</inkml:trace>
  <inkml:trace contextRef="#ctx0" brushRef="#br0" timeOffset="39213.9798">6648 12626,'0'-25,"50"50,-50-1,0 26,0 24,0 1,24-1,-24-24,0-1,0 1,0-25,50-25</inkml:trace>
  <inkml:trace contextRef="#ctx0" brushRef="#br0" timeOffset="43822.8417">15082 12675,'0'-25,"-25"25,0 25,25 25,0 24,0-24,0-25,0-1,50 26,-26-50,1 0,-25-25,25 25,-25-25,0 1,0-1,0-25,0 25,0-24,0 24,-25 25,25-50,-25 50,25-24,-49 24,24 0</inkml:trace>
  <inkml:trace contextRef="#ctx0" brushRef="#br0" timeOffset="44452.4784">15354 12700,'-24'0,"24"25</inkml:trace>
  <inkml:trace contextRef="#ctx0" brushRef="#br0" timeOffset="44970.9127">15503 12601,'0'49,"0"1,0 24,0 1,0-1,0 1,0-26,50-24,-50 0,0 24,0-73</inkml:trace>
  <inkml:trace contextRef="#ctx0" brushRef="#br0" timeOffset="45732.816">15354 12750,'0'-25,"-49"74,49-24,0 0,-25-25</inkml:trace>
  <inkml:trace contextRef="#ctx0" brushRef="#br0" timeOffset="47300.8906">16396 12650,'0'-49,"0"24,0 0,25 25,-25 25,25-25,24 50,1-50,-25 0,24 0,-49-50,0 25,0 0,0-24,0 74,0-1,0 51,0 24,0 0,0-24,0-1,25 0,-25 1,0-26,0 1,0-25,0 0,-49-25,49-25,-50 0,50-25,-25-24,25 24,0 26,0-1,0-25,25 1,25 49,-26-25,1 25,25 0</inkml:trace>
  <inkml:trace contextRef="#ctx0" brushRef="#br0" timeOffset="47519.8892">16917 12849,'0'-50,"0"100,0 24,50 1,-50-1,0 0,0-24,25 0,-25-25</inkml:trace>
  <inkml:trace contextRef="#ctx0" brushRef="#br0" timeOffset="49282.077">13717 14461,'0'-25,"0"1,0-1,0 0,0-25,25 50,-25-49,25 49,25 0,-26 0,26 0,-50 24,0 26,0 0,-25-25,25-50,0-25,50 50,-50-50,25 50,-25-49,0-1,24 50,-24-25,0 50,-24 25,24-25,0-1,0 1,24-25,-24 75,50-75,-25 0,24 25</inkml:trace>
  <inkml:trace contextRef="#ctx0" brushRef="#br0" timeOffset="49673.1452">14189 14412,'0'-25,"24"25,26 0,-25 0,-25 25,0-1,0 1,0 25,0-25,0 24,0-24,0 25,-50-26,50 1,25-25,25-25,-26 25,1-74,25 74,-25-25</inkml:trace>
  <inkml:trace contextRef="#ctx0" brushRef="#br0" timeOffset="49926.9209">14511 14238,'0'-25,"25"25,-25-50,50 50</inkml:trace>
  <inkml:trace contextRef="#ctx0" brushRef="#br0" timeOffset="50068.8903">14561 14287,'49'0,"-24"0</inkml:trace>
  <inkml:trace contextRef="#ctx0" brushRef="#br0" timeOffset="50699.4675">14958 14064,'-25'0,"0"0,-25 0,50 50,-24-1,24-24,0 25,0-1,49-49,-49 25,25-25,0 0,24-25,-24 1,-25-1,25 25,-25-50,0 25,0 1,0-26,0 0,-25 50,25-24,-49 24,24 0,0 0</inkml:trace>
  <inkml:trace contextRef="#ctx0" brushRef="#br0" timeOffset="51014.1527">15156 14089,'50'0,"-26"0</inkml:trace>
  <inkml:trace contextRef="#ctx0" brushRef="#br0" timeOffset="51561.8874">15404 13965,'0'0,"50"0,-75 0,0 0,25-25,0 0,25 25,24 0,-49 25,0 0,0 49,0-24,0 0,0-1,0 1,0-25,0 24,-24-49,24 25,24-25,26 0,-25 0,24-50,-24 50,0-24,25 24,-25 0</inkml:trace>
  <inkml:trace contextRef="#ctx0" brushRef="#br0" timeOffset="52633.813">16471 13915,'0'-24,"24"24,1 0,-25 24,50-24,-25 0,24 0,1 0,-50-24,0-26,0 25,25 75,-25-1,0 26,0 24,49 0,-49-24,0-26,0 1,0-25,0 24,0-24,-24-25,-26-49,50-1,-25-25,25 1,0 24,0 26,0-26,75 0,-26 50,1 0,-25 0,-1 0</inkml:trace>
  <inkml:trace contextRef="#ctx0" brushRef="#br0" timeOffset="53017.8638">17016 14213,'25'0,"25"-50,-25 50,24 0,-24 100,-25-76,0 1,0 25,0-25,0 0,-25-25,25 49,25-49,0 0,0 0,49-49,-24 49,-1-75</inkml:trace>
  <inkml:trace contextRef="#ctx0" brushRef="#br0" timeOffset="53316.8837">17636 13940,'0'-25,"25"25,25-49,-25 49,0 0,24 0</inkml:trace>
  <inkml:trace contextRef="#ctx0" brushRef="#br0" timeOffset="53481.8843">17711 14064,'50'0,"-26"0,1 0,25 0,-25-49,-1 49</inkml:trace>
  <inkml:trace contextRef="#ctx0" brushRef="#br0" timeOffset="54096.9168">17388 12799,'0'-25,"75"25,-50-24,-1 24,26 0</inkml:trace>
  <inkml:trace contextRef="#ctx0" brushRef="#br0" timeOffset="54253.7776">17488 12898,'49'0,"-24"0,0 0,24 0,-24 0</inkml:trace>
  <inkml:trace contextRef="#ctx0" brushRef="#br0" timeOffset="55798.8804">13891 15478,'-25'0,"25"-49,0 24,50-25,-1 50,1 0,-25 25,-25 0,0 49,0-49,0 25,0-26,-25-24,25 25,-25-25,25-25,75 1,-26-26,-24 25,-25-24,50 24,-50 0,49 25,-49-50,0 1,-25 49,25 24,0 26,-24-50,24 50,0-25,0 24,74-49,-49 50,0-50,24 0</inkml:trace>
  <inkml:trace contextRef="#ctx0" brushRef="#br0" timeOffset="56254.762">14412 15528,'0'-25,"49"0,1 25,-25 0,-25 50,0-1,0-24,0 25,-75-1,51-49,73 0,-24 0,0 0,-25 50,0-25,0 24,0 1,-25-50,25 25,-50-25,26 0</inkml:trace>
  <inkml:trace contextRef="#ctx0" brushRef="#br0" timeOffset="56540.9038">14635 15404,'0'-50,"50"50,-25-25,-1 25,26 0</inkml:trace>
  <inkml:trace contextRef="#ctx0" brushRef="#br0" timeOffset="56684.348">14734 15478,'25'-25,"0"25,25 0,-26-24</inkml:trace>
  <inkml:trace contextRef="#ctx0" brushRef="#br0" timeOffset="57170.6917">15106 15131,'-49'25,"49"24,0-24,0 0,0 0,0 24,25 1,-1-25,1-25,25 0,-25 0,-25-25,0-50,0 51,0-26,0 0,0 26,-50 24,25 0</inkml:trace>
  <inkml:trace contextRef="#ctx0" brushRef="#br0" timeOffset="57364.8816">15305 15180,'25'0</inkml:trace>
  <inkml:trace contextRef="#ctx0" brushRef="#br0" timeOffset="57874.8777">15454 15032,'0'0,"49"0,-24-50,0 50,-25 50,49-1,-49-24,0 0,-24 24,-1-24,50-25,24 75,-49-26,0-24,0 0,0 25,0-1,-49-49,24 25,0-25,-25 0</inkml:trace>
  <inkml:trace contextRef="#ctx0" brushRef="#br0" timeOffset="58894.9052">16793 15156,'-25'0,"1"0,24-25,0 0,-50 25,50-25,25 25,0 0,-25 25,24-25,-24 50,50-50,-25 0,0 0,-25-25,0-25,0 25,49 1,-49-26,0 0,0 100,25-25,-25 49,0 25,50 1,-50 24,0-25,0 0,49-24,-49-26,0 1,0-25,-25-25,1-25,24-25,-50 1,50-1,0 0,0 1,0-1,0 25,0-24,50 49,-26-25,1 25,25-50,-1 50,-24 0</inkml:trace>
  <inkml:trace contextRef="#ctx0" brushRef="#br0" timeOffset="59532.7908">17562 15429,'-50'0,"26"0,-26 0,50 24,-50-24,1 50,49-75,25-24,-25 24,24 0,-24-25,25 25,-25 1,50-26,-50 25,25-24,-25 73,0 1,0 25,0-1,0 1,0 0,0-25,0-1,49-24,-49 50,0-75</inkml:trace>
  <inkml:trace contextRef="#ctx0" brushRef="#br0" timeOffset="60344.5827">17463 15503,'-50'0,"50"25,-25-25,25-50,0 1,25 49,-25-75,75 50,-51-24,26-1,0 50,-50 25,0 24,0 1,0 0,0-1,0-24,-50 25,25-1,0-49,75 0,0 0,-1 0,1 0,-50 25,0 0,0 0,0 0,0 24,0-24,-50 25,1-50,-1 0,25 0,25-25,0-50,25 75,0 0,49 0,-49 0,0 0,25 0</inkml:trace>
  <inkml:trace contextRef="#ctx0" brushRef="#br0" timeOffset="60771.7486">17934 15056,'0'0,"0"-24,25 24,25 0,-26-25,1 25,25 0</inkml:trace>
  <inkml:trace contextRef="#ctx0" brushRef="#br0" timeOffset="60944.8637">17959 15205,'50'-25,"-26"25,26-49,0 49,-26 0,-24-25,25 25</inkml:trace>
  <inkml:trace contextRef="#ctx0" brushRef="#br0" timeOffset="62263.1625">15875 15453,'0'-24,"0"-26,-49 50,49 50,25 24,-25 0,49 50,-49-24,25 24,-25 24,0 26,50 0,-50 24,0-74,0 25,0-75,0-24,49 0,-49-1,0-24,25-25</inkml:trace>
  <inkml:trace contextRef="#ctx0" brushRef="#br0" timeOffset="63306.9675">14040 16818,'0'-25,"0"-25,0 1,49 24,1 25,0 0,-26 0,-24 25,0 24,50 1,-50-1,0-24,0 0,-25 25,0-50,25-25,0-25,0 25,25-24,-25 24,50 0,-50-24,74 49,-74-50,25 50,-25-50,-25 50,-24 25,49 25,0-25,0-1,24 26,1-25,0-25,25 49,-26-49,26 50</inkml:trace>
  <inkml:trace contextRef="#ctx0" brushRef="#br0" timeOffset="63844.8715">14660 16892,'0'25,"-25"-25,-24 49,-1-49,50-24,25-51,24 26,26-26,-50 26,-25 24,24 25,-24 25,0-1,0 26,0 24,50-24,-50 0,0-26,0 26,25-50,-25 50,25-50</inkml:trace>
  <inkml:trace contextRef="#ctx0" brushRef="#br0" timeOffset="64070.6849">14958 16669,'0'-50,"24"50,1 0,25 0,-50-25,25 25</inkml:trace>
  <inkml:trace contextRef="#ctx0" brushRef="#br0" timeOffset="64221.7507">15032 16793,'-25'0,"50"0,25-25,-26 25,-24-50</inkml:trace>
  <inkml:trace contextRef="#ctx0" brushRef="#br0" timeOffset="64738.7824">15354 16470,'-49'0,"24"0,25 75,0-50,0 24,0-24,0 0,0 24,50 1,-26-50,1 0,-25-50,0 26,0-26,0 25,0-24,-25 49</inkml:trace>
  <inkml:trace contextRef="#ctx0" brushRef="#br0" timeOffset="65039.5584">15454 16594,'24'0,"26"0</inkml:trace>
  <inkml:trace contextRef="#ctx0" brushRef="#br0" timeOffset="65610.8861">15652 16371,'0'25,"0"0,0 0,0-1,0 26,0-25,0 24,0-24,50-25,-1 0,1 0,-25 0,-25-49,0-1,0 0,0 75,0 25,0-1,0 1,0 0,25 24,-25-49,0 24,0-24</inkml:trace>
  <inkml:trace contextRef="#ctx0" brushRef="#br0" timeOffset="66502.1763">16669 16297,'0'0,"0"49,50-24,-50 0,49-25,-49 50,50-50,0 0,-1 0,-24 0,-25-25,0-25,0 25,0 0,0 1,0-26,0 25,0 75,0-1,0 26,0-1,0 26,0-26,50 0,-50-24,0 0,0-1,0 1,0-25,-50-25,-24-50,74 25,-50-24,50 24,-25-25,25 25,0-24,0 24,0-25,50 50,-25-49,24 49,-24 0,0 0,24 0,-24 0,0 0</inkml:trace>
  <inkml:trace contextRef="#ctx0" brushRef="#br0" timeOffset="67092.4787">17388 16818,'-49'0,"24"0,-25 0,1 0,49 24,0-48,49-26,-49 25,50 0,-50-24,25 49,-25-50,0 25,0 50,0 0,0 49,0-24,0 24,0 1,49-1,-49-24,0-1,25-24</inkml:trace>
  <inkml:trace contextRef="#ctx0" brushRef="#br0" timeOffset="67362.5358">17636 16545,'0'-50,"75"25,-1 25,-49 0,0-24,25 24,-1 0</inkml:trace>
  <inkml:trace contextRef="#ctx0" brushRef="#br0" timeOffset="67529.6556">17785 16619,'0'0,"25"0,0 0,25 0,-26 0,1-49,25 49,-50-25</inkml:trace>
  <inkml:trace contextRef="#ctx0" brushRef="#br0" timeOffset="70922.5534">1117 14015,'0'0,"0"-25,0 0,0 50,0 24,49-49,-49 25,75-25,-51 0,1 0,25-49,-50 24,0 0,0-25,0 1,0 24,0 50,0 49,0 1,0-1,0 25,0-24,49 24,-49 0,0-24,50-26,-50 26,0-26,0 1,0-25,-25 24,0-49,-24 0,-26 0,26-25,24-24,25-1,-74-24,74 24,0 1,0 24,0-25,24 25,1 25,25-49,-1 49,-24 0,25-50,-25 50,24 0</inkml:trace>
  <inkml:trace contextRef="#ctx0" brushRef="#br0" timeOffset="71478.6577">1563 14635,'0'0,"25"0,-25 25,25 24,-25 1,0-1,0 1,0-25,0 24,0-73,0-26,0 0,49 1,-49 24,50-49,-25 74,-25-50,49 50,-49 25,0 0,0-1,0 1,0 25,25-25,-25-1,0 26,25-50,-25 25</inkml:trace>
  <inkml:trace contextRef="#ctx0" brushRef="#br0" timeOffset="71710.8716">2010 14808,'24'-24,"1"24,0 0,25 0,-26-50,1 50,25 0</inkml:trace>
  <inkml:trace contextRef="#ctx0" brushRef="#br0" timeOffset="71980.5794">2109 14635,'0'0,"0"25,0 24,25 26,-25-26,0-24,0 0,24 24,-24 1,50-50</inkml:trace>
  <inkml:trace contextRef="#ctx0" brushRef="#br0" timeOffset="72251.1137">2456 14560,'0'0,"0"75,0-1,50 1,-50-26,0-24,0 0,24 24</inkml:trace>
  <inkml:trace contextRef="#ctx0" brushRef="#br0" timeOffset="72890.1327">2977 14387,'0'0,"25"-25,0 25,24 0,1-50,-1 50,-24 0,25 0</inkml:trace>
  <inkml:trace contextRef="#ctx0" brushRef="#br0" timeOffset="73046.7153">3126 14511,'49'0,"26"0,-26 0,1-50,0 50</inkml:trace>
  <inkml:trace contextRef="#ctx0" brushRef="#br0" timeOffset="73750.8313">3795 14064,'0'0,"0"-25,25 25,-25 50,50-50,-50 74,25-74,-1 0,26 0,-50-24,0-1,25 25,-25-50,0 1,0-1,0 100,0 24,0 75,0-25,0 0,0 25,50 0,-50-50,24-25,-24-24,0-25,0 24,-24-49,24-25,-50-24,50-1,-50-24,50 24,0-24,0 24,0 1,0 24,25-25,25 50,-1 0,1-49,-25 49,0 0</inkml:trace>
  <inkml:trace contextRef="#ctx0" brushRef="#br0" timeOffset="74180.6797">4267 14734,'49'0,"-24"0,-25 25,25 24,-25-24,0 25,0-25,0-50,0 0,0-25,0 1,0 24,74-25,-49 50,0 0,-25 50,0-25,0 0,0-1,25-24,-25 50,49-50</inkml:trace>
  <inkml:trace contextRef="#ctx0" brushRef="#br0" timeOffset="74770.1026">4862 14337,'74'0,"1"0,-1 0,-24-50,0 50,-1 0</inkml:trace>
  <inkml:trace contextRef="#ctx0" brushRef="#br0" timeOffset="75026.4495">5110 14188,'0'25,"0"25,0-1,0 1,0 0,50-1,-50-24,0 0,25-25</inkml:trace>
  <inkml:trace contextRef="#ctx0" brushRef="#br0" timeOffset="75715.5768">5904 13618,'0'0,"0"-25,0 50,0 24,0 26,0 24,0 25,0 25,0-50,0-25,0-24,0 0,0-25,0 24,0-74,0 1,0-26,0 0,25 1,-25 24,49 25,-49-50,25 50,0 0,-25 25,0 0,49 24,-49-24,0 0,25-25,-25 75,25-51,25 1</inkml:trace>
  <inkml:trace contextRef="#ctx0" brushRef="#br0" timeOffset="76383.787">6772 13643,'0'-50,"-25"50,-24 0,24 25,25 24,0 1,0 24,25 1,-25-1,49 1,-49-1,50 25,-50-49,49-1,-49-24,0 25,0-25,-49-25</inkml:trace>
  <inkml:trace contextRef="#ctx0" brushRef="#br0" timeOffset="76547.3493">6698 14114,'-50'-50,"75"50,-25-25,74 25,-24 0,-1-49,1 49,24-50,-24 50</inkml:trace>
  <inkml:trace contextRef="#ctx0" brushRef="#br0" timeOffset="76795.6845">7219 13593,'0'-25,"-25"25,25 25,-50 25,50 49,0 0,0 25,0-25,0 0,25-24,25-1,-26 1,-24-50,50-25,-50 24</inkml:trace>
  <inkml:trace contextRef="#ctx0" brushRef="#br0" timeOffset="77322.2746">7318 13990,'0'0,"0"-50,0 1,49 49,1 0,-25 0,24 0,-24 0,-25 49,0 1,0-25,0-1,0 26,-25-50,25 25,-49-25,74 0,-25-50,49 25,1-24,-50 24,49 0,-49-24,25 49,-25-25,0 74,-49-24,49 25,0-25,0 24,24-24,1 25,25-50,24 49</inkml:trace>
  <inkml:trace contextRef="#ctx0" brushRef="#br0" timeOffset="77664.361">7888 13990,'0'0,"0"25,0 24,25-24,-25 0,0 49,50-74,-50-25,24 25,-24-49,25 24,25 25,-50 25,25 24,-25 1,24-50,-24 50</inkml:trace>
  <inkml:trace contextRef="#ctx0" brushRef="#br0" timeOffset="77866.8199">8409 14015,'0'24,"0"1,0 25,0-25,0-1,0 26</inkml:trace>
  <inkml:trace contextRef="#ctx0" brushRef="#br0" timeOffset="78506.1087">8632 13767,'0'-25,"50"25,-25 0,0 0,-25 25,24 24,51-49,-50 0,-25-25,24 25,-24-49,0-1,0 25,0 50,0 25,0 24,0 1,0 24,0-25,0 1,0-1,50 0,-50-24,-25-50,0 0,1-25,24 0,0-24,0-1,0 1,0-1,0-24,0 49,49 0,1 25,-1 0,-49 25,25-25</inkml:trace>
  <inkml:trace contextRef="#ctx0" brushRef="#br0" timeOffset="78923.9908">9153 14015,'0'24,"25"-24,-25 50,0-25,0 0,0-50,0-25,74 25,-49 1,0 24,25 24,-50 26,0-25,25 24</inkml:trace>
  <inkml:trace contextRef="#ctx0" brushRef="#br0" timeOffset="79242.1397">9451 13568,'0'-49,"0"24,25 25,24 0,-24 25,25 24,-25 50,24 1,-49 48,50-24,-50 50,0-50,0 50,0 24,-25-99,0-49,-49 0,24-1,-24 26,-25-26,49-24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7:51:19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8806 1637,'0'0,"-25"0,-24 0,24-25,50 25,74 25,25-25,74 0,26 0,148 0,-25 0,124 0,0 0,50 99,-124-99,124 75,-50-75,-99 0,-74 0,-75 49,-49-49,-50 0,-25 0,-24 0,-26 0,-74 0</inkml:trace>
  <inkml:trace contextRef="#ctx0" brushRef="#br0" timeOffset="801.9228">9600 1116,'0'0,"0"-49,0-1,0 25,0 100,-50 98,50 1,-49 24,49 1,0-26,0-49,0-24,0-26</inkml:trace>
  <inkml:trace contextRef="#ctx0" brushRef="#br0" timeOffset="1624.991">9575 2431,'-50'0,"26"0,-1 0,-25 49,1-49,49 25,-25-25,25 50,0-1,-50-24,50 0,0 25,0-1,0-24,0 0,50-25,-25 74,-1-74,26 0,0 0,-1-24,1 24,-1-50,1 50,-50-50,25 50,-25-74,0 24,25 25,-25-24,0-1,0 1,-25-1,0 0,-25 1,50-1,-49 50,49-25,-50 25,1 75,49-26</inkml:trace>
  <inkml:trace contextRef="#ctx0" brushRef="#br0" timeOffset="2464.9797">13693 1191,'0'0,"-25"0,25 49,0 75,-75 75,75-1,-49 25,49-74,-50-25,50-49,0-26</inkml:trace>
  <inkml:trace contextRef="#ctx0" brushRef="#br0" timeOffset="3261.7885">13320 2604,'-24'0,"-26"0,0 0,1 0,24 25,-25 0,50 25,-49-25,49-1,0 26,0-25,0 0,0 24,0-24,25 0,-1 24,1-24,50-25,-51 50,1-50,25 0,-1 0,-24 0,-25-25,50-49,-50 24,0 25,0-24,0 24,0-25,0 25,-50 1,25-26,-24 50,49-25,-50 25,1 0,73 50</inkml:trace>
  <inkml:trace contextRef="#ctx0" brushRef="#br0" timeOffset="3568.5965">13643 2803,'-25'0,"0"0,50 0</inkml:trace>
  <inkml:trace contextRef="#ctx0" brushRef="#br0" timeOffset="4178.0515">13990 2530,'0'0,"-25"74,25-24,-49 0,-1 49,50-49,0-1,0-24,0 0,0 49,75-74,-51 0,26 0,-25 0,0-25,24 25,-49-24,25 24,-25-25,0-25,0 1,0 24,0 0,0 99,-25 1,25 24,-25-25,25 1,0-1,-49-24,49-1,-25 1,25 0,-74-50</inkml:trace>
  <inkml:trace contextRef="#ctx0" brushRef="#br0" timeOffset="19260.7192">19472 595,'0'-24,"0"48,0 26,0 0,0-1,0-24,50-75,-50 26,0-1,24 25,-24-50,50 1,-25 49,0 0,-1 0,-24 24,0 1,0 25,0-25,0 24,0 1,0-25,0-1,50-24,-50 50,25-50,0 0</inkml:trace>
  <inkml:trace contextRef="#ctx0" brushRef="#br0" timeOffset="19680.6674">19993 744,'74'-49,"-49"49,25 0</inkml:trace>
  <inkml:trace contextRef="#ctx0" brushRef="#br0" timeOffset="19876.8207">20067 819,'0'0,"50"0,0 0,-26 0,1 0</inkml:trace>
  <inkml:trace contextRef="#ctx0" brushRef="#br0" timeOffset="20469.1576">20439 620,'0'-25,"0"1,0-1,0 50,0-1,0 26,0 24,0 1,0-26,25 1,-25-25,0 0,25-25</inkml:trace>
  <inkml:trace contextRef="#ctx0" brushRef="#br0" timeOffset="21108.447">20836 843,'0'25,"25"-25,-25 50,0-25,-25 24,25 26,-49-75</inkml:trace>
  <inkml:trace contextRef="#ctx0" brushRef="#br0" timeOffset="21782.1016">21010 546,'0'-50,"0"25,50 50,-50 25,0 24,0 1,0-26,0-24,24 25,-24-26,0-48,0-26,0 25,0 0,25 25,-25-24,50 24,-25 0,-25 74,0-49,24 24,-24 1,0-25,0 0</inkml:trace>
  <inkml:trace contextRef="#ctx0" brushRef="#br0" timeOffset="22014.4777">21332 670,'0'0,"50"0,-25 0,0 0</inkml:trace>
  <inkml:trace contextRef="#ctx0" brushRef="#br0" timeOffset="22182.0362">21407 794,'0'0,"25"0,24 25</inkml:trace>
  <inkml:trace contextRef="#ctx0" brushRef="#br0" timeOffset="22920.8198">21828 571,'0'0,"-24"0,-26 24,50 51,0-50,0-1,0 1,0 25,0-1,0-24,25-25,0 0,-1 0,-24-49,0-1,0 25,0 0,0-24,0 24</inkml:trace>
  <inkml:trace contextRef="#ctx0" brushRef="#br0" timeOffset="23259.4351">22027 695</inkml:trace>
  <inkml:trace contextRef="#ctx0" brushRef="#br0" timeOffset="23876.1883">22250 546,'0'-25,"0"50,0 24,0-24,0 0,0 25,0 24,0-49,50-25,-1 0,1-25,-25 0,-25 0,0-24,0 24,0 0,0 75,0-1,0 51,0-51,0-24,0 0,0 24,0-24,0 0,-50-25</inkml:trace>
  <inkml:trace contextRef="#ctx0" brushRef="#br0" timeOffset="24436.7562">22077 670,'0'0</inkml:trace>
  <inkml:trace contextRef="#ctx0" brushRef="#br0" timeOffset="25764.2886">22077 670</inkml:trace>
  <inkml:trace contextRef="#ctx0" brushRef="#br0" timeOffset="30346.3816">21109 1637,'0'-25,"0"50,0 50,0-26,0 26,0-51,0 26,0 0,50-50</inkml:trace>
  <inkml:trace contextRef="#ctx0" brushRef="#br0" timeOffset="31464.7583">21456 1662,'0'-25,"25"25,-25-25,0-24,0 24,0 0,-49-25,24 26,0-26,-49 25,24 25,50-25,-50 25,1 0,-1 0,25 0,-24 0,-1 0,1 0,-26 0,25 75,26-50,-1 24,-25-24,50 25,-49-26,49 26,-50 0,50-1,0 1,0-25,0 0,0 24,0-24,0 0,0 24,0-24,0 0,25 25,0-1,24-24,-24-25,-25 50,50-50,-1 24,26-24,-50 25,-1-25,26 0,24 0,-49 0,0 0,25 0,-26 0,-24-25,25 25,-25-49,50 49,-50-75,49 75,-49-24,25 24,-25-25,25 25,-25-25,50-49,-26 49,-24-25,25 50,-25-49,0-1,0 0,0 26,0-1,0-25,0 25,0 0,0 1,0-26</inkml:trace>
  <inkml:trace contextRef="#ctx0" brushRef="#br0" timeOffset="33227.0601">19472 2530,'0'25,"0"0,0 24,0-24,0 25,0-25,0-1,0-48,50-26,-50 25,0-25,24 50,-24-49,25 49,-25-25,50 25,-25 0,-25 50,0-26,24-24,-24 75,0-50,0 24,0-24,0 0,50-25,-25 0</inkml:trace>
  <inkml:trace contextRef="#ctx0" brushRef="#br0" timeOffset="33565.3577">19943 2604,'0'0,"50"0,-25 0,0 0,24 0</inkml:trace>
  <inkml:trace contextRef="#ctx0" brushRef="#br0" timeOffset="33752.5467">19993 2729,'25'0,"24"0,-24 0,0 0,0 0</inkml:trace>
  <inkml:trace contextRef="#ctx0" brushRef="#br0" timeOffset="35102.0007">20390 2629,'0'-25,"0"-24,0 24,49 25,1 0,-25 0,0 74,-25-49,0 0,0 0,0 25,-25-26,-25 26,25-50,25 50,-24-50,73 0,1 0,-1 0,1-25,-25 25</inkml:trace>
  <inkml:trace contextRef="#ctx0" brushRef="#br0" timeOffset="35340.9997">20886 2729,'0'49,"0"26,0-26,-25-49,25 50,-50-50</inkml:trace>
  <inkml:trace contextRef="#ctx0" brushRef="#br0" timeOffset="36114.0772">21233 2431,'0'0,"0"-25,0 99,0 1,0-1,0 1,0-1,-25-24,25-25,0-1,0-48,0-1,0-25,50 50,-50-49,25 49,0 0,-25 49,0 1,49-25,-49 24,0 1,0-1,0 1,0 0,25-1,25-49</inkml:trace>
  <inkml:trace contextRef="#ctx0" brushRef="#br0" timeOffset="36421.0787">21556 2753,'49'0,"1"0</inkml:trace>
  <inkml:trace contextRef="#ctx0" brushRef="#br0" timeOffset="36579.1801">21580 2877,'75'0,"-50"0,-1 0,26 0</inkml:trace>
  <inkml:trace contextRef="#ctx0" brushRef="#br0" timeOffset="37434.8158">21952 2604,'0'-24,"0"-1,-24 50,24 49,0-24,0-25,0 24,0-24,0 25,24-50,26 0,0-50,-50 0,0 26,25 24,-25-50,0 0,0 25,-50 1,25 24,25 24</inkml:trace>
  <inkml:trace contextRef="#ctx0" brushRef="#br0" timeOffset="37688.6255">22201 2604,'0'25</inkml:trace>
  <inkml:trace contextRef="#ctx0" brushRef="#br0" timeOffset="38430.7145">22374 2604,'0'25,"-25"-25,25-25,0-24,25 24,25 25,-25 0,49 0,-49 50,-25-1,0-24,0 0,0 25,0-26,-25 1,25 25,-50-25,50-1,-24-24,73 0,1 0,24 0,1 0,-1 0,-49 0</inkml:trace>
  <inkml:trace contextRef="#ctx0" brushRef="#br0" timeOffset="40975.4486">21010 3497,'0'50,"-50"-25,50 0,-24-25,24-25,0 0,0-25,0 1,24 49,26 0,-25 0,-25 49,0 26,25-26,-25 1,0-25,0 25,0-26,0 1,-50 25,0-50,26 49,-1-49,25 25,-50-25,25 0,25-49,25 49,25 0,-25 0,-1 0,-24 49,25-49,-25 50,50-50,-25 0</inkml:trace>
  <inkml:trace contextRef="#ctx0" brushRef="#br0" timeOffset="41950.9503">21357 3572,'0'-25,"0"0,0-24,0 24,0 0,-49 25,49-25,-25 25,0-49,-25 49,1-25,-1 25,1 0,24 0,-50 0,26 0,-1 0,50 25,-50-25,50 49,-49-49,-1 25,1 25,24 24,-25 0,50-49,0 0,0 25,0-1,0-24,0 0,0 49,0-24,0-25,0 0,25 24,-25-24,50 0,-1 49,1-74,-50 25,25-25,24 0,26 0,-26 0,-24 0,0 0,25 0,-26 0,1 0,25 0,-1 0,-49-74,50 74,-50-25,25 25,-25-25,25 25,-25-25,49 25,-49-49,25 49,-25-50,25 50,-25-50,25 50,-25-49,0 24,49-49,-49 24,0 25,0 0,0-24,0 24,-49 0,24 25,25-50,-25 50,-25 0,50-24,-24 24,24-25</inkml:trace>
  <inkml:trace contextRef="#ctx0" brushRef="#br0" timeOffset="43368.7377">19323 5060,'0'25,"25"25,-25 24,0 0,0-24,0 0,0-1,0-24,0-75,0 1,0-1,50 25,-50-24,0-1,24 50,-24-25,25 25,25 0,-50-24,25 24,-25 24,0 51,0-50,0-1,0 51,0-50,0 24,0-24,0 0,24-25,-24 49,50-49,0 0,-1-24</inkml:trace>
  <inkml:trace contextRef="#ctx0" brushRef="#br0" timeOffset="43592.1528">19794 5259,'0'-25,"25"25,25 0,-25-50,0 50,24 0</inkml:trace>
  <inkml:trace contextRef="#ctx0" brushRef="#br0" timeOffset="43773.2047">19869 5358,'25'0,"0"0,-1 0,26 0</inkml:trace>
  <inkml:trace contextRef="#ctx0" brushRef="#br0" timeOffset="45724.7109">20365 4961,'0'0,"0"50,-25-1,25 1,0-25,0 24,-49 1,49-25,24-25,1 0,25 0,-25 0,-1 0,51-50</inkml:trace>
  <inkml:trace contextRef="#ctx0" brushRef="#br0" timeOffset="46262.5006">20514 5159,'0'0,"-25"0,25-49,0 24,0 0,0 50,0 25,0-1,0 26,0-1,0 0,0-24,0 0,0-1,-50-49</inkml:trace>
  <inkml:trace contextRef="#ctx0" brushRef="#br0" timeOffset="46936.8979">20886 5283,'25'0,"-25"25,0 50,0-51,0 26,0 0,-25-50</inkml:trace>
  <inkml:trace contextRef="#ctx0" brushRef="#br0" timeOffset="47130.7538">20886 5085,'25'0</inkml:trace>
  <inkml:trace contextRef="#ctx0" brushRef="#br0" timeOffset="47684.4613">21283 4837,'0'0,"0"50,0-1,0 26,0-1,0-24,25-1,-25-24,0 0,24-75,-24 1,25 49,25 49,-50-24,0 25,0-26,25-24</inkml:trace>
  <inkml:trace contextRef="#ctx0" brushRef="#br0" timeOffset="47874.0153">21556 5060,'0'0,"49"0,-24 0,49 0,-49 0</inkml:trace>
  <inkml:trace contextRef="#ctx0" brushRef="#br0" timeOffset="48031.1224">21630 5184,'0'0,"25"0,0 0,-1 0,26 0</inkml:trace>
  <inkml:trace contextRef="#ctx0" brushRef="#br0" timeOffset="48682.312">22052 4936,'-50'0,"25"0,25 25,-25-25,25 50,0-1,0 1,0-1,0-24,0 0,25-25,25 0,-25 0,0 0,-25-50,0 26,0-26,0 25,0 0,0 1,0-26,-25 50</inkml:trace>
  <inkml:trace contextRef="#ctx0" brushRef="#br0" timeOffset="49094.9936">22275 5011,'25'0,"-50"49</inkml:trace>
  <inkml:trace contextRef="#ctx0" brushRef="#br0" timeOffset="49756.5427">22473 4837,'0'-25,"0"75,0-1,0 1,0 0,0-26,0 1,25-25,25 0,-25 0,-25-25,24 25,-24-24,0-1,0-25,0 100,0-1,0 1,0 0,0-26,0 26,0-25,0 0,0-1,0 26,-49-50</inkml:trace>
  <inkml:trace contextRef="#ctx0" brushRef="#br0" timeOffset="50813.2581">22498 4911,'0'-49,"0"24,0 0,0 75,0-1,0 1,-49 0,49-26,-25-24,74-49,-49 24,50-25,-50 26,25 24,-25-50,0 25,25 50,-25 25,0 24,0 0,0 1,0-1,0-24,0-25,0-1,0 26,0-25</inkml:trace>
  <inkml:trace contextRef="#ctx0" brushRef="#br0" timeOffset="51166.3044">22449 5407,'0'0,"-25"0,25 50,-50-50,50 25,25-25,25 0,24-25,0 25,-24 0,0-25,-1 25,-24 0,-75 0,1 0,24 0</inkml:trace>
  <inkml:trace contextRef="#ctx0" brushRef="#br0" timeOffset="53460.6953">21109 6077,'0'-49,"0"24,0 0,0 75,-49 24,49 0,-50 1,50-1,0-24,0-25,-25-25,25 24,50-24,-1-24,1 24,0-25,-26 25,26 0,0 0</inkml:trace>
  <inkml:trace contextRef="#ctx0" brushRef="#br0" timeOffset="53751.9617">21308 6226,'0'-50,"-25"50,25 25,0 50,0-26,0 1,0-1,0-24,0 25</inkml:trace>
  <inkml:trace contextRef="#ctx0" brushRef="#br0" timeOffset="55178.9313">21605 5978,'0'-50,"0"26,0-26,0 0,-49 50,49-25,-50 25,50-24,-74 24,24-50,-24 50,49-25,0 25,-25 0,26-49,-51 49,26 0,-1 0,25 0,0 0,1 0,-26 0,25 24,0-24,-24 25,24 25,-25-25,25 24,-24 1,24 49,25-24,-74-26,74 1,0-1,0-24,0 50,0-26,0 1,0-1,0 1,0 0,24 24,-24-49,25 0,-25 24,50-49,-50 50,74-50,-74 25,25-25,0 24,24-24,-24 50,0-50,25 0,-1 0,-24 0,25 0,-1 0,1 0,0 0,24 0,-74-50,25 50,24 0,-49-24,25 24,0-25,25-25,-1 25,-24-24,25 24,-50-25,24 50,-24-24,50-1,-50 0,25 25,-25-50,0 26,25 24,-25-25,0-25,0 25,0 1,0-1,0-25,0 25,0 1,0-26,0 25,0 0,0 1,0-26,0 25,0 0,0-24,0 24,-25 25,25-25,-50 25,25 0</inkml:trace>
  <inkml:trace contextRef="#ctx0" brushRef="#br0" timeOffset="56048.8194">21357 6350,'0'-25,"0"-24,0 24,0 74,0 26,-25-1,25-24,0 24,0-24,0-25,0-75</inkml:trace>
  <inkml:trace contextRef="#ctx0" brushRef="#br0" timeOffset="74632.9949">20241 1240</inkml:trace>
  <inkml:trace contextRef="#ctx0" brushRef="#br0" timeOffset="86765.9051">19150 2555,'0'-25,"-25"25,-25 0,50 25,-25-25,1 0,24 25,-25-25,25 49,-50-49,50 25,-25-25,25 25,0 25,-24-50,24 24,0 1,0 0,0 25,0-26,0 1,0 25,0-25,24-25,-24 24,0 26,50-50,-25 25,-25 0,25-25,-25 49,0-24,49-25,-49 25,0 0,0 24,0 1,0-25,0-1,0 26,-25-25,25 0,-24-25,24 49,-25-49,25 25,-50-25,50 25,-25-25,1 49,-26-49,50 25,-25-25,0 0,0 0,25-49,-49 49,49-25,25 25,-1 0,1 0,25 0,-50 49,25-49,-25 25,0 0,25-25,-25 50,0-25,0-1,24-24,-24 25,0 25,0-1,0 1,0-25,0 24,0-24,0 0,0 49,0-24,0 0,0-1,0 1,0-1,0 26,0-26,0 26,-49-26,49 1,0-25,0 24,-25 1,25 0,0-25,0 24,0 26,0-51,0 51,0-50,0 24,0 1,0-25,0 24,0-24,0 25,0-26,50 51,-50-26,0 1,24 0,-24-26,50 51,-25-50,0-25,24 49</inkml:trace>
  <inkml:trace contextRef="#ctx0" brushRef="#br0" timeOffset="92216.2451">19497 3150,'-50'0,"25"0,1 0,73 0,-24 0,0 0,0 0,24 0,-24 0,25 0,24 0,-24 0,-26 0,26 0,0-49,-25 49,24 0,-24 0,49 0,-24 0,-25 0,24 0,-24 0,0 0,25 0,-26 0,1 0</inkml:trace>
  <inkml:trace contextRef="#ctx0" brushRef="#br0" timeOffset="93223.7713">19447 3473,'-25'0,"25"-25,25 25,25 0,24 0,-24-50,24 50,1 0,-26 0,1 0,0 0,-1 0,1 0,-1 0,-24 0,25 0,-1-25,-24-24,0 49,25-25,-26 25,-24-25,25 25,25 0</inkml:trace>
  <inkml:trace contextRef="#ctx0" brushRef="#br0" timeOffset="100135.8174">19447 5953,'-25'0,"-24"0,24 0,50 0,24 0,51-74,-1 74,0-75,50 75,0-74,-25 74,-25 0,0-25,-74 25,0 0,-50 0,0 0</inkml:trace>
  <inkml:trace contextRef="#ctx0" brushRef="#br0" timeOffset="100621.286">19497 6201,'-25'0,"25"50,-25-50,50 0,74-50,50 1,25-1,-1 0,-24 1,-25-1,-25 50,1-49,-76 49,-24-50</inkml:trace>
  <inkml:trace contextRef="#ctx0" brushRef="#br0" timeOffset="124404.4096">21704 5631,'-24'0,"24"24,49-24,26 0,-1 0,-24 0,-1 0,1 0</inkml:trace>
  <inkml:trace contextRef="#ctx0" brushRef="#br0" timeOffset="125185.3903">21704 5904,'0'0,"-24"0,73 0,26 0,24 0,0-25,0 25,-49 0,0 0,-75 0,0 0,0 0</inkml:trace>
  <inkml:trace contextRef="#ctx0" brushRef="#br0" timeOffset="135736.3304">1216 13667,'-25'-49,"25"24,-50 25,75 25,-25 24,50 26,-1-26,-24-24,0-25,25 50,-1-50,-24-25,-25-49,0 24,0 0,0 1,0 24,0-25,0 75,0 50,0 24,0 25,25 25,-25 24,49 1,-49 24,50-24,-50-75,0-24,0-26,0-24,-25-25,-24 0,-26 0,-24-74,0-50,49 0,1 0,49 0,-75 49,75 50,0-24,25 49,49-25,1 25,49 0,-25 0,-49 25</inkml:trace>
  <inkml:trace contextRef="#ctx0" brushRef="#br0" timeOffset="135982.075">1935 14436,'0'50,"50"49,-50 0,49 50,-49-50,0-24,0-26,25-49</inkml:trace>
  <inkml:trace contextRef="#ctx0" brushRef="#br0" timeOffset="136442.7026">2778 14114,'0'-25,"-49"25,74 0,-1 0,26 0,24-50,1 50,-1 0,-24 0</inkml:trace>
  <inkml:trace contextRef="#ctx0" brushRef="#br0" timeOffset="136605.6849">2853 14287,'0'0,"25"0,-1 0,51 0,-1 0,1 0,24 0,-25 0</inkml:trace>
  <inkml:trace contextRef="#ctx0" brushRef="#br0" timeOffset="137545.056">3622 13841,'0'-25,"0"-24,0-1,0 0,-50 50,50 25,0 0,25 0,0 24,-25-24,49 0,1-25,-25 50,0-50,24 0,1 0,-25-25,-25-25,0 25,0 1,0-1,0-50,0 51,0 73,24 26,-24 24,50 50,-50 49,50 1,-50-26,49-24,-49-25,0-50,0-24,0-25,-24-25,-1 0,-25 0,0-50,-24-49,24 0,1-25,49 49,0 26,0 24,0-25,0 26,49-1,51-25,-26 50,-24-50,-1 50</inkml:trace>
  <inkml:trace contextRef="#ctx0" brushRef="#br0" timeOffset="138248.8155">4391 14610,'0'-25,"0"0,0 1,25 24,-1-50,26 50,24 50,-24-26,-50 26,50 0,-50-1,0 1,0-1,0-24,0 25,-100-50,51 0,-1 0,-49-50,49 1,50-1,-49-24,49 49,0-50,25 75,49-49,-24 49,24 0,-24-25,24 25</inkml:trace>
  <inkml:trace contextRef="#ctx0" brushRef="#br0" timeOffset="138734.5848">4961 14089,'0'0,"-25"0,100 0,-1 0,26-50,24 50,-50 0,-24 0,-1 0</inkml:trace>
  <inkml:trace contextRef="#ctx0" brushRef="#br0" timeOffset="138981.8727">5160 13791,'0'0,"0"-24,0 48,0 51,74 49,-49-25,25 25,-50-50,74-24,-74-25,50 25</inkml:trace>
  <inkml:trace contextRef="#ctx0" brushRef="#br0" timeOffset="139779.7069">5904 13915,'0'-24,"0"-1,-25 25,-25 0,26 0,24 25,-25 24,25-24,0 49,0 1,0-26,0 1,0 0,49-1,-24-24,0-25,25 25,-26-25,1 0,25 0,-50-50,25 1,-25 24,0 0,0-25,0 1,0-1,-25 50,-25-25,25 25,1-24,-26 24,25-50,0 50,25 25</inkml:trace>
  <inkml:trace contextRef="#ctx0" brushRef="#br0" timeOffset="140110.0963">6301 14114,'-25'0,"25"25</inkml:trace>
  <inkml:trace contextRef="#ctx0" brushRef="#br0" timeOffset="140552.2407">6574 13692,'0'0,"-25"0,25-25,0 50,25 50,-25 49,49 49,-49-24,0-50,50-24,-50-26,0 1,0-25,0-75,0-24</inkml:trace>
  <inkml:trace contextRef="#ctx0" brushRef="#br0" timeOffset="140965.0149">6301 14163,'49'-24,"-24"24,-50 24,-24-24,24 0,50-49,0 49,-1 0,1 0,25 0</inkml:trace>
  <inkml:trace contextRef="#ctx0" brushRef="#br0" timeOffset="141843.0227">7591 12998,'0'0,"49"0,-123 24,-50 26,-25 0,-25-50,75 24,25-24,49 0,50 50,-1-25,-24 49,100 50,-51 50,26 49,-26 124,26-24,-26 49,-49-74,50-25,-50-75,50-49,-50-25,49 0,-49-99,25-25,0 0,24 0,1-50,49-24,-24 24,-1 0,25 1,-24 24,-1-25</inkml:trace>
  <inkml:trace contextRef="#ctx0" brushRef="#br0" timeOffset="146736.3243">7863 10195,'0'0,"-24"0,-26 0,100 0,-1 0,26 0,24 0,50 0,49 0,50 0,-25 0,100 0,-1 0,26 0,-100 0,-75 0,-98 0,-50 0,-50 0,25 49</inkml:trace>
  <inkml:trace contextRef="#ctx0" brushRef="#br0" timeOffset="147321.383">8434 10393,'0'0,"-50"0,1 0,24 25,50-25,49 0,50 0,75 0,73 0,1 0,-25 0,-49 0,-26 0,-49 0,-49 0,-100 0</inkml:trace>
  <inkml:trace contextRef="#ctx0" brushRef="#br0" timeOffset="152306.9448">7839 13965,'-25'0,"-25"0,25 0,1 25,-26 24,25-24,25 0,-25-25,25 50,0-26,-49 1,49 25,0-25,25-1,-1 26,26-25,0-25,-1 0,1 0,-1 0,1 0,-25-50,-25 25,0 1,0-26,0 0,0 1,0 24,0-25,0 26,-25 24,-25-50,26 50,-1 0,25 25,0 24</inkml:trace>
  <inkml:trace contextRef="#ctx0" brushRef="#br0" timeOffset="152614.7763">8484 13990,'-50'25,"25"-1,0 26,25-25,-74 0,74 24,-50-24,50 25,-24-50</inkml:trace>
  <inkml:trace contextRef="#ctx0" brushRef="#br0" timeOffset="152856.1813">8186 13990,'0'0,"25"0,49 0,-49 49,0-49,24 50,-24-50,25 50,-25-50,-1 24,51-24</inkml:trace>
  <inkml:trace contextRef="#ctx0" brushRef="#br0" timeOffset="153133.2004">8682 13866,'0'0,"-25"0,50 74,-25 1,25-26,-25 1,0-1,49 1,-49-25,0 0</inkml:trace>
  <inkml:trace contextRef="#ctx0" brushRef="#br0" timeOffset="153648.0359">9228 14039,'0'-49,"49"49,26-25,24 25,-25-50,1 50,-26 0,1-24,0 24</inkml:trace>
  <inkml:trace contextRef="#ctx0" brushRef="#br0" timeOffset="153955.064">9476 13791,'0'-24,"-25"24,25-25,0 74,0 26,50-1,-50 1,49 24,-49-50,50-24,-50 25,25-50</inkml:trace>
  <inkml:trace contextRef="#ctx0" brushRef="#br0" timeOffset="154400.0101">10418 13469,'0'-25,"0"100,50 24,-50-25,25 1,-25-1,49-49,-49 0,0 24,25-49,-25 25,0 0</inkml:trace>
  <inkml:trace contextRef="#ctx0" brushRef="#br0" timeOffset="154993.506">10716 13047,'0'0,"0"-49,25 49,0 0,24 0,-24 0,-25 49,0 1,0-25,0 24,0-24,0 25,0-25,-50-25,50 24,25-24,25 0,-1-49,-24 49,25 0,-25-50</inkml:trace>
  <inkml:trace contextRef="#ctx0" brushRef="#br0" timeOffset="155683.0718">10815 12551,'0'-49,"-25"49,75 0,24-25,1 25,-1-50,-24 50,-1 0,-24 0,-25-25,25 25,-25 25,50 25,-50-1,24 26,-24 49,75 49,-25 51,-50-26,99 25,-50 25,-49 25,75-50,-26-49,1 0,0-1,-50-24,0-74,0-26,0-24,-25-25,-25 0,1 0,-26 0,-49 74,-50-24,1 24,-26 1,26-1,24 1</inkml:trace>
  <inkml:trace contextRef="#ctx0" brushRef="#br0" timeOffset="157666.5603">2853 16619,'-50'0,"100"0,-1 0,1-49,25 49,-26 0,1 0</inkml:trace>
  <inkml:trace contextRef="#ctx0" brushRef="#br0" timeOffset="157842.7263">3002 16917,'0'0,"25"0,24 0,26 0,-1 0,0 0,1 0</inkml:trace>
  <inkml:trace contextRef="#ctx0" brushRef="#br0" timeOffset="158503.1883">3895 16520,'0'0,"0"-25,0 0,0 1,0-26,-25 50,25 25,0 99,0-25,74 50,-74-50,75 0,-75-24,49-1,-49-49,0 0,50-25,-50-25,0 0</inkml:trace>
  <inkml:trace contextRef="#ctx0" brushRef="#br0" timeOffset="158896.6951">4589 16892,'0'0,"-25"0,-24 0,24 0,99 0,26 0,24 0,-25-50,-25 50,-24 0,0 0,-26 0</inkml:trace>
  <inkml:trace contextRef="#ctx0" brushRef="#br0" timeOffset="159222.3663">4837 16669,'0'0,"-49"0,49-25,0 0,49 75,-49 24,50 25,-50 1,74 24,-24 0,0-50,-26-49,26 49,0-74,-50-25</inkml:trace>
  <inkml:trace contextRef="#ctx0" brushRef="#br0" timeOffset="161604.5886">5606 16594,'0'-49,"-25"49,-24 0,24 0,25 25,-25-25,25 74,-49-24,49-1,0 1,0-1,0 1,0 0,0-26,0 1,24-25,1 50,0-50,25 0,-1 0,26 0,-75-25,49 25,-49-50,0 26,0-1,0-25,0 25,0 1,-25-26,-24 0,24 50,-49-24,24 24</inkml:trace>
  <inkml:trace contextRef="#ctx0" brushRef="#br0" timeOffset="161824.0002">5929 16694,'0'-50,"0"100,0-75,0 74,0-24</inkml:trace>
  <inkml:trace contextRef="#ctx0" brushRef="#br0" timeOffset="162087.2982">6226 16495,'0'-25,"0"50,50 50,-50 24,25-25,-25 1,0-1,49-24,-49-26,0 1,0 25</inkml:trace>
  <inkml:trace contextRef="#ctx0" brushRef="#br0" timeOffset="164104.0318">18257 10393,'0'-49,"0"24,0 0,0 0,-25 25,25 25,0 25,49 24,-49-49,25 24,-25 1,0 0,0-26,0 1,0 25,0-25,0 24,0-24,50 25</inkml:trace>
  <inkml:trace contextRef="#ctx0" brushRef="#br0" timeOffset="164422.9075">18604 10443,'49'0,"-24"0,-25 25,0 24,-49-49,-1 0,50-25,0 1,25 24,49 0</inkml:trace>
  <inkml:trace contextRef="#ctx0" brushRef="#br0" timeOffset="164926.783">18926 10269,'0'-25,"0"1,25 24,-25-25,50 74,-50 1,0 24,25 1,-25-1,0 1,49-1,-49-49,0 0,0-1</inkml:trace>
  <inkml:trace contextRef="#ctx0" brushRef="#br0" timeOffset="169502.3581">19919 8409,'0'-50,"0"25,0 50,0 74,0 125,49 148,-49 248,99 223,-99 100,0 123,75-173,-75-273,99-223,-49-124,-50-124,49-25,-49-74,0-26,0 26,0-75</inkml:trace>
  <inkml:trace contextRef="#ctx0" brushRef="#br0" timeOffset="170837.6879">20241 8310,'0'0,"-25"0,0 0,-24-25,24 25,0-25,50 25,74 0,75-99,123 99,26-75,49 75,50-99,123 99,51-99,-1 99,-74-99,-149 99,-74-50,-75 50,-74 0,-100-50,1 50,-100-24,25 24,1 0,-26 0,-24 24</inkml:trace>
  <inkml:trace contextRef="#ctx0" brushRef="#br0" timeOffset="171909.8673">20613 8756,'0'0,"0"-25,-50 25,75 25,-25 0,50 24,-1-24,-24-25,0 50,49-50,-24 0,-50-25,0 0,0 0,0 1,0-26,-25 0,25 75,0 50,0 24,0 0,0 50,0-25,0 25,25-25,-25-50,0 1,0-26,0-24,-25-25,-24 0,-1-25,25-24,-24-26,49 1,-50-25,50-1,-50 26,50 49,0 0,25 25,50-49,-1 49,0 0,-24 49,-25-24</inkml:trace>
  <inkml:trace contextRef="#ctx0" brushRef="#br0" timeOffset="172524.4224">21109 9475,'-49'0,"49"-49,0 24,0 0,24 25,26 0,0 0,-26 50,-24-1,0 26,0-1,0 25,0 1,0-26,-49 0,-1 1,1-50,-1-25,25 0,25-25,0-25,0-24,0 24,0 1,99 24,-74 25,0 0,25 0,-26 49,26 1,-25-50,-25 50,25-50</inkml:trace>
  <inkml:trace contextRef="#ctx0" brushRef="#br0" timeOffset="172740.3966">21382 9103,'0'0,"0"-24,25 24,0 0,24 0,-24 0</inkml:trace>
  <inkml:trace contextRef="#ctx0" brushRef="#br0" timeOffset="172883.054">21407 9401,'0'0,"49"-25,-24 25,0 0</inkml:trace>
  <inkml:trace contextRef="#ctx0" brushRef="#br0" timeOffset="173680.7304">21977 8731,'0'0,"0"-49,-25 49,25-25,0 50,0 24,0 1,0 24,125 1,-76-51,-24-24,0 50,24-50,-24-25,-25 0,0-24,0 24,0-25,0 1,0 24,0 0,0 75,0-1,0 26,0 24,0 0,0 1,50 24,-50-25,0-25,0-24,0-1,0 1,-50-50,-24 0,24-25,25 0,-24-49,49 0,0-26,0 26,0 0,25 49,-1 25,51 0,-1 0,-24 0,-1 74,-49-49</inkml:trace>
  <inkml:trace contextRef="#ctx0" brushRef="#br0" timeOffset="173909.9618">22523 9401,'0'-25,"50"75,-50 24,0 1,24-1,-24-24,0-26,50 26</inkml:trace>
  <inkml:trace contextRef="#ctx0" brushRef="#br0" timeOffset="174466.6346">22721 9153,'75'0,"-1"0,25 0,1-50,-26 50,-49 0</inkml:trace>
  <inkml:trace contextRef="#ctx0" brushRef="#br0" timeOffset="174742.4237">22994 8954,'0'0,"-49"-24,49-26,0 75,0 0,0 49,0 1,24-1,-24 0,25 1,-25-1,50-24,-50-25</inkml:trace>
  <inkml:trace contextRef="#ctx0" brushRef="#br0" timeOffset="175239.7102">23466 8607,'0'0,"0"-25,0 75,0 49,24 50,-24-50,0 1,25-26,-25 0,0-24,0-25,0-50,0-25,0 1,50-26,-50 51,25 24,24 0,-49 24,50 26,-50 24,0-24,25 0,-25-26,0 26,0-25,49-25</inkml:trace>
  <inkml:trace contextRef="#ctx0" brushRef="#br0" timeOffset="175719.9493">24086 8582,'-25'-49,"0"49,0 0,-24 25,49 24,0 1,0-1,0 26,0 24,0 25,49 0,-49-49,25-26,-25 1,0 24,-25-74</inkml:trace>
  <inkml:trace contextRef="#ctx0" brushRef="#br0" timeOffset="175882.0298">23862 9029,'25'-50,"-50"100,75-149,0 99,-26 0,1 0,25-50,-25 50,0 0</inkml:trace>
  <inkml:trace contextRef="#ctx0" brushRef="#br0" timeOffset="176169.2773">24284 8558,'0'0,"-25"0,1 74,24-24,0 24,0 25,0 0,0 26,0-26,0 0,0-25,0 1,0-50,49-25,-49 24</inkml:trace>
  <inkml:trace contextRef="#ctx0" brushRef="#br0" timeOffset="176663.7393">24309 8979,'0'-49,"0"98,0-123,25 74,24-50,-24 50,0 0,-25 25,0 25,0-26,0 26,0 0,-25-50,50-50,25 0,-50 26,24 24,-24-50,0 0,0 75,0 25,0 24,0-49,0 0,0 25,0-1,25-49</inkml:trace>
  <inkml:trace contextRef="#ctx0" brushRef="#br0" timeOffset="176867.7512">24656 8979,'0'-25,"0"50,0 25,0 0,0-26,0 26,0-25,0 0</inkml:trace>
  <inkml:trace contextRef="#ctx0" brushRef="#br0" timeOffset="177112.4817">24830 8781,'49'25,"-49"-1,0 1,0 25,0-25,0-1,-24 26,24-25,-25 0</inkml:trace>
  <inkml:trace contextRef="#ctx0" brushRef="#br0" timeOffset="177592.6415">24929 8706,'0'-49,"50"74,-50 24,24-49,-24 50,25-50,25-25,-50 0,0 0,0-49,0 99,0 24,0 1,0 0,0-1,0 1,0-1,0-24,0 25,-50 0</inkml:trace>
  <inkml:trace contextRef="#ctx0" brushRef="#br0" timeOffset="177802.599">25252 8930,'0'0,"0"49,0-24,0 25,0-1,0 1,0 0,0-26</inkml:trace>
  <inkml:trace contextRef="#ctx0" brushRef="#br0" timeOffset="178044.6724">25252 8310,'0'0,"49"0,-24 74,25 0,-50 26,74 48,-74-24,0 25,0-25,-50 50,-24 49,-25-74,-75 0,25-25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4:46:29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4936 6400,'0'-50,"0"25,0 100,0-26,0 26,25-26,-25 1,0-1,0 1,0 0,0-1,25-49,-25 25,50-99</inkml:trace>
  <inkml:trace contextRef="#ctx0" brushRef="#br0" timeOffset="2646.9836">5333 6176,'0'-24,"0"-26,0 25,-24 25,-26 0,50-25,-25 25,0 0,1 0,-26-49,25 49,0 0,-24 0,24 0,0 0,25 25,-50-25,26 24,-1-24,25 25,-25-25,25 50,-50-50,50 25,-24-1,24 26,-25-50,25 50,0-26,-50-24,50 25,0 0,0 25,0-26,0 1,0 25,0-1,0-24,0 0,0 25,0-26,0 26,0-25,25 24,-25-24,25 0,-25 25,49-25,-49-1,25-24,-25 50,25-50,-25 25,25-25,-25 25,49-25,-24 0,0 0,25 0,-1 0,1 0,-25 0,0 0,24 0,-24 0,0 0,24-25,-24-25,0 25,-25-24,50 49,-50-25,24 0,-24-25,50 26,-50-1,0-25,25 50,-25-25,0 1,25 24,-25-25,0-25,0 1,0 24,0 0,0-25,0 26,0-1,0-25,-25 50,25-25,0 1,-50 24,50-25,-25 25,25-50,0 25,-24 25,24-24,-50 24,25 0,25-25,-25 25</inkml:trace>
  <inkml:trace contextRef="#ctx0" brushRef="#br0" timeOffset="93220.4365">6970 6201,'0'-25,"-24"25,24-49,0 24,0 50,0 24,0-24,0 0,0 25,49-26,26 26,-26-50,-24 0,-25-25,25 25,-25-49,0-1,50 50,-50-50,0 26,0-26,0 75,0 0,0 24,0 1,0 24,24 1,-24-1,0 0,50 1,-50-26,0 1,0 0,0-26,0 26,0-25,0 0,0 24,-25-49,0 0,1 0,-26 0,0 0,50-24,-25-51,25 25,0 1,0 24,0 0,0-24,0-1,0 25,75 25,-50 0,24 0,-24 0</inkml:trace>
  <inkml:trace contextRef="#ctx0" brushRef="#br0" timeOffset="94244.6937">7491 7020,'0'-50,"0"25,50 25,-25 0,-25 75,49-50,-49 49,0-49,0-50,0-25,0 26,0-26,0 25,25 25,0-25,25 25,-26 0,1 0,-25 25,0 25,0-25,0-1,0 1,0 50,0-51,25-24,25 0,-1-24,-24 24,25-50,-1 25</inkml:trace>
  <inkml:trace contextRef="#ctx0" brushRef="#br0" timeOffset="95654.9214">8682 6325,'-25'0,"75"0,-1 0,1 0,24 0,1 0,-26 0,1-25,0 25,-26 0</inkml:trace>
  <inkml:trace contextRef="#ctx0" brushRef="#br0" timeOffset="96232.3783">8732 6524,'-25'0,"25"24,49-24,1 0,24 0,1 0,-1 0,1-24,-26 24,1 0,-25 0</inkml:trace>
  <inkml:trace contextRef="#ctx0" brushRef="#br0" timeOffset="108211.333">8211 7069,'-50'0,"25"0,75 0,0 0,-26 0,26-24,0 24,-26 0</inkml:trace>
  <inkml:trace contextRef="#ctx0" brushRef="#br0" timeOffset="108967.3103">8285 6970,'0'-49,"-49"49,49-25,0 50,0-1,0 51,0-1,0 1,24-26,-24-24,0 0,0 24,0-24,25-25</inkml:trace>
  <inkml:trace contextRef="#ctx0" brushRef="#br0" timeOffset="109476.9489">8558 6921,'0'24,"0"26,0 24,0-24,0-25,0 0,25 24</inkml:trace>
  <inkml:trace contextRef="#ctx0" brushRef="#br0" timeOffset="110889.0103">9947 6077,'0'0,"-25"0,25-25,0 75,25-50,-25 50,50-50,-50 49,24-49,1 0,25-49,-50-1,0 0,0 26,0-26,0 100,0 24,0 0,25 26,-25 24,0 24,0-24,0-49,49-1,-49-24,0 24,0-49,0 0,0 0,-25-25,25-25,-74-25,49-24,25-1,-49 1,49 24,0 26,0-26,0 25,0-24,0 24,24-25,26 50,24-49,-24 49,-25 0,0 0,24 0</inkml:trace>
  <inkml:trace contextRef="#ctx0" brushRef="#br0" timeOffset="111457.1998">10468 6623,'0'-50,"50"50,-50 25,0 25,24-26,-24 1,0 25,0-25,0-75,0 25,0 0,25-24,25-1,-1 25,-24 25,25 0,-50 25,0 0,0 0,0 24,0-24,0 0,25-25,-25 50,24-50</inkml:trace>
  <inkml:trace contextRef="#ctx0" brushRef="#br0" timeOffset="114187.51">11510 6251,'25'0,"49"0,-49 0,24-25,1 25,0 0,-1-50,1 50,-25 0,-25-24,49 24,-24 0,-25-25</inkml:trace>
  <inkml:trace contextRef="#ctx0" brushRef="#br0" timeOffset="114885.2651">11708 6028,'0'-25,"0"0,-49 25,49 50,0 24,0 25,0 0,0 1,0-26,24-24,-24-1,0 1,0-25,25-25,-25-25</inkml:trace>
  <inkml:trace contextRef="#ctx0" brushRef="#br0" timeOffset="120367.5527">12899 5928,'0'-49,"0"24,0 0,0-25,0 75,0 25,0 24,0 26,0-1,0-25,0 1,-50-26,50 1,0-1,0-24</inkml:trace>
  <inkml:trace contextRef="#ctx0" brushRef="#br0" timeOffset="120779.3874">12874 6276,'0'-50,"0"25,25 25,-25-25,25 25,24 0,-24 50,-25-25,0 0,25 24,-25-24,0 25,0-26,49-24,-24 0,0 0,25 0,-26-24,1 24,25-25</inkml:trace>
  <inkml:trace contextRef="#ctx0" brushRef="#br0" timeOffset="122055.4319">14015 5779,'0'-49,"0"24,-50 25,26 0,-1 0,-25 0,50 74,0-24,-25 25,25 24,0 25,0 0,0-25,0 0,0-24,0-26,0 1,0-1,0 1,0 0,0-26</inkml:trace>
  <inkml:trace contextRef="#ctx0" brushRef="#br0" timeOffset="122274.4062">13742 6449,'0'0,"0"-49,0 24,25 25,-25-25,50 25,-26 0,26 0,-25 0,0 0,24-50,1 50</inkml:trace>
  <inkml:trace contextRef="#ctx0" brushRef="#br0" timeOffset="122648.514">14387 5804,'-25'-49,"0"49,-24 0,24 0,25 49,-25 1,25 49,0 25,0 75,0-26,0-74,0 1,0-1,50-50,-25-24,24 25,1-50,-1 0,-24 25</inkml:trace>
  <inkml:trace contextRef="#ctx0" brushRef="#br0" timeOffset="123292.7253">14511 6276,'0'0,"0"-25,0 0,25 25,49-50,-49 50,25 0,-25 0,-25 75,0-26,0 1,0 0,0-1,0-24,-25-25,25 50,-25-50,0 0,25-25,0 0,0 0,25-49,-25 49,74 0,26-49,-76 74,1-50,25 50,-50-49,49 49,-49-50,0 25,0 0,-49 25,24 25,25 0,0 25,0-26,0 26,0-25,0 24,0-24,50 0,-1-25</inkml:trace>
  <inkml:trace contextRef="#ctx0" brushRef="#br0" timeOffset="123728.3985">15181 6251,'0'0,"25"25,-25-1,0 26,0-25,0 0,0 24,49-49,-49-25,25 25,-25-74,25 74,-25-25,25 25,24 25,-49 0,0 0,0-1,0 26,0-25,0 24,25 1</inkml:trace>
  <inkml:trace contextRef="#ctx0" brushRef="#br0" timeOffset="123975.4874">15776 6325,'0'25,"0"0,0 0,0 24,0-24,0 0,-25 24,1 1</inkml:trace>
  <inkml:trace contextRef="#ctx0" brushRef="#br0" timeOffset="124943.3872">16396 5978,'0'0,"0"-25,25 50,-25 25,50-26,-26-24,-24 50,50-50,24 0,-49 0,0 0,-25-50,0 1,0-1,0 100,0-1,0 1,0 0,0 24,0 0,0 1,0-1,0 1,0-26,0-24,0 25,-50-50,26 0,-1-50,25 0,-50-24,50 0,0-1,0 26,0 24,0-25,0 25,50 25,-25 0,-1 0,1 0</inkml:trace>
  <inkml:trace contextRef="#ctx0" brushRef="#br0" timeOffset="125369.487">16793 6300,'0'-24,"25"24,-25 24,50 51,-50-50,0-1,0 26,0-25,0-75,0 25,24-24,-24 24,50 25,-50-74,50 74,-1 0,-24 49,-25-24,0 0,0 0,0 49,0-49,50-25</inkml:trace>
  <inkml:trace contextRef="#ctx0" brushRef="#br0" timeOffset="125671.4821">17240 5879,'49'25,"1"24,-25 26,24 49,-49-25,50 50,-50-25,0 24,0-73,0-26,-25 1,-49 0,-26 24,-73-24</inkml:trace>
  <inkml:trace contextRef="#ctx0" brushRef="#br0" timeOffset="127253.5163">14586 6102,'0'0,"0"-25,24 25,1 0,0 0,25 0,-26 0,-24 50,25-25,-25-1,0 26,0 24,0-24,0-25,-49 24,24 1,0-50,25 25</inkml:trace>
  <inkml:trace contextRef="#ctx0" brushRef="#br0" timeOffset="127905.3666">14982 6127,'0'-50,"0"25,0 1,-24 24,24 24,-25-24,25 75,-50-75,50 74,0-24,0-25,0-1,0 1,0 50,0-51,25-24,25 25,-1-25,1 0,-25 0</inkml:trace>
  <inkml:trace contextRef="#ctx0" brushRef="#br0" timeOffset="128519.4794">15007 6052,'-25'0,"-24"0,49 25,-75 25,75-25,-24 24,24-24,0 0,-25 24,25 1,0-25,25-25,24 49,1-49,-25 0</inkml:trace>
  <inkml:trace contextRef="#ctx0" brushRef="#br0" timeOffset="129097.2934">14586 6176,'0'0,"0"-24,24-26,26 50,0 0,-1 0,1 0,-1 0,-49 50,0-26,0 26,0 0,0-1,-24 1,24-1,-50-24,0 25,1-50,24 0,25-25</inkml:trace>
  <inkml:trace contextRef="#ctx0" brushRef="#br0" timeOffset="129728.5039">14982 6102,'-24'0,"24"25,-50 0,50 49,0-49,0 0,0-1,0 26,25-50,0 25,24-25,1 0</inkml:trace>
  <inkml:trace contextRef="#ctx0" brushRef="#br0" timeOffset="130199.4543">14635 6127,'0'-25,"50"25,-25 0,-1 0,26 74,-50-24,0-25</inkml:trace>
  <inkml:trace contextRef="#ctx0" brushRef="#br0" timeOffset="137896.2486">4862 8682,'0'24,"50"-24,-50 25,0 0,-25-25,25-25,25 25,-25 25,0 0,-25-25,0 0,25-50,0 25,0-24,50 49,-1 0,-24 0,0 0,25 0,-50 25,49 24,-49-24,0 0,0 49,-25-24,1-1,-26 1,0 25,1-51,-1 1,25-25,25 50,-49-50,49-25,0 0,0 0,0 1,24 24,1 0,25 0,-1 0,-24 0,-25 24,50-24,-50 50,74-50,-49 0</inkml:trace>
  <inkml:trace contextRef="#ctx0" brushRef="#br0" timeOffset="139837.4627">5532 8607,'0'0,"0"-25,-50 1,25-26,-24 25,24-24,-25 49,50-25,-49 25,-1 0,1-25,-26 25,50 0,1 0,-26 0,25 0,0 0,0 0,-24 0,24 0,0 0,-49 0,49 0,25 25,-50-25,26 49,-26-49,50 50,-74-50,74 50,-50-50,50 49,-25-49,25 75,-25-26,25-24,0 0,-49 24,49-24,0 25,0-25,0 24,0 1,0 24,0-49,0 0,25 25,-25-26,24-24,-24 50,50 0,0-1,-26-24,26 25,-25-50,49 0,-24 24,-1-24,-24 0,25 0,24 0,-49 0,0 0,25 0,-1 0,-49-24,75 24,-26-50,1 50,-50-25,49 25,-24-49,25 49,-50-25,25 25,-1-25,26 25,-50-50,25 26,-25-1,25 25,-25-50,0 25,49 25,-49-24,0-1,0-25,0 25,0 0,0-24,0 24,0 0,0 0,-25 25,25-49,0 24,-24 25,24-25,0 0,0-24,-25 49,25-25,-25 25,25-25,-50 25</inkml:trace>
  <inkml:trace contextRef="#ctx0" brushRef="#br0" timeOffset="142409.3397">6623 8756,'0'-25,"0"0,0 1,0 48,25 1,0 25,24-50,-49 49,50-49,-25 0,0 0,-25-24,49 24,-49-50,0 25,0 0,25-49,-25 49,0 0,0 50,0 0,0 25,0-1,0 1,0 24,0 25,0 1,0-1,0-25,0 1,0-1,50-24,-50-1,0 1,0 0,0-26,0 1,-25 25,0-50,25 25,-25-25,-24 0,24 0,-25 0,1-50,-1 0,50 26,0-51,-25 50,25-49,0 24,0 1,50-1,-1 25,-24 25,0-49,49 49,-24 0,0 0,-26 0,1 0</inkml:trace>
  <inkml:trace contextRef="#ctx0" brushRef="#br0" timeOffset="143971.4508">7194 9699,'0'-25,"0"0,25 25,-1 25,-24 49,0 1,0-26,0-24,0 0,0 24,0-73,0-26,0 25,0 0,0-24,50 24,-50 0,25 25,-25-49,25 49,-1 0,26 0,-50 24,0 51,0-50,0-1,0 1,0 25,0-1,0-24,25-25,0 0,24 0,26 0</inkml:trace>
  <inkml:trace contextRef="#ctx0" brushRef="#br0" timeOffset="144315.451">7665 9872,'74'0,"-49"0,0-49,0 49,24 0,-24-25,25 25</inkml:trace>
  <inkml:trace contextRef="#ctx0" brushRef="#br0" timeOffset="144811.4753">7814 9699,'0'-25,"0"-25,0 75,0 0,0 24,0 1,0 0,0 24,0-49,0 0,0-1,0 26,49-50,-24 0</inkml:trace>
  <inkml:trace contextRef="#ctx0" brushRef="#br0" timeOffset="145296.4406">8111 9674,'0'-50,"0"25,0 50,0 25,0-1,50 51,-50-51,0 1,0-25,0 24,0 1</inkml:trace>
  <inkml:trace contextRef="#ctx0" brushRef="#br0" timeOffset="146767.8046">7491 8186,'0'-50,"0"75,0 0,0-1,0 1,0 50,0-26,0 1,0-25,0 24,0-24</inkml:trace>
  <inkml:trace contextRef="#ctx0" brushRef="#br0" timeOffset="147437.4692">7715 8136,'0'0,"0"-25,0 50,-25 25,25-26,-50-24,50 75,-49-75,49 25,-25-25,25 24</inkml:trace>
  <inkml:trace contextRef="#ctx0" brushRef="#br0" timeOffset="147863.1743">7566 8334,'25'0,"24"0,-49 50,75-25,-51-25,-24 49,50-49,-50 50,25-50,24 25</inkml:trace>
  <inkml:trace contextRef="#ctx0" brushRef="#br0" timeOffset="149258.2248">7938 8111,'0'-25,"0"1,25 24,-25 24,74 26,-49 0,24 24,-24-24,-25-26,50 1,-50 25,0-25,0-1,-25 26,-25-25,26 24</inkml:trace>
  <inkml:trace contextRef="#ctx0" brushRef="#br0" timeOffset="149851.1343">7268 8111,'0'0,"0"50,-49 24,49 1,0 24,0-25,0 1,24-26,1-24,0-25,49 50,-24-50,0 0</inkml:trace>
  <inkml:trace contextRef="#ctx0" brushRef="#br0" timeOffset="151027.1641">9054 9153,'-25'0,"75"-25,24 25,-24 0,-25 0,24 0,-24 0,25 0</inkml:trace>
  <inkml:trace contextRef="#ctx0" brushRef="#br0" timeOffset="151379.2214">9104 9351,'-50'0,"50"25,25-25,0 0,24 0,1 0,-1 0,1 0,0 0,24 0,-49 0,0 0</inkml:trace>
  <inkml:trace contextRef="#ctx0" brushRef="#br0" timeOffset="158029.4321">10394 8855,'0'-49,"0"24,-25 25,25-25,0 0,-50-24,50 73,25 26,-25-25,25 0,-25 24,49-49,-49 50,75-50,-26 0,1 0,-50-25,0-25,0 1,0 24,0 75,0 24,25 25,-25-24,0 24,0-25,49 1,-49-26,0 1,0-25,0 24,0 1,0-25,-49-25,24 0,-25 0,1-50,49 25,-50 1,50-26,0 25,0-24,0 24,0-25,0 25,0 1,0-26,0 0,50 50,-50-24,49 24,-24 0,0 0,25 0</inkml:trace>
  <inkml:trace contextRef="#ctx0" brushRef="#br0" timeOffset="158772.443">10865 9401,'0'0,"0"-25,25 25,-1 0,-24-25,25 25,0 0,-25 50,0-25,0 24,0-24,0 25,0-25,0-50,0 0,0-49,0 49,0 0,50 25,-26-50,1 50,25 0,-50 50,0-25,0 0,0-1,0 26,0-25,25-25,-25 74,0-49,24-25,26 0,-25 0,24 0</inkml:trace>
  <inkml:trace contextRef="#ctx0" brushRef="#br0" timeOffset="159454.6188">11510 9079,'-25'0,"-25"0,100 0,0 0,-1 0,26 0,-1 0,-24 0,-1 0,-24 0,25 0,-50-25</inkml:trace>
  <inkml:trace contextRef="#ctx0" brushRef="#br0" timeOffset="159971.2377">11659 8781,'-25'0,"25"-25,0 99,25 26,-25 49,0-25,24 24,-24-48,0-26,0-24,0-26,50-24,-50 50,0-75,0 0</inkml:trace>
  <inkml:trace contextRef="#ctx0" brushRef="#br0" timeOffset="162476.5343">12626 8310,'0'-50,"0"25,0 0,0 75,0 24,0 26,0-26,0 0,0-24,0 0,0-1,0-24,0 25,0-75,0 0,0 0,0-24,0 24,50 25,-50-50,24 25,1 25,25 0,-25 0,-25 25,0 25,0-25,0 24,49-24,-49 25,0-1,50-49,-25 0,-1-25,26 25,-50-24</inkml:trace>
  <inkml:trace contextRef="#ctx0" brushRef="#br0" timeOffset="163068.9504">12477 9054,'-50'0,"26"0,73 0,1 0,24 0,26 0,24 0,0 0,24 0,-48 0,-26 0,-49 0,0 0</inkml:trace>
  <inkml:trace contextRef="#ctx0" brushRef="#br0" timeOffset="163902.7196">12849 9401,'-25'0,"1"0,-26 0,75 0,-50 0,0 0,25-25,75 25,-26 0,-24 0,-25 25,0 49,0-49,0 25,0-1,0-24,-25 25,-24-25,24-25,25 49,-50-49,25 0,25-49,0-1,50 50,-25 0,49 25,-24-25,-25 25,-1-25,26 0,-25 49,24-49</inkml:trace>
  <inkml:trace contextRef="#ctx0" brushRef="#br0" timeOffset="165911.3482">13693 8210,'-25'0,"0"0,-25 0,75 0,0 0,25 0,-1-24,1 24,-1 0,-24 0,0 0</inkml:trace>
  <inkml:trace contextRef="#ctx0" brushRef="#br0" timeOffset="166512.7354">13643 8260,'0'99,"0"0,0 75,50 0,-50 24,0 1,49-26,-49 1,0-75,50 25,-50-50,0-24,0 0,0-1,0-24,0 25,49 24,-49-24,0-1,0 1,25-25,-25 24,0-24,25-25,25 0,-26-49,51 49,-26-25,-24 25,0-50,25 50,-26 0</inkml:trace>
  <inkml:trace contextRef="#ctx0" brushRef="#br0" timeOffset="172991.2706">14337 8731,'0'-25,"0"-24,0 24,0 0,0-24,-49 49,24 0,0 0,25 24,-49 26,49-25,0 24,0-24,-25 25,25-25,0 24,0 26,0-26,0 1,49 0,-49-1,25 1,-25-25,0 24,0-24,0 25,-49-26,24-24,0 0,25-24</inkml:trace>
  <inkml:trace contextRef="#ctx0" brushRef="#br0" timeOffset="173261.7123">14065 9103,'0'-49,"0"24,24 25,1-25,0 25,0 0,49 0,-24 0,-1 0,1 0,-25 0</inkml:trace>
  <inkml:trace contextRef="#ctx0" brushRef="#br0" timeOffset="173863.1764">14759 8582,'0'0,"-25"0,-24 0,24 0,25 25,-50 50,50 24,-24 0,24 25,0 0,0-25,0-24,24-26,1-24,25 25,-1-50,1 25,-25-25,24 0</inkml:trace>
  <inkml:trace contextRef="#ctx0" brushRef="#br0" timeOffset="174875.4077">14685 8855,'0'-25,"25"1,24 24,-24 0,25 0,-1 0,-49 24,0 51,0-26,0-24,0 0,0 25,-25-50,25 49,-49-49,49 25,-25-25,25-49,0 24,74 0,-24-25,-25 25,24-24,-49 24,25 25,-25-25,0-24,0 73,-49-24,49 75,0-26,0-24,0 0,0 25,49-1,-24-49,-25 25,50-25,-1 0</inkml:trace>
  <inkml:trace contextRef="#ctx0" brushRef="#br0" timeOffset="175630.4408">15181 9079,'0'-25,"25"25,-1 0,26 0,-50 25,0 24,0 26,0-51,0-73,0 24,25 25,-25-50,25 50,24-49,-24 49,-25 25,0 24,0 1,0-1,0-24,25-25,24 0,1 0,0 0</inkml:trace>
  <inkml:trace contextRef="#ctx0" brushRef="#br0" timeOffset="175985.4229">15826 8979,'0'25,"0"25,0-1,0-24,0 0</inkml:trace>
  <inkml:trace contextRef="#ctx0" brushRef="#br0" timeOffset="180724.3164">16099 8781,'0'-25,"-25"25,25-50,0 26,0-1,0 50,0 24,25-49,-25 50,49-50,1 49,-25-49,24 0,-49-24,0-1,0 0,0 0,0-24,0 73,0 26,25 0,-25-1,0 1,0-1,25 26,-25-25,0-1,0-24,0 0,0 24,0 1,0-25,-25-25,0 0,-24 0,49-50,-25 1,25-1,0 25,0 0,0-49,0 24,0 25,25 1,49 24,-24 0,-26 0</inkml:trace>
  <inkml:trace contextRef="#ctx0" brushRef="#br0" timeOffset="181648.4025">16495 9178,'0'-25,"0"0,25 25,25 75,-50-26,0-24,0 0,0-50,0-25,0 26,0-1,25 25,-25-25,24 25,26 0,-25 0,-25 25,0 0,0 24,0-24,0 0,25-25,0 0,49 0</inkml:trace>
  <inkml:trace contextRef="#ctx0" brushRef="#br0" timeOffset="183131.1889">16744 8607,'-25'0,"25"-25,25 50,-1-25,26 75,0-51,-26 26,51 0,-50-1,24 1,-49 24,25-24,-25 0,0-1,0 1,0-1,0 1,0-25,-50 24,1-24,-1 0</inkml:trace>
  <inkml:trace contextRef="#ctx0" brushRef="#br0" timeOffset="186349.2282">17537 9079,'-25'0,"1"0</inkml:trace>
  <inkml:trace contextRef="#ctx0" brushRef="#br0" timeOffset="192385.5756">17488 9103,'-25'0,"74"0,-24 0,25 0,-1 0,1 0,25 0,-26 0,-24 0,0 0,24 0,-49-49,25 49</inkml:trace>
  <inkml:trace contextRef="#ctx0" brushRef="#br0" timeOffset="192978.9106">17736 8979,'-25'-49,"25"24,0 0,0 50,0 24,0 26,0 74,0-75,50-24,-50-1,0 1,0-25,24-25</inkml:trace>
  <inkml:trace contextRef="#ctx0" brushRef="#br0" timeOffset="195371.2053">18802 8632,'0'-25,"0"0,0-24,-25 49,-24 0,24 0,25 25,-25 24,25-24,0 25,0 24,0-24,0 24,0-24,0 24,0-24,0 24,0-24,0-25,0 24,0 1,0-25,-49-1,24-24,0 0</inkml:trace>
  <inkml:trace contextRef="#ctx0" brushRef="#br0" timeOffset="195594.3783">18480 9079,'0'0,"0"-25,0-25,25 50,24-25,26 25,-26-49,1 49,-1 0,-24 0,25 0</inkml:trace>
  <inkml:trace contextRef="#ctx0" brushRef="#br0" timeOffset="198836.4153">19224 8533,'25'0,"-75"0,25 49,25 1,0-25,0 0,-49 24,49 1,0 24,0 1,0-1,0-24,0-1,0 1,0-25,49 24,1 1,-25-50,-25 25,25-25,24 0</inkml:trace>
  <inkml:trace contextRef="#ctx0" brushRef="#br0" timeOffset="200021.4044">19447 8855,'0'-49,"0"24,50 25,-1 0,-24 0,-25 25,0 24,0-24,0 0,0 0,0 24,-25-49,25 50,-49-50,-1 25,50-75,25 50,-25-50,50 50,-26-74,26 49,0 0,-26-24,-24 24,-24 25,24 50,-50-1,50-24,0 0,0 0,25-25,-25 49,25-49,24 0,-49 25,50-25</inkml:trace>
  <inkml:trace contextRef="#ctx0" brushRef="#br0" timeOffset="200599.2643">19770 9004,'49'0,"-49"25,0 25,0 24,0-49,0 24,0-73,0-26,0 0,25 26,25-26,-25 50,-25-25,24 25,-24 25,0 25,0-26,0 51,0-26,25-24</inkml:trace>
  <inkml:trace contextRef="#ctx0" brushRef="#br0" timeOffset="200845.3817">20043 9153,'24'0,"51"0,-26 0,-49-25,50 25,-25 0</inkml:trace>
  <inkml:trace contextRef="#ctx0" brushRef="#br0" timeOffset="201302.5288">20241 9054,'0'-25,"-50"25,50 25,0 24,0 1,0 0,0-1,0-24,0 25,0-26,25-24</inkml:trace>
  <inkml:trace contextRef="#ctx0" brushRef="#br0" timeOffset="201753.3608">20415 9004,'0'-25,"0"50,24 0,-24 25,0-1,0-24,0 0,0 0,50-25,-50 49</inkml:trace>
  <inkml:trace contextRef="#ctx0" brushRef="#br0" timeOffset="202392.3632">21010 8880,'25'50,"-25"-26,0 26,0 25,0-51,0 26,-99 24,74-74,25 25,-50-25</inkml:trace>
  <inkml:trace contextRef="#ctx0" brushRef="#br0" timeOffset="203404.2016">21184 8582,'0'-24,"0"-1,0 99,0-49,49 49,-24-49,0-25,24 0,-24-49,-25-26,0 26,0 24,0 74,0 1,0 24,0 1,0-1,50 1,-50-1,0 1,0-26,0 1,0-25,-25 49,0-74,-24 0,49-25,-50-49,50 49,0 0,0-24,25 24,0 25,-1 0</inkml:trace>
  <inkml:trace contextRef="#ctx0" brushRef="#br0" timeOffset="220654.6324">21580 9277,'0'-25,"25"25,-25 25,0 25,0-1,0-24,0 0,0-50,0 0,0 0,25 25,-25-24,0-26,25 50,-25-25,25 0,24 25,-49 25,0 0,0 25,0-26,0 1,0 0,0 25,0-26,25-24,0 0,24 0</inkml:trace>
  <inkml:trace contextRef="#ctx0" brushRef="#br0" timeOffset="229512.9347">22052 9401,'-25'0,"-25"0,25 0,75 0,-25 0,0 0,0 0,24 0,1 0,-25 0</inkml:trace>
  <inkml:trace contextRef="#ctx0" brushRef="#br0" timeOffset="230126.4192">22077 9302,'0'0,"0"-50,0 75,0 0,0 0,0 24,0 1,0 24,0-24,0-25,0 49,0-49,24-25</inkml:trace>
  <inkml:trace contextRef="#ctx0" brushRef="#br0" timeOffset="230780.751">22349 9302,'25'-50,"-25"100,0-1,0-24,0 0,0 0,0 24,0 1,0-25,0 0</inkml:trace>
  <inkml:trace contextRef="#ctx0" brushRef="#br0" timeOffset="240048.4366">21556 8012,'0'-25,"0"-25,24 50,-24-24,0-1,25 25,-25-25,0 50,0 0,0-1,0 26,0-25,0 0,0 0,0 24,0-74,0 1,50-1,-25-25,24 0,1 26,-25-26,24 50,-49-25,25 25,-50 0,-24 50,24-50,25 25,-25-25,25 24,-50-24,50 50,0-25,0 0,25-25,-25 25,50-25,-1 0,-49 49,25-49,-25 25</inkml:trace>
  <inkml:trace contextRef="#ctx0" brushRef="#br0" timeOffset="240669.3434">21928 8037,'0'0,"49"0,26 0,-75-25,49 25,-24 0</inkml:trace>
  <inkml:trace contextRef="#ctx0" brushRef="#br0" timeOffset="241217.351">22275 7838,'0'-25,"0"100,0-50,0-1,0 26,0 0,0-25</inkml:trace>
  <inkml:trace contextRef="#ctx0" brushRef="#br0" timeOffset="241728.6939">22424 7665,'0'-25,"49"25,-24 0,-25 49,0-24,50 25,-50-1,0 1,25 24,-25-49,0 0,0 25,0-25,-25-1,-25 26,1-25</inkml:trace>
  <inkml:trace contextRef="#ctx0" brushRef="#br0" timeOffset="242379.8206">21456 7640,'0'25,"0"24,-49 1,49-1,-25 26,25-1,0 1,0-26,0-24,0 25,25-50,49 49,1-49,24 0,0 50</inkml:trace>
  <inkml:trace contextRef="#ctx0" brushRef="#br0" timeOffset="243146.3539">22647 8384,'0'-50,"-50"50,75 0,0 0,25 50,-1-25,26 49,-26 1,26 49,-26-25,-49-25,25 1,-25-1,0 1,0-1,-25-24,0-1,-24-24,24 25,-25-26</inkml:trace>
  <inkml:trace contextRef="#ctx0" brushRef="#br0" timeOffset="244763.3202">22796 7417,'49'0,"1"0,24 0,-24 0,-25 0,25 0,-26 0,-24 74,50-24,-50 24,0 0,50 50,-50 0,0 50,0 0,49 24,-49 1,0 24,0 0,50 100,-50-100,49 0,-49 0,0-99,0-24,0-51,25 1,-25-25,-49-25,24 0,-25 0,1 0,24 0,-25 0,-49 0,-50 0,25 0,-25 24,25-24,25 0,0 25,49-25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7:58:37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695 10864,'49'0,"1"0,0 0,-1 0,-24 0,50 0,-1 0,-24 0,24 0,0 0,-24 0,24 0,-24 0,24 0,1 0,24 0,50 0,-25 0,25 0,-25 0,49 0,-49 0,50 0,24 0,26 0,24 0,0 0,25 0,-25 0,0 0,-99 0,49 0,25 0,-49 25,-25-25,24 0,-49 0,124 0,-148 0,-1 0,-25 0,1 0,-1 0,-24 0,-1 0,26 0,-50 0,-50 0,-25 0</inkml:trace>
  <inkml:trace contextRef="#ctx0" brushRef="#br0" timeOffset="1400.116">3151 9971,'0'0,"0"-49,0 24,0 0,0 50,0 25,0-1,0-24,0 0,0 25,0-26,0 26,-50 0,50-1,0 1,0 24,-25-49,25 25,0-26,0 26,0 0,0 49,0 25,0 25,-49-25,49 49,-50 26,50-1,-50-24,50-1,0-73,0-1,0 25,0 0,0 50,-49 49,49 50,-50 49,50 25,0-24,0-1,-74 50,74-74,0-75,0-24,0-26,0 1,0-25,0 49,24 75,-24 74,0-24,0-1,0-24,0-75,0-24,0-51,50-73,-50-1,0-49,0 25,0-25</inkml:trace>
  <inkml:trace contextRef="#ctx0" brushRef="#br0" timeOffset="2937.9608">1439 11261,'0'-24,"25"-1,0 25,24 0,1 0,-25 0,-25 49,0-24,0 25,0-1,0-24,0 25,-75-50,75 25,0-50,25 25,0-75,24 75,1-99,-25 74,24-24,-49 24,50 25,-50-25,0 0,0-24,-50 98,26 1,24 0,0-1,0 1,0-1,0 1,0 24,0-49,74 25,-24-50,-25 0</inkml:trace>
  <inkml:trace contextRef="#ctx0" brushRef="#br0" timeOffset="3325.8551">2034 11609,'0'-50,"25"50,0 0,25 50,-50-1,0-24,0 0,0 24,-50-49,-24 0,49 0,25-24,-50-1,50-25,0 25,0 1,25 24,0 0,24 0,-24 0</inkml:trace>
  <inkml:trace contextRef="#ctx0" brushRef="#br0" timeOffset="4363.134">3597 11187,'0'0,"0"-25,0-25,0 26,50 24,-50 49,49-24,-49 0,50 25,-25-50,24 49,1-49,-25 0,24-25,-49-49,0 49,0-25,0 100,0 0,0-1,0 26,0 24,0 0,0 0,0-24,0-1,0-24,-49-1,49-24,-50 25,0-50,1 0,24 0,0 0,-24-50,49 1,-50-1,50 0,0 26,0-26,25 50,24-50,26 50,-1 0,1 0,-26 0</inkml:trace>
  <inkml:trace contextRef="#ctx0" brushRef="#br0" timeOffset="4738.0106">4267 11733,'0'0,"25"0,-25-50,24 50,1 0,25 0,-50 25,0 24,0-24,0 0,0 25,-25-26,-49-24,-1 0,26 0,49-49,0 24,0 0,0-24,24 49,26 0,-25 0,24 0,-24 0</inkml:trace>
  <inkml:trace contextRef="#ctx0" brushRef="#br0" timeOffset="9775.8323">1117 17264,'0'0,"0"-25,-25 25,25-25,0-24,0 24,0 0,49 25,-24 0,0 0,49 0,-49 0,25 0,-50 75,0-51,0 1,0 25,0-1,0 1,-25-25,-25 24,1-49,24 0,25-24,25-51,-25 50,25 25,-25-49,49-1,1 1,24-1,-49 0,25 26,-50-1,-25 25,0 0,0 25,25 24,0-24,0 25,0-26,0 1,0 0,0 25,0-26,25-24,25 50,-1-50</inkml:trace>
  <inkml:trace contextRef="#ctx0" brushRef="#br0" timeOffset="10406.5147">1563 17462,'0'-24,"0"-1,25 25,24 0,-24 0,-25 25,25 24,-25-24,0 0,0 25,0-26,0 1,0 25,0-75,0-25,0 1,0-1,0 25,50-24,-26 49,-24 24,25 26,-25-25,0 0,0 49,0 1,0-51,50-24,-50 25</inkml:trace>
  <inkml:trace contextRef="#ctx0" brushRef="#br0" timeOffset="13557.5467">1439 12576,'0'0,"0"-25,0-24,0 24,0 0,50 25,24 0,0 0,-49 0,-25 50,0-1,0 50,0-74,-25 0,-24 25,24-50,25 24,-25-24,25-24,25-26,0 25,24 0,-24-24,50-1,-51 1,-24-1,0 25,0 50,-49 25,49-1,0 1,0 24,0-24,25-1,-25 1,49-50,-49 50,50-50</inkml:trace>
  <inkml:trace contextRef="#ctx0" brushRef="#br0" timeOffset="13805.3784">1935 12774,'0'0,"0"-49,0 24,0 75,25-1,-25-24,0 25,0-1,0 26</inkml:trace>
  <inkml:trace contextRef="#ctx0" brushRef="#br0" timeOffset="14562.9096">1439 13643,'-25'0,"25"-50,25 0,0 50,24 0,1 0,-25 25,-25 25,0-25,0-1,0 26,-25-50,25 50,-50-50,50-25,25 0,-25 0,50 25,-50-49,49 49,-49-75,25 50,-25 1,0 48,0 26,0 24,0-49,0 0,75 25,-26-26</inkml:trace>
  <inkml:trace contextRef="#ctx0" brushRef="#br0" timeOffset="14897.5973">1886 13767,'0'-50,"0"25,24 25,1 0,-25 50,0-1,0 1,0-25,0 24,0 1,0-25,-49-25,49 25,24-25,26 0,0 0,-26 0,1 0,25 0</inkml:trace>
  <inkml:trace contextRef="#ctx0" brushRef="#br0" timeOffset="15377.7678">1563 14362,'0'0,"0"25</inkml:trace>
  <inkml:trace contextRef="#ctx0" brushRef="#br0" timeOffset="15559.1123">1613 14585,'0'50</inkml:trace>
  <inkml:trace contextRef="#ctx0" brushRef="#br0" timeOffset="15723.8749">1637 14833</inkml:trace>
  <inkml:trace contextRef="#ctx0" brushRef="#br0" timeOffset="15850.9246">1637 14957,'0'25</inkml:trace>
  <inkml:trace contextRef="#ctx0" brushRef="#br0" timeOffset="16701.0377">1365 14511,'0'-25,"24"0,1 25,0 0,25 0,-26 0,1 25,-25 0,75 24,-75-24,0 25,0-25,0 24,-50-24,0 49,26-49,24-99,49 24,-24 25,25-24,-26-1,-24 25,50-24,-50 24,0 0,0 0,-25 25,25 50,-25 0,25 24,0-49,0 24,0-24,0 25,50-50,0 25</inkml:trace>
  <inkml:trace contextRef="#ctx0" brushRef="#br0" timeOffset="17082.3627">1836 14709,'0'0,"50"-25,-26 25,1 0,25 0,-50 25,0 50,-25-75,25 49,-25-49,50 0,-25 25,25-25,-25 25,49-25,-49 49,0 1,-24 0,-1-50,-25 49,1 1,24-25</inkml:trace>
  <inkml:trace contextRef="#ctx0" brushRef="#br0" timeOffset="17275.5364">1712 15404,'0'0,"0"74</inkml:trace>
  <inkml:trace contextRef="#ctx0" brushRef="#br0" timeOffset="17432.926">1712 15925</inkml:trace>
  <inkml:trace contextRef="#ctx0" brushRef="#br0" timeOffset="17593.4957">1712 16222,'0'50</inkml:trace>
  <inkml:trace contextRef="#ctx0" brushRef="#br0" timeOffset="17749.6092">1712 16594,'0'0</inkml:trace>
  <inkml:trace contextRef="#ctx0" brushRef="#br0" timeOffset="20934.7498">3498 12626,'0'-25,"0"0,0-25,-25 50,25 50,25 24,-25-49,25 0,49 49,-49-74,0 0,24-49,-49 24,0-25,0 26,0-26,0 25,0 50,0 25,0-1,0 26,0-1,0 0,0 1,0-1,0 1,0-26,-25-24,25 0,-49-25,49 50,-25-50,-49-50,74 25,-25-25,25 1,0-1,0 1,0 24,49 25,1 0,-25 49</inkml:trace>
  <inkml:trace contextRef="#ctx0" brushRef="#br0" timeOffset="21153.3751">3919 13097,'0'0,"0"25,50-1,-50 1,0 25,0 0,0-26,0 26</inkml:trace>
  <inkml:trace contextRef="#ctx0" brushRef="#br0" timeOffset="21413.7976">4143 12849,'0'0,"-25"0,75 0,-1 0,1 0,-25 0</inkml:trace>
  <inkml:trace contextRef="#ctx0" brushRef="#br0" timeOffset="21573.6668">4168 13047,'74'0,"-24"-25,-1 25</inkml:trace>
  <inkml:trace contextRef="#ctx0" brushRef="#br0" timeOffset="21984.5328">4564 12576,'0'0,"25"-50,25 50,-1 0,-24 0,-25 50,0-25,0 24,0 26,0-26,-25 26,25-50,-49-1,49 1,0 25,0-25,0-1</inkml:trace>
  <inkml:trace contextRef="#ctx0" brushRef="#br0" timeOffset="22146.8427">4688 13320,'0'25</inkml:trace>
  <inkml:trace contextRef="#ctx0" brushRef="#br0" timeOffset="23205.8445">3175 14064,'0'-25,"-24"25,24-24,0-26,0 0,0 75,0 0,24-25,26 25,-25-25,-25-25,0-25,25 50,-25 50,0 49,49 25,-49-49,0-1,0-24,0-25,0 24,-49-49,-1 0,50-25,-25 1,25-26</inkml:trace>
  <inkml:trace contextRef="#ctx0" brushRef="#br0" timeOffset="23546.6686">3473 14337,'0'-25,"50"0,-26 25,1 0,25-49,-25 49,24 25,-49 24,0-24,0 0,0 25,0-26,0 1,-49 25,49-25,-75-25,75 49,50-74,24 25,-24-49,24 49</inkml:trace>
  <inkml:trace contextRef="#ctx0" brushRef="#br0" timeOffset="23737.86">3969 14139,'0'-25,"25"-25,25 50,-1 0,1 0</inkml:trace>
  <inkml:trace contextRef="#ctx0" brushRef="#br0" timeOffset="23883.1147">4019 14312,'25'-25,"24"25,26-49,-1 49</inkml:trace>
  <inkml:trace contextRef="#ctx0" brushRef="#br0" timeOffset="24182.8123">4416 13866,'0'-50,"0"1,24 49,51 0,-50 0,-25 24,24 1,-24 0,0 25,0 24,0-24,0-1,0 1,0-25,-49 24,49-24,-25 25</inkml:trace>
  <inkml:trace contextRef="#ctx0" brushRef="#br0" timeOffset="24345.3781">4589 14610,'0'50</inkml:trace>
  <inkml:trace contextRef="#ctx0" brushRef="#br0" timeOffset="30113.6839">11411 10567,'0'0,"0"-50,0 100,0-25,0 24,0 26,0 49,0 74,-25 50,25 99,0 25,-75 100,75-1,0 0,0 75,0-75,0-99,0-99,0 0,0-74,0-51,0-73,0-26,0-24,-25-25</inkml:trace>
  <inkml:trace contextRef="#ctx0" brushRef="#br0" timeOffset="32289.5143">11411 10443,'24'0,"26"0,-25 0,24 0,1 0,24 0,26-25,24 25,-25 0,50 0,49 0,1 0,49 0,49-74,26 74,74 0,74 0,149 0,50 0,99-75,-75 75,26 0,-100 0,-75 0,-148 0,-50 0,-24 25,-50-25,-75 0,-49 0,-25 50,-74-50,-26 0,-73 0</inkml:trace>
  <inkml:trace contextRef="#ctx0" brushRef="#br0" timeOffset="34244.4963">3200 12452,'0'0</inkml:trace>
  <inkml:trace contextRef="#ctx0" brushRef="#br0" timeOffset="38878.8235">12800 11088,'0'-25,"0"50,0-1,24 1,-24 25,25-25,25 24,-1-49,-24 0,25 0,-25 0,-25-49,0-1,0 0,49 50,-49-49,0 98,0-24,0 0,-25 25,25-1,0 1,0 0,0-1,0 1,0-1,0 26,0-26,0 1,0 0,0 24,-24-74,24 25,-50-25,0 0,26 0,-26 0,50-75,-50 26,50-1,-49 1,49 24,0 0,0-25,0 26,49-26,-24 0,0 50,49-49,-49 49,25 0,-50 25</inkml:trace>
  <inkml:trace contextRef="#ctx0" brushRef="#br0" timeOffset="39313.2312">13370 11807,'0'-50,"0"26,0-1,0 50,0 24,0 26,0-1,0 0,0 1,0-26,50 1,-50 0</inkml:trace>
  <inkml:trace contextRef="#ctx0" brushRef="#br0" timeOffset="40071.3938">13742 11435,'25'0,"49"0,1-50,-1 50,1-49,-26 49,-24 0,25 0,-50 25</inkml:trace>
  <inkml:trace contextRef="#ctx0" brushRef="#br0" timeOffset="40340.7079">13866 11633,'-25'0,"100"0,-26 0,26-24,24 24,25-50,-25 50</inkml:trace>
  <inkml:trace contextRef="#ctx0" brushRef="#br0" timeOffset="41435.4258">14759 10914,'0'0,"0"25,0 0,25 24,-25-24,74 0,-49-25,-25 49,50-49,-1 0,1-49,-25-1,-25 25,0-24,0-1,0 25,0 50,0 25,0 24,0 1,0-1,0 1,0 24,0 0,0 50,0-50,0-25,0 1,0-1,0-24,0-25,-50 24,25-49,-24 0,-1-25,25-49,-24 24,49 1,-25-26,25 1,0 0,0-1,0 1,0 24,99 25,-49-24,-1 24,1 25,0-50,-1 50</inkml:trace>
  <inkml:trace contextRef="#ctx0" brushRef="#br0" timeOffset="41967.3285">15156 11460,'0'0,"74"-25,-24 25,-25 25,24 49,-49-24,0-1,0 1,0 0,0-26,-24 51,-26-75,25 0,-24 0,-1-75,50 26,0-1,0 1,25-51,0 76,-1 24,26 24</inkml:trace>
  <inkml:trace contextRef="#ctx0" brushRef="#br0" timeOffset="42495.989">15776 11534,'0'0,"-25"0,75 0,0 0,-1 0,26 0,-1 0,0 0,-49-49,25 49</inkml:trace>
  <inkml:trace contextRef="#ctx0" brushRef="#br0" timeOffset="42817.144">16049 11311,'-50'-50,"50"1,0 74,0 74,0 25,0 0,0-25,25 25,-25-50,25-49,-25 0,0 25,50-26</inkml:trace>
  <inkml:trace contextRef="#ctx0" brushRef="#br0" timeOffset="43685.1355">16694 11162,'0'0,"0"-50,0 26,0-1,0 74,0 26,0 24,0 0,0 1,0-26,0-24,0-26,0 26,25-100,-25-24,0 49,25 0,-25-24,24 24,51 25,-50 0,-25 25,24 24,-24-24,0 0,50-25,-50 50,0-26,25-24,-25 75</inkml:trace>
  <inkml:trace contextRef="#ctx0" brushRef="#br0" timeOffset="44391.1462">17835 11088,'0'-25,"0"-25,0 25,-50 25,26-24,-26 24,0 24,50 1,-25 25,25 24,0 1,0 24,0 0,0 25,0-49,0-1,0-24,0-26,0 26,0 0,-24-50</inkml:trace>
  <inkml:trace contextRef="#ctx0" brushRef="#br0" timeOffset="44565.6808">17488 11509,'0'0,"0"-49,24 49,51-50,-26 50,26 0,-1 0,-24 0,0 0,-26 0</inkml:trace>
  <inkml:trace contextRef="#ctx0" brushRef="#br0" timeOffset="44878.9214">18281 10914,'0'-25,"-24"25,-1 0,-25 50,50 24,-49 25,49 50,0-25,0 50,0-75,49 25,-24-49,49-26,-24 1,-25-50,24 49</inkml:trace>
  <inkml:trace contextRef="#ctx0" brushRef="#br0" timeOffset="45455.9398">18381 11410,'0'0,"0"-49,0-1,49 50,-24-25,0 25,49 0,-49 0,-25 50,25-25,-25 24,0 1,0-25,0 49,-50-49,25-25,25 49,-24-49,24-24,0-1,49-25,-24 25,25-24,-1 24,-24 25,-25-50,50 50,-50-49,0-1,-50 75,50 0,-50 24,50 1,0 0,0-1,0 1,0-25,50 24,-25-49,-25 50,74-50</inkml:trace>
  <inkml:trace contextRef="#ctx0" brushRef="#br0" timeOffset="45777.1172">18976 11609,'0'-25,"50"25,-26-25,1 25,25 0,-25 0,-25 25,0 24,0-24,0 25,-25-1,0-49,-25 0,1 0,49-24,-25-1,25-25,0 1,0-26,0 50,50 1,-1 24,-24 0,0 0</inkml:trace>
  <inkml:trace contextRef="#ctx0" brushRef="#br0" timeOffset="46009.5475">19422 11460,'0'0,"0"49,0 1,0 0,0-1,0-24,0 25,0-26</inkml:trace>
  <inkml:trace contextRef="#ctx0" brushRef="#br0" timeOffset="46635.767">19670 11137,'0'0,"50"50,-50 24,25-49,-25 0,74 25,-49-26,0-24,25 0,-50-49,49-1,-49 25,0-24,0-1,0 0,0 26,0 73,0 26,0-1,0 1,0-1,0 0,0 1,0-1,0 1,-25-26,25 1,-49-1,-1-49,25 0,-24 0,49-49,0-1,0-24,0-1,0 1,0 49,24-24,1 49,50 0,-50 0,24 0,-49 24,0 1</inkml:trace>
  <inkml:trace contextRef="#ctx0" brushRef="#br0" timeOffset="46998.7932">20142 11633,'25'-49,"-1"49,26 0,0 0,-26 25,-24 24,0-24,0 0,0 24,0 1,-74-50,49 0,-49 0,49 0,25-25,0-24,0 24,25-25,49 50,-24-49,-25 49</inkml:trace>
  <inkml:trace contextRef="#ctx0" brushRef="#br0" timeOffset="47317.4863">20340 10864,'0'0,"0"-24,25 24,-25-25,74 25,-24 0,0 25,-1 24,-24 26,-25 73,74 26,-74 25,0-1,0-24,0-50,-24 0,-51-50,26 1,-51-51,1 26,-50 0,1-1</inkml:trace>
  <inkml:trace contextRef="#ctx0" brushRef="#br0" timeOffset="56951.5274">13296 10641,'0'-25,"0"1,-25 48,25 26,-50 24,50-24,0 0,0-1,0 1,0-1,0 1,0-25,0 0,25 24</inkml:trace>
  <inkml:trace contextRef="#ctx0" brushRef="#br0" timeOffset="57584.4974">13444 10790,'0'0,"25"0,0 0,-25 25,0 0,0-1,0 26,-25-25,0-25,1 0,24 25,-25-25,25-25,0-25,0 1,0 24,25 25,24-25,-49 50</inkml:trace>
  <inkml:trace contextRef="#ctx0" brushRef="#br0" timeOffset="57920.5545">13742 10592,'25'0,"25"24,-50 1,49 25,-49 24,0-24,50-1,-50 1,0 0,-25 24,0-24,-24-1,24-24</inkml:trace>
  <inkml:trace contextRef="#ctx0" brushRef="#br0" timeOffset="63941.509">11708 13791,'0'-24,"0"-1,0-25,0 75,0 0,0 0,0 24,25-49,-25 25,74-25,-49 0,0 0,-25-50,0 26,0 73,0 1,0-1,0 26,0-26,50 51,-50-1,0 0,0 0,0-24,0-1,0 1,-25-1,25-49,-25 0,0-25,-24 0,24 0,25-50,-25 0,25-24,0 24,0 1,0-1,0 25,0 1,0-1,0-25,0 25,0 0,25 25,-25-49,49 49,1 0,24 0</inkml:trace>
  <inkml:trace contextRef="#ctx0" brushRef="#br0" timeOffset="64573.4237">12254 14635,'0'0,"0"-25,0-25,0 26,0-1,0 74,0 1,0 49,0 0,0 1,0-26,0-24,0-1,0-24,0-75</inkml:trace>
  <inkml:trace contextRef="#ctx0" brushRef="#br0" timeOffset="65583.664">12179 13295,'0'-24,"0"-1,0 50,0 49,0-24,0-1,0-24,0 0,0 49</inkml:trace>
  <inkml:trace contextRef="#ctx0" brushRef="#br0" timeOffset="65878.04">12427 13122,'50'24,"-50"1,0 25,0 0,0 24,0-24,0-1,0 1,0-1,0-24,-25 25,0-25,1-25</inkml:trace>
  <inkml:trace contextRef="#ctx0" brushRef="#br0" timeOffset="66254.6352">12055 13221,'0'0,"0"-25,-24 25,-1 0,-25 50,50-1,0 26,0-1,0 1,0-1,0 0,25-24,0-25,0-25</inkml:trace>
  <inkml:trace contextRef="#ctx0" brushRef="#br0" timeOffset="69604.5685">12899 14089,'-50'0,"100"-50,49 50,25 0,25 0,-50-24,0 24,-24 0,-50 0,24 0,-74 0</inkml:trace>
  <inkml:trace contextRef="#ctx0" brushRef="#br0" timeOffset="70181.7348">13097 14337,'-25'0,"25"25,-24-25,-51 0,50 0,1 0,24 25,74-25,50 0,99-25,-74 25,-25-25,-25 25,-49 0,-25 0</inkml:trace>
  <inkml:trace contextRef="#ctx0" brushRef="#br0" timeOffset="72912.6986">13941 13667,'0'0,"0"-24,0 48,0 1,24 0,-24 25,25-50,-25 49,50-49,24 25,-49-25,0 0,-25-50,0 26,0-26,0 25,0 0,0 50,0 0,0 25,0-1,0 26,0-26,0 26,0-1,0 0,0 1,0-1,0 1,0-26,0 1,0-25,0 24,0-24,-50-25,25 0,25-25,-49-24,49 24,-25 0,25-24,0 24,-50 0,50-25,0 25,0 1,0-1,25-50,0 75,0-49,24 49,26 0,-26 0</inkml:trace>
  <inkml:trace contextRef="#ctx0" brushRef="#br0" timeOffset="73369.2891">14461 14461,'0'0,"50"0,-25 0,-25 75,0-26,0-24,0 0,0 24,-25-24,0-25,-49 0,24 0,25 0,25-49,-24 24,24-25,0 25,24 1,1 24,25-50,-1 50,1 0,-25 0</inkml:trace>
  <inkml:trace contextRef="#ctx0" brushRef="#br0" timeOffset="74126.5904">14908 14163,'-25'0,"75"0,24 0,1 0,24 0,0 0,-25 0,-24 0,0 0</inkml:trace>
  <inkml:trace contextRef="#ctx0" brushRef="#br0" timeOffset="74463.7892">15156 13940,'0'0,"0"-49,0-1,0 25,0 50,0 49,25 50,-25 50,0 0,0-50,49 25,-49-75,0-24,0-26</inkml:trace>
  <inkml:trace contextRef="#ctx0" brushRef="#br0" timeOffset="75303.2752">15999 13345,'0'-25,"-24"25,24-49,0 24,-25 25,25 49,0 26,0 24,0 25,0-50,0 1,0-26,0 1,0-25,0-75,0 1,74 24,-74-25,25 25,0 25,-25-24,74 24,-49 0,-25 24,25 1,-25 25,0-1,0 1,0 0,0-1,0-24,0 25,0-1</inkml:trace>
  <inkml:trace contextRef="#ctx0" brushRef="#br0" timeOffset="75514.7871">15776 14163,'0'0,"50"0,49 0,50-24,0 24,-25-50,-25 50,-25 0,-49 25</inkml:trace>
  <inkml:trace contextRef="#ctx0" brushRef="#br0" timeOffset="76062.8749">16198 14511,'0'25,"-50"-25,50 24,-25-24,1 0,24-49,0 24,0-25,24 26,26 24,-25 0,0 0,-1 0,26 0,-25 24,-25 26,49 24,-49 1,0-26,-24 75,-26-49,0-26,1 1,-1-25,-24-25,49 0,-25 0,50-50,0 1,0-26,50 50,-25 25,24 0,-24 0,0 0,49 25,-24-25,0 50,-1-50,-49 49,50-49</inkml:trace>
  <inkml:trace contextRef="#ctx0" brushRef="#br0" timeOffset="76784.329">17091 12774,'0'0,"-25"0,-25 0,1 0,-26 50,26-50,24 0,-25 0,50 25,0 0,0 24,0 1,50 49,-50 75,50 24,-50 25,0 75,49 0,-49-1,50-24,-1-25,26-25,-75-74,25-49,-25-26,0-24,0-1,74-49,-49-25,0 25,49-49,0 49,1-50,-1 25</inkml:trace>
  <inkml:trace contextRef="#ctx0" brushRef="#br0" timeOffset="78894.9833">17289 13295,'0'-49,"0"24,25 25,-25-25,-50 25,1 25,49 0,-50 49,50-24,0-1,0 1,0 0,0 24,0-24,25-1,-25 26,0-26,0-24,0 0,0 24,-25-49,-24 0</inkml:trace>
  <inkml:trace contextRef="#ctx0" brushRef="#br0" timeOffset="79046.5728">17091 13618,'0'-25,"0"50,0-75,25 1,49 49,0 0,1 0,-26-25</inkml:trace>
  <inkml:trace contextRef="#ctx0" brushRef="#br0" timeOffset="79330.9866">17612 13271,'0'0,"0"-25,-25 50,25 24,-50 50,50-24,0-1,0 1,0-1,25 0,-25-24,50-25,-1 24</inkml:trace>
  <inkml:trace contextRef="#ctx0" brushRef="#br0" timeOffset="79833.8089">17761 13519,'0'-25,"24"25,-24-25,50 25,0 0,-1 0,-49 25,0 0,0 24,0 1,0-1,0 1,0-25,-49 24,-1-49,50-49,50 24,-26-25,1 26,25-1,-25-25,24 25,-24-24,-25 24,-50 25,26 50,24-1,0 1,0-1,0 1,0 0,0-26,0 26,49-50</inkml:trace>
  <inkml:trace contextRef="#ctx0" brushRef="#br0" timeOffset="80109.5001">18207 13767,'0'0,"50"0,-26 0,-24 74,0 0,0-49,-24-25,-51 0,75-25,0-24,0 24,0 0,0 0,50 25</inkml:trace>
  <inkml:trace contextRef="#ctx0" brushRef="#br0" timeOffset="80335.0796">18405 13692,'0'25,"0"25,0-26,0 1,0 0</inkml:trace>
  <inkml:trace contextRef="#ctx0" brushRef="#br0" timeOffset="80919.5928">18604 13469,'0'0,"0"-50,25 50,24 0,-24 50,25 0,-26-50,1 0,25-25,-50-74,0 74,0-25,0 75,0 25,0 24,25 0,-25 1,0-1,0-24,0-1,0 1,0 24,0-49,0 0,-50-25,50-25,-74-24,74-1,0-24,-25 24,25 0,0 1,25 49,49 0,-24 25</inkml:trace>
  <inkml:trace contextRef="#ctx0" brushRef="#br0" timeOffset="81252.2754">19050 13692,'25'0,"25"0,-25 50,-25-1,24-49,-24 75,0-26,-49-49,24 0,25-49,-50 24,50 0,0-24,25 49,50-50,-26 50</inkml:trace>
  <inkml:trace contextRef="#ctx0" brushRef="#br0" timeOffset="81515.6407">19224 13246,'0'0,"50"25,-1 49,1 50,-50 0,49 50,-49-1,0-24,0 0,-74 49,-25-49,0-50,-75-49</inkml:trace>
  <inkml:trace contextRef="#ctx0" brushRef="#br0" timeOffset="82248.9496">19646 13940,'24'0,"51"0,-1 0,-24 0,0 0,-26 0,26-25,0 25</inkml:trace>
  <inkml:trace contextRef="#ctx0" brushRef="#br0" timeOffset="82473.6447">19844 13742,'0'-25,"0"75,25 49,-25 25,0 25,0-25,50 0,-50-50</inkml:trace>
  <inkml:trace contextRef="#ctx0" brushRef="#br0" timeOffset="83245.5128">20663 13345,'0'-25,"0"-24,0 24,0 0,0-25,-50 50,0 0,26 0,24 50,-25-25,25 24,0 1,0 24,0 26,0 24,0-50,49 0,-49 1,0-26,25-24,-25 25,0-25,-25-25,1 0,-1 0,-25 0</inkml:trace>
  <inkml:trace contextRef="#ctx0" brushRef="#br0" timeOffset="83400.6219">20365 13742,'25'-99,"-50"198,124-198,-24 49,-1 50,0 0,1 0,-50 0</inkml:trace>
  <inkml:trace contextRef="#ctx0" brushRef="#br0" timeOffset="83704.6897">21060 13146,'0'0,"0"-24,-25 24,-25 49,-24 75,24 50,50 24,-50 50,50-49,25-26,25-48,24-1,1 0,-1-50,1 0,-26-74</inkml:trace>
  <inkml:trace contextRef="#ctx0" brushRef="#br0" timeOffset="94535.3351">21084 13692,'25'-49,"0"49,25 0,-1 0,1 0,-50 24,49 26,-49-25,0 24,-24-24,-1 25,-25-1,25-24,1-25,24 25,-50-25,100-25,-26 0,26-24,0 49,-26-50,1 50,25-49,-1-26,-49 50,50 1,-50-26,-25 50,25 25,-74 24,74 1,-25 0,25-1,0 26,0-26,0-24,0 25,50-50,24 0,-24 0,-1 0</inkml:trace>
  <inkml:trace contextRef="#ctx0" brushRef="#br0" timeOffset="94880.4811">21729 13990,'0'-50,"0"100,0-1,0 26,0-26,0 1,50-25,-50 24</inkml:trace>
  <inkml:trace contextRef="#ctx0" brushRef="#br0" timeOffset="95503.3401">22077 13891,'24'0,"-24"24,0 26,25 24,-25 1,0-26,-49 51,-1-51,-25 1,1-50</inkml:trace>
  <inkml:trace contextRef="#ctx0" brushRef="#br0" timeOffset="103825.0631">22275 13320,'0'0,"0"25,0 0,0 0,0 24,25-49,-25 25,25-25,24 25,1-25,-25 0,-25-50,0 1,0-1,0 25,0 75,0-25,0 24,0 26,0-26,0 1,-25 49,25-49,0-1,-25-24,25 25,-25-26,-24-24,-1 0,50-24,-50-26,50 0,0 1,0 24,0 0,50-24,0 49,-1 0,-24 0</inkml:trace>
  <inkml:trace contextRef="#ctx0" brushRef="#br0" timeOffset="104163.7954">22573 13791,'24'75,"-24"-26,0 26,0-26,0 1,0-25,0 24,0-98</inkml:trace>
  <inkml:trace contextRef="#ctx0" brushRef="#br0" timeOffset="104881.2387">22672 12874,'0'-50,"0"25,49 25,-24 0,-25 25,25 25,-25-1,0 1,0-25,-25-25,0 0,-24 49,24-49,0 0,-24-49,49-1,-50 50,50-25,0 0,25 25,0 0,-1-49,26 49,0 0</inkml:trace>
  <inkml:trace contextRef="#ctx0" brushRef="#br0" timeOffset="105176.4406">22845 12774,'0'0,"0"-24,50 48,-50 1,25 25,-25-1,0 26,0-26,0 1,0 0,0-26,-25 26,0-50,-49 25,24-25</inkml:trace>
  <inkml:trace contextRef="#ctx0" brushRef="#br0" timeOffset="105473.4909">22374 12725,'0'-50,"-25"50,25 50,0-1,0 26,0-1,0 1,0-1,50 0,0-24</inkml:trace>
  <inkml:trace contextRef="#ctx0" brushRef="#br0" timeOffset="105910.0524">23069 13320,'0'0,"25"25,-25 25,49 49,-49 25,50 25,-50 24,0 50,0-49,0-75,-50-24,50-1,-49-49,-1-25,25 50,0-50,25-25</inkml:trace>
  <inkml:trace contextRef="#ctx0" brushRef="#br0" timeOffset="106609.4524">23366 12576,'0'0,"-24"0,24-25,-25 25,-25 0,50-25,25 25,49 0,50-49,-24 49,-1 0,-50 0,-24 0,25 0,-50 25,0-1,0 51,0 24,0 25,0 74,0 100,-50 49,50-24,0-26,0 1,0-75,0-49,0-75,0-24,0-26,0-24,-25-25,-24 0,-1 0,1 0,-26 0,-24 0,-50 0,0 0,0 50,1-50</inkml:trace>
  <inkml:trace contextRef="#ctx0" brushRef="#br0" timeOffset="109331.2323">21208 11336,'0'-25,"25"25,50-74,24 49,25-25,-25 0,0 1,-24 24,-26 25,-24-50</inkml:trace>
  <inkml:trace contextRef="#ctx0" brushRef="#br0" timeOffset="109548.8506">21456 11336,'75'-25,"-26"25,-24-25,0 25,25 0,-1 0,-24 0</inkml:trace>
  <inkml:trace contextRef="#ctx0" brushRef="#br0" timeOffset="111895.4538">11361 15801,'0'0,"-50"99,50 0,0 25,-49 0,49-25,0-24,0-26,0-24,-25-25</inkml:trace>
  <inkml:trace contextRef="#ctx0" brushRef="#br0" timeOffset="117818.5918">11361 16470,'0'0,"0"-24,0-1,-50 25,50-50,0 75,-25 99,25 25,-74 124,74 49,0-24,-50 49,50-124,0 0,0-74,0-99,0-25,0-50,0-25,0-49</inkml:trace>
  <inkml:trace contextRef="#ctx0" brushRef="#br0" timeOffset="118951.7034">11807 16495,'0'0,"0"-49,0 24,0 0,0 50,0 24,25 1,0 0,0-26,24-24,-24 50,25-50,-1 0,-49-50,50 26,-50-1,0-25,0 25,0 1,0-1,0 50,0 49,0 0,0 1,0 24,0 50,0 0,0-50,0 0,0-25,-50 1,50-1,-24-24,-26-25,0-25,26 0,-26 0,25-50,-49-49,24 0,50 24,-25 1,25-1,0 26,0-1,50 1,24 49,26-50,-26 50,0 0,1 50</inkml:trace>
  <inkml:trace contextRef="#ctx0" brushRef="#br0" timeOffset="119840.7082">12452 17338,'0'-24,"0"-1,0 74,0 1,0 24,0-24,0 0,0-25,0-1,0 26</inkml:trace>
  <inkml:trace contextRef="#ctx0" brushRef="#br0" timeOffset="120833.0666">12477 15925,'0'24,"0"1,0 0,-50-25,50-25,25-24,0-1,25 50,24 0,-24 0,-25 0,-25 25,0 24,0-24,0 0,0 25,0-1,0 1,-50-25,0 24,26-49,24 25,-50-25,50-25,50 25,-1 0,-24 0,0 0,24 0</inkml:trace>
  <inkml:trace contextRef="#ctx0" brushRef="#br0" timeOffset="121097.3178">12849 15801,'0'0,"25"0,25 24,-50 26,24 0,-24-1,0 26,0-1,0 0,-24 26,-26-51,25 1,0 0,-49-26</inkml:trace>
  <inkml:trace contextRef="#ctx0" brushRef="#br0" timeOffset="121495.706">12353 15776,'0'0,"-25"-50,25 25,-25 25,-24 0,24 75,25 49,0-25,0-25,0 1,0-1,0 1,25-1,24-24,-24-1,25 1,-25-50</inkml:trace>
  <inkml:trace contextRef="#ctx0" brushRef="#br0" timeOffset="122117.6931">12899 16867,'0'0,"49"0,26 0,-1 0,1-49,-1 49,-24 0,-26 0</inkml:trace>
  <inkml:trace contextRef="#ctx0" brushRef="#br0" timeOffset="122297.2111">12973 17140,'0'0,"0"-25,50 25,24 0,-24-49,24 49,25 0</inkml:trace>
  <inkml:trace contextRef="#ctx0" brushRef="#br0" timeOffset="123398.5025">13643 16470,'0'0,"0"-49,0 24,25 75,-25-26,49 26,-49-25,50 0,-25-25,-25 49,49-49,-24 0,-25-25,0 1,25-26,-25 25,0-24,0 98,0 1,0 24,0 1,0-1,0 25,50 25,-50-49,0-1,0-24,0-26,0 1,0 25,-50-25,25-25,0 0,-24 0,24-25,-25-25,50 1,-49-51,49 1,0 25,0 49,0 0,49-24,1 49,0 0,-1 0,1 0,-1 0,1 24</inkml:trace>
  <inkml:trace contextRef="#ctx0" brushRef="#br0" timeOffset="123835.4321">14263 17264,'50'0,"-50"-50,24 50,1 25,25 0,-50 0,0 24,0-24,0 0,-25 25,25-26,-74-24,49 25,0-25,-25 0,1-25,49-24,0-1,0 25,25-24,49 49,-49 0,0 0</inkml:trace>
  <inkml:trace contextRef="#ctx0" brushRef="#br0" timeOffset="124517.0072">14834 16793,'0'-50,"-25"50,74 0,26 0,24 0,0 0,-24-25,-1 25,-24 0</inkml:trace>
  <inkml:trace contextRef="#ctx0" brushRef="#br0" timeOffset="125423.5311">15007 16495,'0'-49,"0"24,25 99,-25 25,0 50,0 0,50 25,-50-26,0-48,49-26,-49-24,0-26</inkml:trace>
  <inkml:trace contextRef="#ctx0" brushRef="#br0" timeOffset="135023.4923">15875 16123,'0'-50,"0"26,0-1,0 50,0 24,0 26,0-1,0 0,0 1,0-25,0-26,0 26,0-75,0 0,0-24,50-1,-25 0,0 50,24 0,-24 0,-25 75,25-50,-25 0,49 24,-49-24,25 25</inkml:trace>
  <inkml:trace contextRef="#ctx0" brushRef="#br0" timeOffset="135244.5143">15727 16718,'0'0,"74"0,50-24,0 24,0 0,0 0,-74 0</inkml:trace>
  <inkml:trace contextRef="#ctx0" brushRef="#br0" timeOffset="135769.471">16123 16991,'-24'0,"24"25,-50-25,50-25,0-24,25 49,-25-25,74 25,-24 0,-50 49,25-24,-25 25,0-1,0 1,0 24,-25-24,-25 0,1-1,24-49,-25 25,25-25,25-25,0-49,0 49,50 25,-25 0,24 0,-24 0,0 0,25 25,-50 0,74-25,-74 49,50-49</inkml:trace>
  <inkml:trace contextRef="#ctx0" brushRef="#br0" timeOffset="136489.1678">16917 15974,'-25'0,"1"0,-1 0,-25 0,1 0,24 0,25 25,0 49,0 1,0 49,0 50,0 24,0 0,0 26,0-1,0-50,25-24,-25-49,0-26,24-24,-24-1,0-24,75-25,-26 0,26-25,24-24,-25 49,50-100,-24 51</inkml:trace>
  <inkml:trace contextRef="#ctx0" brushRef="#br0" timeOffset="137119.2231">17388 16247,'0'-25,"0"0,-49 50,49 0,0 25,0 24,0 1,0-1,0 0,0 1,0-26,0 1,0-25,0 0,-25-25,0 49,-24-49</inkml:trace>
  <inkml:trace contextRef="#ctx0" brushRef="#br0" timeOffset="137293.1731">17165 16570,'0'-25,"0"50,50-50,-1 25,1 0,24 0,1 0,-26 0,-24 0</inkml:trace>
  <inkml:trace contextRef="#ctx0" brushRef="#br0" timeOffset="137548.6114">17785 16173,'0'-25,"-74"124,74 25,-50 25,50-50,0 0,25 1,-25-51,50 1,-1-25,-24-25</inkml:trace>
  <inkml:trace contextRef="#ctx0" brushRef="#br0" timeOffset="138055.2727">17835 16520,'0'0,"-25"0,25-25,0 0,75 25,-51 0,1 0,50 0,-75 25,0 0,0 0,0 24,0-24,0 0,-50-25,50 25,-25-25,0 0,25-25,25 0,25-24,-1 24,-24 25,25-50,-25 50,-25-49,24 49,-24-25,0 0,-49 25,49 50,0-1,0 1,0-1,0-24,0 25,25-25,-25-1</inkml:trace>
  <inkml:trace contextRef="#ctx0" brushRef="#br0" timeOffset="138362.9461">18331 16644,'0'0,"25"0,24 0,-24 0,-25 50,0-26,0 1,0 0,0 25,-49-50,-1 0,50-25,-50 0,50 0,0-24,25-1,25 25,24 25</inkml:trace>
  <inkml:trace contextRef="#ctx0" brushRef="#br0" timeOffset="138604.2396">18629 16520,'0'50,"0"-1,0 1,0-1,0 1,0 0,0-26</inkml:trace>
  <inkml:trace contextRef="#ctx0" brushRef="#br0" timeOffset="139179.1922">18777 16247,'0'0,"0"50,0-26,25 1,-25 25,25-50,-25 50,50-50,-25 0,-25-25,24 0,-24 0,0-25,0 26,0-1,0 74,0 1,0 0,0 24,0 1,0-1,0-24,0-1,0 1,0-25,-49-25,-1-50,50 0,0 1,0-1,0 25,25-24,25 49,-1 0</inkml:trace>
  <inkml:trace contextRef="#ctx0" brushRef="#br0" timeOffset="139511.4663">19174 16644,'0'0,"25"0,-25 25,25-25,-25 49,0 1,-50-50,1 0,-1 0,50-25,0-24,0 24,25 0,0 25,0 0,24 0,-24 0</inkml:trace>
  <inkml:trace contextRef="#ctx0" brushRef="#br0" timeOffset="139759.4568">19224 15999,'0'0,"74"50,1 98,-1 76,-24-26,-50 25,0 25,-25-49,-49-1,-50 1</inkml:trace>
  <inkml:trace contextRef="#ctx0" brushRef="#br0" timeOffset="140447.1939">19770 16470,'0'0,"24"0,51 0,-1 0,1 0,-26 0,-24 0</inkml:trace>
  <inkml:trace contextRef="#ctx0" brushRef="#br0" timeOffset="140657.433">19943 16297,'0'0,"0"24,0 51,0 24,0 75,25-25,-25-50</inkml:trace>
  <inkml:trace contextRef="#ctx0" brushRef="#br0" timeOffset="141399.4656">20613 16024,'0'-50,"0"25,0 1,-25-26,0 50,1 0,24 25,-50 49,50-24,0 24,0 1,0-1,0 0,25 1,-25 24,49 25,-49-49,0-26,0-24,0 0,0 24,-49-49,49-24</inkml:trace>
  <inkml:trace contextRef="#ctx0" brushRef="#br0" timeOffset="141570.4462">20415 16421,'0'0,"74"-50,25 50,0 0,50 0,-49 0</inkml:trace>
  <inkml:trace contextRef="#ctx0" brushRef="#br0" timeOffset="141878.6636">21184 15726,'0'0,"0"-25,-25 25,25-24,-99 98,74 50,-25 74,50 1,-99 24,99-24,25-26,74 1,25-1,25-73</inkml:trace>
  <inkml:trace contextRef="#ctx0" brushRef="#br0" timeOffset="143738.6716">21184 16173,'0'-25,"0"-25,24 50,26 0,-25 0,-25 25,25-25,-25 74,0-49,0 0,0 25,-50-26,25-24,25-24,0-26,50 25,-1-24,-24 24,25-25,-25 50,-1-49,26 24,-50-25,-50 50,26 0,24 50,-50-1,50 1,0-25,0 24,0-24,25-25,0 50,24-50,-24 0</inkml:trace>
  <inkml:trace contextRef="#ctx0" brushRef="#br0" timeOffset="143961.58">21605 16272,'0'25,"0"24,0-24,0 25,0-25</inkml:trace>
  <inkml:trace contextRef="#ctx0" brushRef="#br0" timeOffset="144232.373">21853 16222,'0'0,"0"-25,25 25,-25 50,0-25,0 49,0-49,0 25,0-1,-50-49</inkml:trace>
  <inkml:trace contextRef="#ctx0" brushRef="#br0" timeOffset="151664.4209">22027 15825,'0'0,"25"50,-25-25,74 24,-49-24,0-25,24 0,-49-74,0-1,0 26,0 24,0 0,-24 75,24-1,0 1,0 24,0 1,0-1,0 1,0-1,0-24,0-1,-25 1,25-25,-50-25,25 0,-24 0,49-25,-50-25,50 1,0-1,0 0,0 26,25 24,25 0,-1 0,1 0,-25 0</inkml:trace>
  <inkml:trace contextRef="#ctx0" brushRef="#br0" timeOffset="152221.9308">22325 16520,'0'0,"0"-25,0 0,0-24,0 98,0 1,0 24,0-24,0 0,0-26,0 26,0 0,24-100</inkml:trace>
  <inkml:trace contextRef="#ctx0" brushRef="#br0" timeOffset="152834.218">22300 15304,'0'-49,"0"24,0 50,0 0,0 24,0-24,0 0,0 25,0-26,0 26,49-50,-49 25</inkml:trace>
  <inkml:trace contextRef="#ctx0" brushRef="#br0" timeOffset="153114.0098">22548 15180,'0'25,"0"0,25 0,-25 24,0 1,0-25,0 25,0-1,-50 1,25-25,0 24</inkml:trace>
  <inkml:trace contextRef="#ctx0" brushRef="#br0" timeOffset="153382.2961">22201 15205,'0'0,"-50"0,50 50,-25-1,25 26,0 24,0 25,50 0,-1-25,-24 1</inkml:trace>
  <inkml:trace contextRef="#ctx0" brushRef="#br0" timeOffset="153772.5754">22622 15875,'0'-25,"25"50,25 0,-50 24,49 26,-49 24,0 50,0-25,0-25,-25 0,1-24,-26-50,25 24</inkml:trace>
  <inkml:trace contextRef="#ctx0" brushRef="#br0" timeOffset="154305.0592">22821 15677,'0'0,"0"-25,74 25,0 0,1 0,-1 0,1 0,-50 0,-25 74,0 75,-25 322,-25-173,50-25,0-75,0-24,0-75,0-25,0-24,-74 0,24-1,25-49,-99 0,25-24,25 24,-26 0,1 0,25 0</inkml:trace>
  <inkml:trace contextRef="#ctx0" brushRef="#br0" timeOffset="157102.8478">11138 14337,'49'-50,"1"26,-25-26,24 50,1-50,-25 50,0 0,-25-24,49 24,-49 24,0 1,-49 25</inkml:trace>
  <inkml:trace contextRef="#ctx0" brushRef="#br0" timeOffset="157445.4483">11212 14362,'0'74,"0"-148,0 124,25-100,24 25,1 25,25-74,-26 74,1-50,-1 50,-98 0,24 0</inkml:trace>
  <inkml:trace contextRef="#ctx0" brushRef="#br0" timeOffset="162380.1339">9476 868,'0'0,"0"-25,0 50,25-25,-25 50,49-50,-49 25,75-25,-26 0,-49 49,25-49,-25-49,25-1,-25 25,0-24,0 24,0 50,0 24,0 50,0 50,0 0,0 25,0 24,0 1,0-26,0-24,0-75,0 1,-50-50,1-25,-1-25,50-25,-50-49,50 25,0-26,0 26,0 0,0 24,25 25,25 25,-1 0,1 0,0 0,-1 25</inkml:trace>
  <inkml:trace contextRef="#ctx0" brushRef="#br0" timeOffset="162687.6559">10145 1960,'0'0,"0"74,0 0,0-24,0 0,0-1,0 1,0-1</inkml:trace>
  <inkml:trace contextRef="#ctx0" brushRef="#br0" timeOffset="163549.2651">9922 397,'0'0,"0"-50,25 50,-25-25,50 25,-1 0,-24 0,25 50,-50-25,0 49,-25-24,-25 0,1-26,-1-24,100 0,-1 0,-24 0,0 0,0 0,24 0,-24 0,-25 50,0-25,0 0,-74-25,49 0,0 0</inkml:trace>
  <inkml:trace contextRef="#ctx0" brushRef="#br0" timeOffset="163865.6919">10443 99,'0'0,"50"0,-25 0,-25 50,49-1,-49 26,0-1,0 1,0-1,0 1,0-1,-49-24,-1-1,0 26,-49-51,25-24</inkml:trace>
  <inkml:trace contextRef="#ctx0" brushRef="#br0" timeOffset="164210.2869">9773 298,'0'-25,"0"74,-49 26,49 24,-75 50,75-50,0 0,0-24,50-1,49-49,50-25,74 50</inkml:trace>
  <inkml:trace contextRef="#ctx0" brushRef="#br0" timeOffset="164774.4723">10716 1290,'-50'0,"50"-25,-24 25,48 0,26 0,24 0,1 0,-26 0,1 0,0 0</inkml:trace>
  <inkml:trace contextRef="#ctx0" brushRef="#br0" timeOffset="164960.9738">10666 1563,'0'0,"50"0,0-25,24 25,0 0,-24 0,-25 0</inkml:trace>
  <inkml:trace contextRef="#ctx0" brushRef="#br0" timeOffset="263409.5235">11634 769,'0'-50,"0"75,25 25,-25-25,24 24,-24-24,75-25,-75 25,49-25,1 0,-25-25,-25 0,0-24,49 24,-49 0,0-25,-24 50,24 50,0 24,0 26,0-1,0 50,0-25,0 24,0-24,0-24,0-26,-25 1,25-1,0-49,-25-25,25 25,-74-25,49 0,0-25,-25-25,26-49,24 0,-50 24,50 1,0 24,0 25,0-49,74 74,-24-25,24 25,-24 0,0 0</inkml:trace>
  <inkml:trace contextRef="#ctx0" brushRef="#br0" timeOffset="263970.7367">12254 1712,'25'0,"24"0,-24 0,-25 49,25-49,-25 75,0-51,0 1,0 25,-25-1,-25-49,26 0,-26 0,25 0,-24-24,49-26,-50 25,50-24,0 24,25 25,-25-50,49 50,-49-25,50 25,-25 0</inkml:trace>
  <inkml:trace contextRef="#ctx0" brushRef="#br0" timeOffset="264628.6949">12948 1315,'-24'0,"-26"0,75 0,49 0,25 0,25 0,-49 0,-26 0,26 0,-50 0</inkml:trace>
  <inkml:trace contextRef="#ctx0" brushRef="#br0" timeOffset="264985.6138">13048 1067,'0'0,"0"-25,0 0,0 50,0 74,24 50,-24-25,50 0,-50-50,0 1,50-26,-50 1,0-25</inkml:trace>
  <inkml:trace contextRef="#ctx0" brushRef="#br0" timeOffset="265882.9351">13916 521,'0'-25,"0"-25,0 26,0 98,0 1,0-1,0 25,0-24,0-1,0-24,0-26,0-98,49-50,-49 50,50 49,0 25,-26 0,1 0,-25 25,0 49,75-24,-75-1,0 1,24-1,-24 1,0-25,0 0,0 24</inkml:trace>
  <inkml:trace contextRef="#ctx0" brushRef="#br0" timeOffset="266113.3214">13817 1141,'0'0,"24"0,26 0,49 0,0 0,50-25,-25 25,-25 0,-49 0</inkml:trace>
  <inkml:trace contextRef="#ctx0" brushRef="#br0" timeOffset="266618.0514">14189 1538,'0'0,"-25"0,25-25,0 0,0 0,49 25,-24 0,0 0,25 0,-1 25,-49 0,25 0,-25 49,0-24,-25 0,-24-1,-1 26,0-51,1 26,-1-50,1 0,49-25,0 0,0 1,24-26,26 50,-25 0,0 0,24 0,1 0,-25 25,-1-25,-24 74,50-74,-50 50</inkml:trace>
  <inkml:trace contextRef="#ctx0" brushRef="#br0" timeOffset="267265.022">15082 124,'-25'0,"-25"0,25 0,-24 25,24-25,-25 25,26-25,24 49,0-24,0 25,0-1,0 26,0 49,0 49,0 1,0 24,0 1,0-1,0-49,0 0,0-50,0-49,0-1,0-24,0 25,74-50,-24 0,24 0,0 0,1 0,24 0,-25-25,-49 25</inkml:trace>
  <inkml:trace contextRef="#ctx0" brushRef="#br0" timeOffset="267924.7785">15478 571,'0'0,"0"-25,0 0,-49 25,24 0,0 0,-24 25,49 49,-25 1,25-1,0 0,0 26,25-1,-25 0,24-25,-24-24,0-25,25 24,-25 1,-25-50,-24 0,-1 0,25 0</inkml:trace>
  <inkml:trace contextRef="#ctx0" brushRef="#br0" timeOffset="268081.8788">15206 1042,'322'-99,"-297"99</inkml:trace>
  <inkml:trace contextRef="#ctx0" brushRef="#br0" timeOffset="268381.6025">15801 595,'0'0,"-25"0,-24 0,24 25,25 50,-50 49,50 49,0 1,0-1,0-24,25-25,25-49,-50-26,74 1,-74-25,50-25</inkml:trace>
  <inkml:trace contextRef="#ctx0" brushRef="#br0" timeOffset="268907.2297">15875 1215,'0'-24,"0"48,25-98,0 74,0 0,-25-25,49 25,1 0,-50 25,0 25,0-1,0 1,-50-25,50-1,-49-24,123-49,1-26,-26 26,1 24,-25-25,-25 26,49 24,-49-50,0 25,-25 25,25 25,0 0,-49 0,49 49,0-49,25 0,-25-1,74 26,-49-50,24 0</inkml:trace>
  <inkml:trace contextRef="#ctx0" brushRef="#br0" timeOffset="269198.5842">16545 1191,'0'198,"-25"-198,50-198,-75 396,50-272,0 24,0-24,0 24,25 25,0 25,49 0,-24 0,-25 0,0 0</inkml:trace>
  <inkml:trace contextRef="#ctx0" brushRef="#br0" timeOffset="269423.0175">16892 1067,'0'0,"25"0,-25 24,0 26,0 24,0 1,0-1,-25-49,25 0</inkml:trace>
  <inkml:trace contextRef="#ctx0" brushRef="#br0" timeOffset="269934.1657">17116 794,'0'0,"24"0,-24-25,50 50,0 49,-26-49,1-25,25 0,-50-25,25 0,-25-24,0 24,49 0,-49-24,0 73,0 1,0 25,0-1,0 26,0-26,0 26,0-1,-49-24,49-25,-50-25,25 49,-24-49,-1 0</inkml:trace>
  <inkml:trace contextRef="#ctx0" brushRef="#br0" timeOffset="270264.2827">17537 1141,'0'0,"50"0,-25 0,24 0,-49 25,0 49,-25-49,1-25,-26 0,25 0,25-25,0 0,0-24,0-1,25 50,25-25,-26 25</inkml:trace>
  <inkml:trace contextRef="#ctx0" brushRef="#br0" timeOffset="270527.7932">17785 571,'174'74,"-174"25,-174-272,373 470,-199-173,0 25,-25-25,-25 25,-74 0,25-25,-25-25,-50-25</inkml:trace>
  <inkml:trace contextRef="#ctx0" brushRef="#br0" timeOffset="271877.1493">16719 1240,'0'0,"-25"-25,25-24,0 74,0 49,0-24,0-1,0 1,-50-25,25-25,-24 74,24-74,0 0,25-25,0-24,25 49</inkml:trace>
  <inkml:trace contextRef="#ctx0" brushRef="#br0" timeOffset="272566.1553">18405 1116,'-24'-25,"73"25,26 0,-1 0,-24 0,-26 0,26 0</inkml:trace>
  <inkml:trace contextRef="#ctx0" brushRef="#br0" timeOffset="272806.5472">18455 943,'25'124,"-50"-248,75 322,-50-99,0 0,0-24,49-1,-49 1</inkml:trace>
  <inkml:trace contextRef="#ctx0" brushRef="#br0" timeOffset="273474.1264">19373 645,'0'0,"0"-74,0 49,0 0,-50 25,1 0,-1 0,50 25,-25 24,25 1,0 24,-49 26,49-1,0 0,0-25,24 26,-24-26,0 0,25-24,-25-25,0 0,-25 24,-24-49,-1 0</inkml:trace>
  <inkml:trace contextRef="#ctx0" brushRef="#br0" timeOffset="273639.2111">19026 1191,'248'-100,"-496"200,570-200</inkml:trace>
  <inkml:trace contextRef="#ctx0" brushRef="#br0" timeOffset="273969.0556">19869 422,'-25'0,"0"0,-24 99,-1 0,0 75,1 74,49-75,0-49,0-24,74 24,1-25,49-49,-25-1,-25-49</inkml:trace>
  <inkml:trace contextRef="#ctx0" brushRef="#br0" timeOffset="275311.0236">20043 868,'0'0,"0"-49,0-1,0 25,0-24,49 24,-24 25,0 0,24 0,-49 74,0-49,0 49,0-24,-24-25,-26 49,0-24,100-100,0 25,-1 25,-24-49,25-1,-26 25,-24-24,25 49,-25-50,0 25,0 1,-25 48,25 51,-49-26,49 1,0 0,0-1,0 1,49-1,-24-24,0-25,25 50</inkml:trace>
  <inkml:trace contextRef="#ctx0" brushRef="#br0" timeOffset="275559.3593">20588 1042,'0'-25,"0"50,0 0,0 24,0-24,0 49,0-24,0 0,0-1,25-24</inkml:trace>
  <inkml:trace contextRef="#ctx0" brushRef="#br0" timeOffset="275859.0843">20985 1067,'0'24,"0"26,0 0,0-1,0 1,0-1,0-24,-49-25</inkml:trace>
  <inkml:trace contextRef="#ctx0" brushRef="#br0" timeOffset="276586.0225">21332 595,'0'-49,"0"74,0-1,0 1,25 25,25-1,-1 1,1-50,0 0,-26-25,-24-24,0 24,0 0,0-25,0 100,0 0,0 24,-24 25,24 50,0-25,-50 0,50-50,-25-24,25 0,-25-1,-24-49,-1 0,50-25,-49-24,49-1,0-24,0-1,0 26,0-1,49 25,-24 25,25 0,-1 0,1 0,-1 50</inkml:trace>
  <inkml:trace contextRef="#ctx0" brushRef="#br0" timeOffset="276846.8869">21680 1364,'0'0,"0"50,0-1,0 1,0 0,0-1,0 1,0-25,0 0</inkml:trace>
  <inkml:trace contextRef="#ctx0" brushRef="#br0" timeOffset="278369.0202">21853 347,'0'25,"-25"-25,25-25,0-24,25 49,25-25,-25 25,-1 0,-24 25,0 24,0 1,0-1,0 1,-24-50,24 50,-50-50,50 49,-25-49,25 25,-25-25,1 0,24-49,24 49,1 0,25 24,-50 26,25-50,-25 25,24-25,26 0</inkml:trace>
  <inkml:trace contextRef="#ctx0" brushRef="#br0" timeOffset="278872.7828">22151 273,'0'25,"50"-25,-50 24,0 1,24 25,-24-25,0-1,0 1,0 25</inkml:trace>
  <inkml:trace contextRef="#ctx0" brushRef="#br0" timeOffset="282249.0217">21928 372</inkml:trace>
  <inkml:trace contextRef="#ctx0" brushRef="#br0" timeOffset="282962.6701">21630 223,'0'0,"0"25,-50 0,50 24,-24 51,24-1,0 75,0-26,0 1,0-50,24-24,26-1,74-49,0-25</inkml:trace>
  <inkml:trace contextRef="#ctx0" brushRef="#br0" timeOffset="284500.3583">22449 620,'0'0,"-25"0,25-25,0 75,49 0,-49 49,0 74,0 26,0-26,0 1,-49-75,-1 1,-49-51,49 1,1-50</inkml:trace>
  <inkml:trace contextRef="#ctx0" brushRef="#br0" timeOffset="285183.1085">22597 174,'0'0,"0"-25,75 25,-50 0,49 0,-49 0,0 0,-1 0,-24 25,0 49,0 25,0 50,0 50,-24 73,24 26,0 0,0-1,0-73,0-51,0-49,0-49,-25-26,-25-49,-24 0,24 0,-49 0,-25 0,-50 0,1 0,-1 50,50-1,25-24,74 25</inkml:trace>
  <inkml:trace contextRef="#ctx0" brushRef="#br0" timeOffset="349635.6934">2208 794,'0'0,"0"-25,0-25,0 26,50 73,-50 1,24-25,-24-1,50 26,-25 0,24-50,-49-50,25 50,-25-74,0 49,0 0,0 0,0 75,0-25,0 24,25-24,-25 25,0-1,50 1,-50 24,0-24,0-1,0-24,0 0,0 25,0-26,-25-24,25 25,-50-25,25 0,1 0,-1 0,-25-25,25 1,25-26,-49 25,49-24,25-1,-1 50,1-50,25 50,24 0,-49 0,25 0</inkml:trace>
  <inkml:trace contextRef="#ctx0" brushRef="#br0" timeOffset="349855.3075">2754 1067,'0'-25,"0"50,24-50,-24 74,0-24,50 25,-50-25,0 49,25-49,-25 0,0 24</inkml:trace>
  <inkml:trace contextRef="#ctx0" brushRef="#br0" timeOffset="350813.2338">3275 670,'0'0,"0"-50,0 25,-50 25,0-49,26 49,-1 0,-50-25,1 25,24 0,1-50,-26 50,26-25,24 25,-50-49,26 49,24-25,-25 25,26 0,-1 0,0 0,-25 0,26 0,-1 0,-25 0,25 0,1 0,-26 25,25-25,0 49,-24-49,24 50,-25 0,1-1,24-24,25 0,-50 25,50-26,-74 26,74-25,0 0,0-1,-25 26,25-25,0 0,0 24,0-24,0 0,0 24,0-24,75 0,-51 49,1-49,25 0,-25-25,24 50,-24-50,0 49,49-49,-24 50,-1-50,1 74,0-74,24 25,-49-25,0 0,24 50,-24-50,0 0,0 0,24 0,1 0,-1 0,1 0,0-25,24 25,-24-25,-1 25,-24-74,25 74,-25-75,24 50,-49 1,50-26,-50 0,0 1,0-1,0 1,0-1,0 25,0 0,0-24,-50-26,1 26,24-1,-25 1</inkml:trace>
  <inkml:trace contextRef="#ctx0" brushRef="#br0" timeOffset="352838.3653">4912 12551,'0'0,"0"-25,0-24,-25 49,25 49,0 26,0 49,0-25,-50 25,50-50,0-24,0 0,0-26,0 26,-25-50</inkml:trace>
  <inkml:trace contextRef="#ctx0" brushRef="#br0" timeOffset="353677.0747">4738 12576,'0'-25,"50"-24,24 49,-49-25,0 25,24 0,26 0,-26 0,26 0,-1 0,1 0,24 25,-25-25,25 49,-24-49,-26 0,1 0,0 25,-26-25,1 0,-25 50,50-50,-25 0,-1 0</inkml:trace>
  <inkml:trace contextRef="#ctx0" brushRef="#br0" timeOffset="354457.1447">5953 12601,'50'421,"-100"-842,150 1066,-150-645,50 25,-25-25,-49 0,49 0,-25 0,-24 0,24 0,-24 0,24 0,26 0,-1 0,-25 0,1 0,24 0,0 0,-25 0,26 0,-1 0,0 0,-25 0,26 0,-1 0,-25 0,1 0,24 0,0 0,-25 0,25 0,1 0,-1 0,-25 0,25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4:51:01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1489 1414,'0'25,"0"24,0 26,0-26,0 1,0 24,0-24,0 24,0 1,0-50,0-1,0 26,24-50,-24 50,25-50,25 0,-25 0,24 0,-24 0,0-25,24 25,1-25</inkml:trace>
  <inkml:trace contextRef="#ctx0" brushRef="#br0" timeOffset="298.1992">1563 1786,'-25'-25,"50"25,0 0,49 0,-49 0,0 0,24 0</inkml:trace>
  <inkml:trace contextRef="#ctx0" brushRef="#br0" timeOffset="561.4958">1563 1563,'0'0,"-25"0,25-50,0 0,0 26,0-1,50-25,-1 50,-24 0,25 0,24 50,-24 24,-25-24</inkml:trace>
  <inkml:trace contextRef="#ctx0" brushRef="#br0" timeOffset="1028.2458">2332 1712,'0'-25,"25"25,-25-50,0 75,0 25,-50-1,50 26,-74-1,74 0,-50-24,50-25,-25-25,25 25,-49-25</inkml:trace>
  <inkml:trace contextRef="#ctx0" brushRef="#br0" timeOffset="1297.5274">2034 1761,'-24'-49,"24"24,49 50,1 24,-1-24,1 25,24-26,-49 26,0-25,25 0,-26-25,-24 49,50-49</inkml:trace>
  <inkml:trace contextRef="#ctx0" brushRef="#br0" timeOffset="1662.5518">2580 1662,'0'0,"50"0,-75 0</inkml:trace>
  <inkml:trace contextRef="#ctx0" brushRef="#br0" timeOffset="1978.7031">2654 1935,'0'49,"0"-24,-49-25,49-25,25 25,-1 0,1 0</inkml:trace>
  <inkml:trace contextRef="#ctx0" brushRef="#br0" timeOffset="2264.9404">2853 1761,'49'0,"-49"-25,50 25,0 0</inkml:trace>
  <inkml:trace contextRef="#ctx0" brushRef="#br0" timeOffset="2857.3857">1538 2530,'-25'0,"100"0,24-25,25 25,50-99,74 49,-50-24,1 74,-26-74,-24 74,-74-50,-1 50,-49-50,0 50,-25-24,24 24</inkml:trace>
  <inkml:trace contextRef="#ctx0" brushRef="#br0" timeOffset="41572.097">7491 1364,'0'-49,"0"73,0 26,0 0,0 24,50-24,-50-1,0-24,25-25,-25 75,25-75,-25-25,0 0,0 0,-25 25,25-50,-75 50,26 0,24 0,0 0,-24 0,49 25,-25-25,25 25,0 0,0 25,0-1,74-49,25-25,1-24,-1 49,0-50,-74 50</inkml:trace>
  <inkml:trace contextRef="#ctx0" brushRef="#br0" timeOffset="42194.3989">7491 1290,'0'-25,"0"0,-49 25,49-49,0 98,0 1,49-1,-24 1,-25-25</inkml:trace>
  <inkml:trace contextRef="#ctx0" brushRef="#br0" timeOffset="43020.2074">7888 1439,'0'-25,"0"50,0 24,0-24,0 0,0 24,50-49,-25 0,-1 0,1 0,-25-24,50-1,-50 0,0-25,0 75,0 0,0 0,0 24,0 1,49 49,-49 1,0-1,0-50,0 1,0-25,0 24,-24-49,-26 0,25-49,-24 24,49-25,-50 1,50 24,0 0,0-24,0-1,50 50,24-25,0 25,26 0,-51 0</inkml:trace>
  <inkml:trace contextRef="#ctx0" brushRef="#br0" timeOffset="44253.1716">7243 2158,'-49'0,"24"0,99 0,26 0,73 0,1 0,24 0,1 25,-1-25,-24 0,-25 0,-25 0,-75 0,-24 0,-25 25,-50-25</inkml:trace>
  <inkml:trace contextRef="#ctx0" brushRef="#br0" timeOffset="44950.1722">7615 2381,'0'-25,"0"75,0 0,0 24,0 0,0 1,0-1,0-24,0 0,0-26,0-48,0-26,0 0,-49 26,49-26,-25 50,25-25,-50 25,1 0,-1 0,25 25,25 0,0 24,0-24,0 0,0 25,25-50,50 0,-26 0,1 0,-25 0,-1 0</inkml:trace>
  <inkml:trace contextRef="#ctx0" brushRef="#br0" timeOffset="45490.1826">7814 2654,'0'-25,"25"0,-1 25,26 0,24 0,-74 25,25 25,-25-25,0 24,0-24,0 25,0-1,-49-49,49 25,-75-25,75-25,0 1,0-26,50 0,-25 26,24-51,26 50,-51 25,-24-25,0 75,-24 0,24-1,0-24,0 25,0-25,49-25,-49 24,75-24,-26 0,1 0,24 0</inkml:trace>
  <inkml:trace contextRef="#ctx0" brushRef="#br0" timeOffset="46307.0847">9252 2009,'-24'0,"-1"0,0 0,-25 0,75 0,25 0,-1 0,1 0,-25 0,25 0,-1 0,1 0,-50 50</inkml:trace>
  <inkml:trace contextRef="#ctx0" brushRef="#br0" timeOffset="46518.1503">9178 2257,'0'25,"25"-25,49 0,1 0,-1 0,-24 0,-1 0</inkml:trace>
  <inkml:trace contextRef="#ctx0" brushRef="#br0" timeOffset="48961.1956">10170 2232,'0'0,"-49"0,24 0,0 0,75 0,49 0,50 0,0 0,99 0,-25 0,0 0,25 0,-49 0,-75 0,0 0,0 0,-50 0,-24 0,-1 0,-49-24,0-1</inkml:trace>
  <inkml:trace contextRef="#ctx0" brushRef="#br0" timeOffset="49973.1756">10418 1587,'-24'0,"24"-24,0 73,0-98,0-1,24 50,26-25,24 25,-49 0,0 0,-25 50,50-1,-50-24,0 0,0 50,-25-51,25 26,-75 24,51-49,-26 0,25-25,0 0,-24 0,49-25,0 0,25 25,49 0,-24 0,-50 25,49 0,-24 25,25 24</inkml:trace>
  <inkml:trace contextRef="#ctx0" brushRef="#br0" timeOffset="50168.4823">10865 1786,'49'-50,"-24"50,0 0,25 0,-26 0,1 0</inkml:trace>
  <inkml:trace contextRef="#ctx0" brushRef="#br0" timeOffset="50889.0245">11311 1488,'0'0,"0"-25,50 25,-25 25,0 0,24-25,-24 0,-25-25,0 0,0 50,0 25,0-1,0 26,0-1,0 1,0 24,0-49,0-1,0 1,0-1,-50-49,1-24,49-1,-25-25,25 1,0-26,0 26,0 24,0 0,25-25,24 50,1 0,-25 0,0 0</inkml:trace>
  <inkml:trace contextRef="#ctx0" brushRef="#br0" timeOffset="51631.1781">11634 1364,'0'-49,"0"24,0 50,0-50,0-25,25 25,24 25,1 0,-25 0,-25 50,0 0,0-26,0 1,0 0,-25 25,-25-1,50-24,25-25,25 0,-1 0,1 0,-1 0,1 0,0 0</inkml:trace>
  <inkml:trace contextRef="#ctx0" brushRef="#br0" timeOffset="53528.485">10592 2803,'0'0,"0"25,0 0,0-1,-25 26,25-25,0 0,-25 24,50-49,0 0,-25-25,50 25,-1 0,-24 0,-25 25,25 25,-25-1,0-24,0 25,0-1,-50-49,1 25,-1-25,25 0,0 0,-24 0,49-25,25 25,-1 0,26 0,-25 0</inkml:trace>
  <inkml:trace contextRef="#ctx0" brushRef="#br0" timeOffset="53770.0864">10666 2803,'-24'-25,"48"25,26 0,0 0,-1 0,1 0</inkml:trace>
  <inkml:trace contextRef="#ctx0" brushRef="#br0" timeOffset="54473.0715">11038 2853,'0'0,"25"0,0 0,0 0,24 0,-24 24,-25 26,0-25,0 0,0-1,0 26,-74 0,49-50,0 0,25-25,75-25,-51 50,1-74,25 74,-25-50,24 25,1 25,-50-49,-25 49,0 0,25 25,-25-25,25 74,0-49,0 0,0 24,0 1,50-50,-25 0,0 0,0 0,49 0</inkml:trace>
  <inkml:trace contextRef="#ctx0" brushRef="#br0" timeOffset="62912.8206">12750 2307,'0'-25,"0"0,25 25,24 0,-49 50,0-25,0-1,0 26,0-25,0 0,-49 24,24-49,0 50,-24-50</inkml:trace>
  <inkml:trace contextRef="#ctx0" brushRef="#br0" timeOffset="64172.4515">14313 1587,'0'-24,"-25"24,0 0,0 0,-24 24,-1-24,25 50,25-25,-49 49,49-24,-50 0,50-1,0-24,0 25,0-26,25 1,49 25,-24-50,-1 0,-24-25,-25 0,0 0,0 1,-25 24,25-50,-49 50,74 0,-25-25,49 25,-24 0,25 0,-1 0,1 0,-50 50,0-1,0 1,0-25,25 24,-1-49</inkml:trace>
  <inkml:trace contextRef="#ctx0" brushRef="#br0" timeOffset="64464.6688">14685 1960,'0'49,"0"-24,0 0,0 0,0 49,0-49</inkml:trace>
  <inkml:trace contextRef="#ctx0" brushRef="#br0" timeOffset="64802.7682">14710 1712,'0'-25,"49"25,-49-50,50 50,-25 0,-25 25,-25 0,0-25,-25 0,26 0,48 0,1 0,25 0</inkml:trace>
  <inkml:trace contextRef="#ctx0" brushRef="#br0" timeOffset="65184.7456">14982 1935,'0'0,"0"25,25-1,-25 1,0 25,50-25,-25 24,-1-49,-24-25,50 1,-50-26,50 0,-50 26,49 24,-49-25,25 25,25 0</inkml:trace>
  <inkml:trace contextRef="#ctx0" brushRef="#br0" timeOffset="65966.2709">15354 2108,'25'0,"50"-49,-51 49,-24-25,50 25,-50-25,0 0,0-24,-25 49,25 25,-49-1,49 1,0 25,0-1,0-24,49-25,1 0,-25 0,-1 0,26 0,-25 0,25-74,-26 24,-24 25,25 25,-25 25,0 25,0-1,0-24,50-25,-25-49,24-26,1 50,-25 25,-25 25,0 25,24-50,-24 49,50-49,-25 0,0 0</inkml:trace>
  <inkml:trace contextRef="#ctx0" brushRef="#br0" timeOffset="68388.7901">17289 1687,'0'-50,"0"25,0 0,0 50,0 0,0 25,50-1,-25-24,-1-25,26 0,-25 0,0 0,-25-49,0-1,0 0,0 25,0 50,0 25,0 24,0 26,0-1,0 25,0-25,0-25,0-24,0 0,0-26,0 26,0-25,-25-25,25 25,-50-25,25 0,1 0,-26 0,50-25,-25-50,25 1,0 0,0-1,0 1,0 24,0 25,50-24,-1 49,1-25,0 25,-1 0,1 0,-25 0,-1 0</inkml:trace>
  <inkml:trace contextRef="#ctx0" brushRef="#br0" timeOffset="68741.8501">17909 1687,'0'-25,"50"25,-50-25,0 0,-50 50,26 25,-26 24,50 25,-74 25,74-24,0-1,0-25,24 1,1-51,50 26,-51-50,1 25,25-25</inkml:trace>
  <inkml:trace contextRef="#ctx0" brushRef="#br0" timeOffset="69460.927">18405 2084,'0'-50,"-24"50,-26 0,0 0,1 0,24 0,0 0,-49 0,49 0,50-25,0 25,-1 0,26-49,-25 49,0-25,24 0,-49-25,0 75,0 25,0 24,0-24,0-1,0 1,0 0,0-1,0-24,0 0,25-25</inkml:trace>
  <inkml:trace contextRef="#ctx0" brushRef="#br0" timeOffset="69828.9417">18554 1712,'0'-25,"25"25,0 0,24 49,-49 1,25 49,-25 0,0-24,50-1,-50 1,0-1,0 0,0-24,-50 0,25-26,-49 26,49-50</inkml:trace>
  <inkml:trace contextRef="#ctx0" brushRef="#br0" timeOffset="70232.857">19174 1960,'0'0,"25"0,0 0,25 0,-26 0,1 0,25 0</inkml:trace>
  <inkml:trace contextRef="#ctx0" brushRef="#br0" timeOffset="70422.3501">19174 2183,'0'-25,"25"25,25 0,-25 0,-1 0,26 0,-25 0,0 0</inkml:trace>
  <inkml:trace contextRef="#ctx0" brushRef="#br0" timeOffset="70781.3977">19695 1811,'0'-25,"0"-25,0 100,0 0,0 24,0 0,0-24,0 0,0-1,0-24,0 25,0-26,0 1</inkml:trace>
  <inkml:trace contextRef="#ctx0" brushRef="#br0" timeOffset="83092.8082">13196 3200,'0'0,"0"-25,0 0,0 0,25 25</inkml:trace>
  <inkml:trace contextRef="#ctx0" brushRef="#br0" timeOffset="84106.6415">14114 2927,'0'-50,"0"75,0 25,0-1,0 1,0 0,0-26,0 26,0 0,0-26</inkml:trace>
  <inkml:trace contextRef="#ctx0" brushRef="#br0" timeOffset="84347.0469">13742 2803,'0'0,"-49"-25,173 25,24 0,26 0,-25 0,24 0,-73 0,-51 25</inkml:trace>
  <inkml:trace contextRef="#ctx0" brushRef="#br0" timeOffset="84775.0974">14610 3175,'0'-25,"25"25,25 0,-25 0,24 0,-24 25,-25 25,0-1,0-24,0 0,-25-25,-24 49,24-49,0 0,-25 0,26-24,24-1,0 0,0-25,24 26,26 24,-25-25,24 25,1 0</inkml:trace>
  <inkml:trace contextRef="#ctx0" brushRef="#br0" timeOffset="85548.1253">15950 2977,'0'0,"0"-25,0 0,-25 25,0 0,-24 0,49 50,-25 24,25 0,0 1,0-26,0 26,0-1,0-24,0-1,0-24,0 25,0-1,0-24,-50 0,25-25</inkml:trace>
  <inkml:trace contextRef="#ctx0" brushRef="#br0" timeOffset="85741.1277">15652 3398,'0'-49,"0"24,25-25,25 50,-1 0,1 0,24 0,-24 0,-25 0,-1 0,1 0</inkml:trace>
  <inkml:trace contextRef="#ctx0" brushRef="#br0" timeOffset="86362.3937">16099 3249,'0'0,"0"-24,24 24,-24 24,0 1,0 0,0 25,0-26,0 26,50-50,0 0,-1 0,-24-25,25-24,-50-26,24 75,-24-25,50 125,-50-76,0 26,25-25,0-25,24 0,-24-25,-25 0,50 25,-50-49,24 49,1 0,-25 24,25-24,-25 25,50 25,-50-25</inkml:trace>
  <inkml:trace contextRef="#ctx0" brushRef="#br0" timeOffset="86672.0831">16123 3101,'0'0,"0"-50,25 50,-25 25,-25-25,75 0,-25 0</inkml:trace>
  <inkml:trace contextRef="#ctx0" brushRef="#br0" timeOffset="87218.8867">17041 2853,'0'0,"0"-25,0 74,50 1,-50 0,0-1,0 1,0-1,0 1,0 24,0-49,0 0,0 25,0-75,0 0,0-25,0 26,-50 24,50-25,-25 25,1 0,-26 0,25 0,0 0,25 49,-49-49,49 50,0-25,49-25,-24 25,25-25,-1 0,1 0,0 0</inkml:trace>
  <inkml:trace contextRef="#ctx0" brushRef="#br0" timeOffset="106673.0959">18405 3051,'-24'0,"24"-25,0 50,24 25,-24-1,25 1,-25-25,25 24,49-24,-24-25,0 0,-1 0,-49-50,0 1,0 24,0 0,0 0,0-24,0-1,0 75,0 25,0-1,0 1,0-1,50 26,-50-1,25 1,-25-1,0 0,0 1,0-1,0-24,0-25,0 0,0 24,0-24,-25-25,-25 25,-24-25,24-25,50 0,-49-24,49 24,-50 0,50-25,0 1,0-26,74 50,-24-24,0 49,-26-50,26 50,-25 0,0-49</inkml:trace>
  <inkml:trace contextRef="#ctx0" brushRef="#br0" timeOffset="107865.0943">19398 2778,'0'-25,"-25"25,25 25,-25 25,25-1,0-24,0 25,0-25,0-1,0 51,0 24,0 50,0-25,0-25,74 50,1 0,-1-25,-24-25,24 0,-49-49,25-25,-26-25,26 49,-25-49</inkml:trace>
  <inkml:trace contextRef="#ctx0" brushRef="#br0" timeOffset="111652.9347">19794 3349,'0'-50,"-24"50,-26 25,25-25,0 0,1 0,-51 25,100-100,-25 26,50 24,-1-25,1-24,-50 49,25 25,-25-25,0 0,24 25,-24 25,0 0,0 0,0 24,0 26,0-26,0 51,0-26,0 0,0 1,0-26,0-24,0 0,50 25</inkml:trace>
  <inkml:trace contextRef="#ctx0" brushRef="#br0" timeOffset="112154.8845">20092 3249,'0'50,"-25"-50,25 25,0-75,0 75,0 0,-24-25,24-75,49 75</inkml:trace>
  <inkml:trace contextRef="#ctx0" brushRef="#br0" timeOffset="112523.062">20340 3200,'0'-25,"0"50,0 24,0 1,50 24,-50-49,0 0,0 25,0-1,25-49</inkml:trace>
  <inkml:trace contextRef="#ctx0" brushRef="#br0" timeOffset="112921.0281">20588 2952,'0'-25,"50"25,-1 50,1-1,24 1,-24 49,25-25,-26 50,-49 50,0-75,0 1,0-1,-49 25,-26-25,1 0,49-49,0-1,-25-24,1 0</inkml:trace>
  <inkml:trace contextRef="#ctx0" brushRef="#br0" timeOffset="119161.9777">1464 4961,'0'-25,"-25"25,0-25,0 25,-24 0,24 0,0 0,-24 0,49 50,-75 0,75-26,-49 26,49 0,0-26,24 1,26-25,0 0,-1 0,-24 0,25 0,-26 75,26-26,-50-24,50 25,-50-1,0-24,-25 25,0-50,0 49,-24-49,-1 0,0 0,1 0,24 0,-25-25,26 25,24-49,0 24,24 25</inkml:trace>
  <inkml:trace contextRef="#ctx0" brushRef="#br0" timeOffset="119611.7443">1662 5333,'0'-25,"25"25,25 0,-1 0,26 25,-75 25,0-26,0 26,0 0,0-26,-75-24,26 0,24 0,25-24,-50-1,50-25,0 25,0-24,50 24,-25 25,-1 0</inkml:trace>
  <inkml:trace contextRef="#ctx0" brushRef="#br0" timeOffset="120009.6797">1985 4862,'0'-25,"25"50,-25 24,0 1,49 49,-49-24,0 24,50 0,-50-25,0 1,0-26,0 1,25-50,-25 50,49-50,-24 0</inkml:trace>
  <inkml:trace contextRef="#ctx0" brushRef="#br0" timeOffset="120510.3411">2332 5333,'0'-25,"0"0,0 50,0 0,0 25,0-26,0 1,0 0,50 49,-26-74,1 0,25 0,-50-24,0-26,0 25,0 0,0-24,0 74,0 24,25 1,24-1,1-49</inkml:trace>
  <inkml:trace contextRef="#ctx0" brushRef="#br0" timeOffset="120990.0555">2555 5060,'0'0,"-49"-25,49 1,0-26,24 25,1 25,25 25,-50 0,0 0,0-1,49 26,-49-25,0 0,-24-25,24-25,0-25,0 25,0 1,49-26,-24 50,0 0,0 0,-25 25,0 24,0-24,0 0,0 25,49-26</inkml:trace>
  <inkml:trace contextRef="#ctx0" brushRef="#br0" timeOffset="121269.3097">3076 5135,'0'0,"0"24,0 26</inkml:trace>
  <inkml:trace contextRef="#ctx0" brushRef="#br0" timeOffset="121425.8941">3076 5482</inkml:trace>
  <inkml:trace contextRef="#ctx0" brushRef="#br0" timeOffset="121622.5663">3200 5358,'0'-25,"25"25,49 0,-49 0,25 0</inkml:trace>
  <inkml:trace contextRef="#ctx0" brushRef="#br0" timeOffset="122152.1497">918 6152,'0'0,"-25"0,50 24,74-24,75 0,74-24,25 24,0-50,24 50,-73 0,-26-50,-49 50,-100 0,-49-49,25 49</inkml:trace>
  <inkml:trace contextRef="#ctx0" brushRef="#br0" timeOffset="132841.5577">5333 5308,'-49'0,"24"0,0 0,50 0,25 0,-26 0,1 0,0 0,25 0,-26 0,26 0,-25 0,24 0,-24 0,0 0,0 0,24 0,-24 0,0 0,25 0,-1 0,-24 0,0 0,24 0,-24 0,25 0,-1 0,-24 0,25 0,-25 0,0 0,24 0,26 0,-26-49,1 49,-1 0,-24 0,25 0,24 0,-24 0,-1 0,1 0,0 0,-26 0,51 0,-1 0,-49 0,0 0,0 0,24 0,26 0,-26 0,26 0,-50 0,-1 0,26 0,-25 0,0 0,-1 0,26 0,-25 0,0 0,24 0,1 0,-1 0,-24 0,25 0,-1 0,1 0,-25 0,24 0,-24 0,25 0,-1-25,-24 25,0 0,25 0,-25 0,-1 0,26 0,-25 0,24 0,-24 0,25 0,-1 0,-24 0,25 0,-1 0,1 0,0 0,24 0,-24 0,-1 0,-24 0,0 0,24 0,-24 0,0 0,25 0,-26 0,1 0,50 0,-51 0,51 0,-25 0,-26 0,-48 0</inkml:trace>
  <inkml:trace contextRef="#ctx0" brushRef="#br0" timeOffset="134625.7817">6871 4465,'50'0,"-25"0,-25-25,0 50,0 24,0 1,0 0,24 24,-24 0,0 1,50 24,-50 25,0 0,50 25,-50 0,0 99,49-50,-49 26,0-26,0-24,0-26,0-48,0-1,0 0,0-24,0-1,0-24,0-1,0 1,0-1,0 1,0 0,0-1,0-24,0 25,0-26,0 26,25-50,-25-50,0 26,0-26</inkml:trace>
  <inkml:trace contextRef="#ctx0" brushRef="#br0" timeOffset="135789.6666">5879 4688,'0'-50,"25"50,0 0,-1 0,26 0,0 50,-50-25,0 0,24 49,-24-49,0 0,0 24,-24-49,24 50,0-75,0 0,0 1,0-26,24 25,-24 0,50 25,-50-49,25 49,-25-50,25 50,-25-25,0 75,0-25,0-1,0 26,0-25,49-25,26 0,24 50,25-50</inkml:trace>
  <inkml:trace contextRef="#ctx0" brushRef="#br0" timeOffset="136545.6445">7318 4490,'0'-25,"25"25,24 49,-49-24,25 25,74-1,-49-49,-1 0,-24 0,-25-24,0-26,0 25,0 0,0 1,0-51,50 125,-50-1,25 1,-25 0,49 24,-49 0,0 1,0-25,0 24,-25-24,1-26,-26 26,0-50,1 25,-1-25,1 0</inkml:trace>
  <inkml:trace contextRef="#ctx0" brushRef="#br0" timeOffset="138149.3529">14139 5581,'0'-50,"-25"26,25-1,-25-25,-24 50,-1 25,1 25,49-26,-50 26,50 0,0 24,0 0,0 1,25-1,-25-24,49 0,-49-1,0-24,0 0,0 0,0 24,-24-49,-1 0,0-25</inkml:trace>
  <inkml:trace contextRef="#ctx0" brushRef="#br0" timeOffset="138313.9223">13767 5928,'0'0,"0"-49,0 24,25 25,24 0,26-25,-1 25,1 0,-1-50,-24 50,-1 0</inkml:trace>
  <inkml:trace contextRef="#ctx0" brushRef="#br0" timeOffset="138590.1863">14536 5482,'0'0,"0"-25,0-25,-25 50,25 25,-74 0,74 25,0 24,-25 25,25 0,0 1,0-26,25-24,-25-25,49 24,1-49,-25 50,0-50</inkml:trace>
  <inkml:trace contextRef="#ctx0" brushRef="#br0" timeOffset="139148.1099">14610 5655,'0'0,"0"-24,25 24,25-25,-25 25,24 0,1 0,-50 25,0 24,0-24,0 0,0 24,0-24,-25-25,25 25,-25-25,50-50,49-24,-24 24,0 1,-50-1,49 50,-74 0,-24 75,49-51,0 1,0 0,0 25,0-26,0 1,49 25,26-50,-50 0,24 0</inkml:trace>
  <inkml:trace contextRef="#ctx0" brushRef="#br0" timeOffset="139326.6308">15206 5755,'0'-25,"0"50,0 24,0 1,0-25,0 24,0-24</inkml:trace>
  <inkml:trace contextRef="#ctx0" brushRef="#br0" timeOffset="139947.9676">15404 5581,'0'0,"0"-25,25 25,24 25,-49 25,25-50,-25 49,25-49,25 0,-26-25,-24-49,0 24,0 75,0 50,0-26,50 26,-50 24,0-25,0 1,0-26,0 1,0-25,0 24,-25-49,-49 0,74-24,-25-1,25-25,-25 1,25-26,0 26,0-1,0 25,50 25,-25 0,24 0,-24-25,50 25</inkml:trace>
  <inkml:trace contextRef="#ctx0" brushRef="#br0" timeOffset="140211.2635">15851 5432,'0'0,"0"-25,49 25,-24 0,25 50,-26 49,26 0,-50 50,50-25,-50 25,0-50,0-24,-50 24,0-49,1-1,-75-49</inkml:trace>
  <inkml:trace contextRef="#ctx0" brushRef="#br0" timeOffset="141114.953">16967 5730,'-25'0,"0"0,-24 0,98 0,26 0,-1 0,-24 0,-1 0,-24 0,0 0</inkml:trace>
  <inkml:trace contextRef="#ctx0" brushRef="#br0" timeOffset="141295.7233">17041 5953,'-49'0,"98"0,1 0,24 0,-49 0,25 0,-26 0,26 50</inkml:trace>
  <inkml:trace contextRef="#ctx0" brushRef="#br0" timeOffset="142615.4467">17860 5829,'-25'0,"75"0,-1 0,1 0,49 0,0 0,75 0,-1 0,-24 0,99-25,-24 25,24 0,-50 0,-49 0,-50 0,-24 0,-1 0,0 0,-24-49,-25 49,0 0,24 0,-74 0</inkml:trace>
  <inkml:trace contextRef="#ctx0" brushRef="#br0" timeOffset="143299.0503">18604 6102,'0'25,"0"0,-25 24,25-24,0 0,25-25,24 0,-24 0,0 0,25 0,-26 0,26 0,-50 25,0 24,0-24,0 49,-25-74,-24 0,-1 0,-24 0,74-49,-50 49</inkml:trace>
  <inkml:trace contextRef="#ctx0" brushRef="#br0" timeOffset="143501.9676">18579 6152,'0'-50,"74"25,-49 25,25 0,-1-49,1 49,-25 0,-25 24,74-24</inkml:trace>
  <inkml:trace contextRef="#ctx0" brushRef="#br0" timeOffset="144070.7936">19100 6201,'0'-25,"0"1,25 24,0 0,24 0,1 0,-25 49,-25 1,0-25,0-1,0 1,-25 25,0-25,-25-25,50-50,25 50,25-50,-25 50,24-74,-24 74,0-25,24 25,-49-25,-24 25,-1 0,25 50,0 0,0-26,0 1,74-25,-24 0,-25 0</inkml:trace>
  <inkml:trace contextRef="#ctx0" brushRef="#br0" timeOffset="144985.8681">18678 5308,'-25'0,"25"-25,0 1,50-26,-25 50,24 0,-24 0,25 50,-50-1,0 1,0-1,0 1,0 24,-50-49,50 0,-49-25,49 50,-25-50,25-25,0-25,74 50,-24 0,-25 0,24 0,-49 50</inkml:trace>
  <inkml:trace contextRef="#ctx0" brushRef="#br0" timeOffset="145187.8026">19100 5432,'25'0,"0"0,-1 0,26 0,-25 0</inkml:trace>
  <inkml:trace contextRef="#ctx0" brushRef="#br0" timeOffset="145803.0475">19373 5184,'0'-49,"49"49,-49 24,50-24,-50 50,25-50,-25 25,25-25,-1 0,-24-25,0-25,0 26,0 73,0 26,0-26,50 1,-50-1,0 1,0 0,25 24,-25-49,0 0,0 24,-50-49,25 0,-24 0,49-49,-50 24,50-25,0 1,0-1,0 25,0 0,50 25,-25 0,-1 0,-24-49,75 49</inkml:trace>
  <inkml:trace contextRef="#ctx0" brushRef="#br0" timeOffset="146538.0593">19794 5085,'0'0,"0"-25,-24 25,24-74,0 49,24 25,1 0,0 0,25 0,-1 25,-49 0,0-1,0 1,0 25,0-25,0-1,-24 26,24-25,-50-25,75 0,0 0,-1 0,26 0,-25 0,0 0,-1 0,26 0,0 0</inkml:trace>
  <inkml:trace contextRef="#ctx0" brushRef="#br0" timeOffset="149890.4723">4862 5904,'0'-25,"0"-25,0 25,0 0,74 25,-24-49,-25 49,25 0,-1 49,-49 1,0 0,0-1,0 1,0 0,-25-1,25-24,-24-25,24-50,0 26,24-1,51-74,-50 49,24 25,-49-25,25 50,-25-24,-25 48,25 1,0 25,0 0,0-1,0 1,25-25,0-25,24 24,1-24</inkml:trace>
  <inkml:trace contextRef="#ctx0" brushRef="#br0" timeOffset="150267.0278">5482 6052,'50'0,"-25"0,-1 25,-24 0,0 25,0-26,-24 26,-1-50,-25-50,50 26,0-1,0 0,25 25,0 0,24 0</inkml:trace>
  <inkml:trace contextRef="#ctx0" brushRef="#br0" timeOffset="150550.7799">5805 5879,'24'-50,"26"50,-25 0,0 0,24 0</inkml:trace>
  <inkml:trace contextRef="#ctx0" brushRef="#br0" timeOffset="150687.95">5929 5978,'49'0,"-24"0,0 0</inkml:trace>
  <inkml:trace contextRef="#ctx0" brushRef="#br0" timeOffset="151477.187">6450 5730,'-50'0,"0"25,1-25,49-25,0 0,25 25,-25-25,24-24,-24-1,25 50,-25-25,50 25,-50 25,25 25,-25-1,0 26,49 24,-49 0,50 0,-50-49,0 24,25-49,-25 0,24-25</inkml:trace>
  <inkml:trace contextRef="#ctx0" brushRef="#br0" timeOffset="152495.0086">7442 5606,'0'0,"0"-25,0 0,25 25,-25 50,49-25,-49-1,25-24,-25 50,50-50,-1 0,1 0,-1 0,-49-74,0 24,0 0,0 75,0 25,0 24,0 1,0 24,25-25,-25 1,0-1,0-24,0-1,0-24,0 0,-25-25,-24-25,49-24,-50-26,50 26,0-1,0 25,0 0,75 25,-26 0,-24 0,25 0</inkml:trace>
  <inkml:trace contextRef="#ctx0" brushRef="#br0" timeOffset="152809.035">8037 5953,'0'0,"50"0,-26 0,1 0,0 0,-25 75,0-51,-50 1,26-25,24-49,0 24,49 25</inkml:trace>
  <inkml:trace contextRef="#ctx0" brushRef="#br0" timeOffset="153056.2697">8384 5779,'0'-49,"25"49,25 0,-25 0,24-25,1 25,-25 0</inkml:trace>
  <inkml:trace contextRef="#ctx0" brushRef="#br0" timeOffset="153230.7413">8484 5928,'0'0,"74"0,-24 0,-26-49,1 49,50 0</inkml:trace>
  <inkml:trace contextRef="#ctx0" brushRef="#br0" timeOffset="153607.0253">9004 5556,'25'0,"-25"-25,0 50,50 50,-50 49,0-25,49-25,-49-24,0 0,0-26,0 51</inkml:trace>
  <inkml:trace contextRef="#ctx0" brushRef="#br0" timeOffset="155016.1184">4912 7218,'0'-25,"49"25,-49-24,25 24,25-50,-1 50,26 0,-26 0,1 0,-25 25,-25 24,0-24,0 0,0 25,0-26,0 1,-50-25,50 50,-49-50,49-25,0 0,24 0,1-24,25 49,-50-50,49 50,-49-49,25 49,-25-25,25-25,-25 25,0 75,0-25,0 0,0 24,0 1,50-50,-1 0,-49 25</inkml:trace>
  <inkml:trace contextRef="#ctx0" brushRef="#br0" timeOffset="155292.2964">5631 7243,'0'25,"0"0,0 24,0 1,0-25,0 24,25 1,-25-25,25-25</inkml:trace>
  <inkml:trace contextRef="#ctx0" brushRef="#br0" timeOffset="155561.1709">5904 7119,'0'-25,"25"25,24-49,-24 49,0 0,24 0</inkml:trace>
  <inkml:trace contextRef="#ctx0" brushRef="#br0" timeOffset="155709.8935">6003 7193,'50'0,"-1"0,-24 0</inkml:trace>
  <inkml:trace contextRef="#ctx0" brushRef="#br0" timeOffset="156305.364">6474 6945,'-49'0,"24"0,25 25,-25-25,25 25,0 25,0-1,0 1,0 24,0-49,25-25,25 0,-26 0,1 0,-25-50,0 1,0 24,0 0,0-24,0-1,-49 25,24 25</inkml:trace>
  <inkml:trace contextRef="#ctx0" brushRef="#br0" timeOffset="156793.0691">6648 6995,'25'0,"-25"50,0-75,25 25,-25 25</inkml:trace>
  <inkml:trace contextRef="#ctx0" brushRef="#br0" timeOffset="157121.3279">6896 6896,'0'-25,"0"50,0 0,0 24,0 1,0 24,50 1,-50-26,0 1,24-25,-24 24</inkml:trace>
  <inkml:trace contextRef="#ctx0" brushRef="#br0" timeOffset="158373.0127">7690 6921,'0'-25,"0"0,49 25,-49 25,50 49,0-49,-1-25,1 0,-25 0,-25-25,24 25,-24-49,0-1,0 100,0-1,0 1,50 24,-50 1,0-1,25 0,-25-24,0-25,0 0,0 24,-75-74,26 1,24-51,-25 26,50-1,-49 0,49 26,0-51,49 50,1 25,0 0,-1 0,-24 0,25 0</inkml:trace>
  <inkml:trace contextRef="#ctx0" brushRef="#br0" timeOffset="158668.0229">8409 7193,'0'-24,"0"48,0 26,25 24,-25-24,0 0,0-1,0 1,50-1,-26-49</inkml:trace>
  <inkml:trace contextRef="#ctx0" brushRef="#br0" timeOffset="159079.9195">8781 7094,'75'0,"-51"0,1 0,25 0,-1 0,-24 0</inkml:trace>
  <inkml:trace contextRef="#ctx0" brushRef="#br0" timeOffset="159281.0223">8756 7293,'50'0,"0"0,-1 0,1-25,-1 25,-24 0</inkml:trace>
  <inkml:trace contextRef="#ctx0" brushRef="#br0" timeOffset="168783.0109">9352 6945,'-50'-49,"50"24,0 0,0 0,25 25,0-49,0 49,24 24,-49 1,0 0,0 0,0 25,0-26,-25-24,25 25,0 25,0-25,-24-1,24 26,-25-25,25 0,0-1,0 26</inkml:trace>
  <inkml:trace contextRef="#ctx0" brushRef="#br0" timeOffset="169272.0102">9352 7541,'0'24,"0"-73,25 49,-1 0,-24 25</inkml:trace>
  <inkml:trace contextRef="#ctx0" brushRef="#br0" timeOffset="174452.5469">3622 9153,'0'0,"0"-25,0-24,0 24,0 74,0-24,49 25,-49-25,50-25,-25 24,49-24,-49 0,0 0,0 0,-25-49,0-1,0 1,0 98,0-24,0 0,0 24,0 26,0-1,0 1,24-1,-24 0,0 1,0-26,0 1,0-25,0 24,0-24,-24-25,-51-49,50 24,-24-25,-1-49,25 49,25 26,-24 24,24-50,0 0,0 1,24-1,1 25,25 25,-25-49,-1 49,26 0,-25 0,0 25</inkml:trace>
  <inkml:trace contextRef="#ctx0" brushRef="#br0" timeOffset="174872.2186">4242 9674,'0'-25,"0"0,0 75,0-1,0 1,0 0,25 24,-25-49,0 24,49-49</inkml:trace>
  <inkml:trace contextRef="#ctx0" brushRef="#br0" timeOffset="175538.9969">4837 9500,'0'0,"0"-25,50 25,24 0,1 0,-26 0,1 0,-25 0,0 0,24 0</inkml:trace>
  <inkml:trace contextRef="#ctx0" brushRef="#br0" timeOffset="175733.8641">4961 9649,'25'0,"25"0,24 0,-24 0,-1-25,1 25,0 0</inkml:trace>
  <inkml:trace contextRef="#ctx0" brushRef="#br0" timeOffset="177053.0025">5953 9178,'0'0,"0"-25,0-25,0 26,0 48,50-24,-50 50,50-50,-50 50,49-50,-24 0,25 0,-25 0,-25-50,0 25,0-24,0 73,0 1,0 0,24 25,-24-1,50 1,-50-1,25 26,-25-1,49 1,-49 24,0-25,0-24,0-1,0-24,0 50,0-51,-49-24,24 0,-49-49,24-1,50-24,-50-25,50 24,0 1,0 49,0-25,50 1,0 49,24-50,-24 50,-1 0,-24 0</inkml:trace>
  <inkml:trace contextRef="#ctx0" brushRef="#br0" timeOffset="177699.0735">6698 9847,'0'-49,"24"-1,1 50,0 0,25 25,-26 49,-24-24,0-25,-24 24,-1-49,-25 0,25 0,1 0,24-24,-25 24,25-25,0 0,0-25,25 50,-1 0,1-24,25 24</inkml:trace>
  <inkml:trace contextRef="#ctx0" brushRef="#br0" timeOffset="178410.8457">7367 9550,'50'0,"49"0,0-75,-24 75,24 0,0 0,-24 0,-26 0,-24 0</inkml:trace>
  <inkml:trace contextRef="#ctx0" brushRef="#br0" timeOffset="178749.7322">7739 9302,'0'-25,"0"-25,0 75,0 25,0-1,0 26,0-1,0 1,50-1,-50-24,0-1,25-24,-25 0</inkml:trace>
  <inkml:trace contextRef="#ctx0" brushRef="#br0" timeOffset="179430.9116">8756 9029,'0'-25,"0"50,0 49,0 1,0-1,0 1,0-26,0-24,0 25,50-1,-50-24</inkml:trace>
  <inkml:trace contextRef="#ctx0" brushRef="#br0" timeOffset="179819.8681">8806 9351,'0'-24,"0"-1,25 25,-25-50,25 50,-1 0,26 0,-25 25,24 25,-49-26,0 26,25-50,-25 50,0-26,0 1,25-25,25 0,24 0,-24 0,-26 0</inkml:trace>
  <inkml:trace contextRef="#ctx0" brushRef="#br0" timeOffset="180699.517">10145 8880,'0'-25,"-49"25,24 0,0 0,-24 0,49 25,0 49,0-24,0 25,0-1,0 0,24 26,-24-26,0-24,25-1,-25-24,0 25,0-26,0 1,-25-25,-24-25</inkml:trace>
  <inkml:trace contextRef="#ctx0" brushRef="#br0" timeOffset="180864.081">9848 9327,'0'0,"0"-25,25-25,24 50,1 0,-1-25,1 25,0 0,-1 0,26 0</inkml:trace>
  <inkml:trace contextRef="#ctx0" brushRef="#br0" timeOffset="181209.1544">10716 8880,'0'-25,"-25"25,25 25,-49 0,49 24,-50 51,50-1,-74 50,74-25,0-25,0-25,0 1,49-1,26-49,49-25,-50 50,0-50</inkml:trace>
  <inkml:trace contextRef="#ctx0" brushRef="#br0" timeOffset="182364.0682">11038 9178,'0'-25,"0"0,25-24,25 49,-1 0,-24 24,-25 1,0 0,0 0,0 24,0-24,0 0,-25-25,25 50,-24-50,24-25,0 0,24 25,-24-50,50 50,-25-49,24 49,-49-25,50 25,-50-25,25 25,-25-25,25-24,-75 49,0 49,50-24,-49 0,49 25,0-26,0 1,25 0,-25 25,74-50,-49 49,0-49,24 0,-49 25</inkml:trace>
  <inkml:trace contextRef="#ctx0" brushRef="#br0" timeOffset="182745.0459">11634 9327,'0'0,"25"0,-25-25,49 25,1 0,-25 0,-25 74,0-24,0-1,0-24,-50-25,25 0,-24 0,24-25,25-24,0 24,49 25,-24 0,50 0</inkml:trace>
  <inkml:trace contextRef="#ctx0" brushRef="#br0" timeOffset="183052.2239">12130 9252,'0'-25,"25"50,-25 25,0-25,0-1,0 1,0 50,-50-51</inkml:trace>
  <inkml:trace contextRef="#ctx0" brushRef="#br0" timeOffset="183802.217">12378 9079,'0'-25,"25"25,24 0,-24 0,-25 25,25 24,25-24,-26-25,1 0,0 0,25 0,-50-25,0 0,0-24,24 49,-24 49,0 26,0-26,0 26,0-1,0 1,0-26,0 1,0-25,0 24,0 1,-49-50,-1-25,1-25,49 26,-50-26,50 25,0 0,0-24,25 49,-25-50,49 50,1 0,0-25,-26 25,51 0</inkml:trace>
  <inkml:trace contextRef="#ctx0" brushRef="#br0" timeOffset="184200.1512">12973 9475,'0'-49,"25"49,25 0,-26 49,-24 1,0-25,0 0,-49-25,-1 0,25 0,25-50,0 25,0-49,50 74,0 0</inkml:trace>
  <inkml:trace contextRef="#ctx0" brushRef="#br0" timeOffset="184575.1495">13172 8930,'0'0,"0"-25,49-25,1 75,-25 25,-25-1,74 26,-24 74,-50-1,49-48,-49-1,0 25,0-50,0 1,-25-1,-24-24,-26 24,1-49,0 25,-50-50</inkml:trace>
  <inkml:trace contextRef="#ctx0" brushRef="#br0" timeOffset="187867.3443">3547 11832,'0'-25,"0"0,0 0,0 1,0 48,0 1,0 0,25 25,25-1,-1 1,-24-50,50 0,-75-25,0 0,0 0,0-24,0 74,0-1,0 26,0 24,24 1,-24-1,0 1,50 24,-50-49,0-1,0 1,0-25,0 24,0-24,-25-25,-24-25,24-24,-25-1,25 0,25-24,-49 49,49-24,0-1,25 0,-1 50,1-25,25 25,-25 0,-1 0,26 0,-25 0</inkml:trace>
  <inkml:trace contextRef="#ctx0" brushRef="#br0" timeOffset="188353.0845">4217 12303,'0'0,"0"25,0 25,0-26,0 26,0-25,25 0,-25 24,0-98</inkml:trace>
  <inkml:trace contextRef="#ctx0" brushRef="#br0" timeOffset="199418.8322">4242 11435,'0'-25,"0"0,0 1,0-26,0 100,0-1,0 26,0-1,0-24,0-1,0-24,0 25</inkml:trace>
  <inkml:trace contextRef="#ctx0" brushRef="#br0" timeOffset="199899.5446">4440 11311,'25'-25,"0"25,-25 25,50-25,-50 74,0-49,24 25,-24-1,0-24,0 0,0 25,0-26,-24 1,-1 25,-50-25</inkml:trace>
  <inkml:trace contextRef="#ctx0" brushRef="#br0" timeOffset="200357.3204">3969 11385,'0'-24,"-25"24,25 49,0 1,0-1,0 1,0 0,0-1,50-24,0 25,-1-26,1-24</inkml:trace>
  <inkml:trace contextRef="#ctx0" brushRef="#br0" timeOffset="201296.8648">5085 12005,'0'0,"50"0,24 0,1-49,-1 49,1 0,-1 0,-49 0,-25 25</inkml:trace>
  <inkml:trace contextRef="#ctx0" brushRef="#br0" timeOffset="201692.9652">5234 12154,'50'0,"-1"0,1 0,0 0,-1 0,1 0,-1 0,-24 0</inkml:trace>
  <inkml:trace contextRef="#ctx0" brushRef="#br0" timeOffset="202473.9089">4292 12328,'0'25,"0"24,0 1,0 0,0-1,0 1,0-1,0 1,0 0,0-26,0 1,0-74</inkml:trace>
  <inkml:trace contextRef="#ctx0" brushRef="#br0" timeOffset="204788.9536">4292 12477,'0'0,"0"-25,0 0,0 0,-25 25,25 25,0 25,0 24,0 1,0-1,0-24,0 24,0-49,0 0,25-25</inkml:trace>
  <inkml:trace contextRef="#ctx0" brushRef="#br0" timeOffset="214870.4741">6474 11708,'0'25,"0"-1,0 26,0 0,50-26,0-24,-1 0,-24 0,25-24,-50-26,0 25,0 0,0 50,0 25,0-25,0-1,0 1,0 25,0-25,0 24,0-24,24 49,-24-49,0 0,0 0,0 25,0-26,0 1,0 25,0-1,0-24,-24-25,-26 0,25 0,0 0,-24 0,49-49,-25 24,25 0,0-25,-25 1,25 24,0 0,0-25,25 50,25-24,-26 24,26 0,0-50,-1 50,1 0,-1-50</inkml:trace>
  <inkml:trace contextRef="#ctx0" brushRef="#br0" timeOffset="215934.5181">7045 12328,'25'0,"24"0,-24 0,0 0,-25 50,50-1,-50 1,0-1,0-24,0 25,-50-50,25 0,0 0,-24 0,24-25,25 0,0 0,-25 25,25-49,0 24,0 0,50 25,-1 0,1 0</inkml:trace>
  <inkml:trace contextRef="#ctx0" brushRef="#br0" timeOffset="217028.0636">7739 11981,'-49'0,"24"0,99 0,1 0,24 0,0 0,25-50,-24 50,-26 0,-49 0,0 0</inkml:trace>
  <inkml:trace contextRef="#ctx0" brushRef="#br0" timeOffset="217486.9442">8037 11708,'0'-25,"0"50,0 74,25 50,-25-25,49 25,-49-50,25-25,-25 1,0-50,50-1,-50 26,25-50</inkml:trace>
  <inkml:trace contextRef="#ctx0" brushRef="#br0" timeOffset="218516.2378">9352 11311,'0'-25,"0"-24,0 98,0 26,0-1,0 0,0 1,0-26,25 1,-25 0,0-26,0 26,0-75,0 0,0-24,24 24,-24-49,50 74,-50-25,25 25,0 0,-1 0,-24 74,0-24,50-25,-50-1,0 26,0 0,0-26,25-24</inkml:trace>
  <inkml:trace contextRef="#ctx0" brushRef="#br0" timeOffset="218880.5654">9153 12055,'0'0,"-25"0,100 0,24-25,50 25,25-49,24 49,-74 0,25-50,0 50,-50 0,-74 0</inkml:trace>
  <inkml:trace contextRef="#ctx0" brushRef="#br0" timeOffset="219791.2172">9773 12278,'-24'0,"-1"0,-25 0,50-24,25 24,-25 24,-25-24,25-24,0-1,25 25,25-25,-1 25,1 0,-1 25,-49 49,50-49,-50 25,0-26,-25 26,25 0,-74-1,49-24,-49 25,49-26,0-24,-25 50,50-75,0-24,0-1,25 50,50 0,-51 0,1 25,50 24,-26-24,-24-25,-25 50</inkml:trace>
  <inkml:trace contextRef="#ctx0" brushRef="#br0" timeOffset="221626.6671">11063 11013,'-25'-25,"100"-24,-1 49,-24 0,-1-25,1 25,0 0</inkml:trace>
  <inkml:trace contextRef="#ctx0" brushRef="#br0" timeOffset="222159.6783">11014 11038,'0'0,"0"25,0 0,0 49,0 25,0 25,49 149,-49 0,0-25,0 50,0-50,0-99,25-25,-25-75,0 1,50-25,-50 24,0-24,24 0,26-25,24-25,-24 25,49-74,25 24,0 0,0 50</inkml:trace>
  <inkml:trace contextRef="#ctx0" brushRef="#br0" timeOffset="223080.9353">11733 11435,'0'-25,"0"-24,0 24,-25 25,-24 0,24 49,25 1,0 0,0-1,0 26,25-1,-25 0,24 26,-24-1,50-25,-50 1,0-26,25-24,-25 25,0-25,0-1,-50-24,50-24,-49-1,49-25</inkml:trace>
  <inkml:trace contextRef="#ctx0" brushRef="#br0" timeOffset="223277.9331">11510 11956,'0'-50,"0"100,0-125,25 75,-1-49,1 49,50 0,-26-25,1 25,24 0,-24 0</inkml:trace>
  <inkml:trace contextRef="#ctx0" brushRef="#br0" timeOffset="223899.9589">12279 11261,'0'-49,"-25"49,25 49,-50-24,50 25,-49 24,49 1,0 24,-25 25,25-25,0-25,0 1,49-26,-24 26,25-26,24-24,-24 25,-1-50,1 0,0 25,-25-25</inkml:trace>
  <inkml:trace contextRef="#ctx0" brushRef="#br0" timeOffset="225862.8932">11683 9351,'0'-24,"-24"24,-1 0,0 0,25 24,0 26,0-25,0 0,0 24,50-49,24 0,-49 0</inkml:trace>
  <inkml:trace contextRef="#ctx0" brushRef="#br0" timeOffset="227600.9262">12552 11733,'0'-50,"0"0,0 26,0-1,0-25,49 50,1 0,-1 0,-49 50,50 24,-50-24,0-1,0 1,0-25,0 24,-25-24,-24-25,49 50,-50-50,25 0,25-25,25-25,25 26,-26-26,26 25,-25-24,0 49,24-75,-24 50,-25-24,0 24,-25 25,-24 0,49 50,0-26,0 26,0 0,0-26,24 26,-24-25,75-25,-50 25,24-25</inkml:trace>
  <inkml:trace contextRef="#ctx0" brushRef="#br0" timeOffset="227998.0456">13147 11857,'25'0,"-25"-25,24 25,26 0,-25 25,-25 24,0-24,0 49,-25-74,25 25,-50-25,26 0,24-49,0-1,0 25,0-24,24 49,26 0,0 0</inkml:trace>
  <inkml:trace contextRef="#ctx0" brushRef="#br0" timeOffset="228277.7821">13643 11757,'25'0,"-25"25,49 0,-49 25,0-26,0 1,0 25,-49-25,-1 24</inkml:trace>
  <inkml:trace contextRef="#ctx0" brushRef="#br0" timeOffset="229388.7845">13792 11460,'0'0,"0"-25,0 0,0 0,25 25,-1 75,-24-26,50-49,-25 50,0-50,24 0,-24 0,0 0,-25-25,0-24,0-1,0 75,0 49,0-24,0 49,0 25,49-50,-49 1,0-26,25-24,-25 25,0-1,-25-49,25-24,-74-26,74 0,-25-24,25 0,-49-1,49 26,0-1,24 50,-24-25,50 25,-25 0,24-25,26 25,-26 0,1 0</inkml:trace>
  <inkml:trace contextRef="#ctx0" brushRef="#br0" timeOffset="229822.0589">14486 11857,'0'-25,"25"25,25 0,-25 0,-25 25,0 24,0 1,0-25,-75-25,25 0,1 0,49-25,0 0,0-25,0-24,0 49,25 25,24 0,1 0,0 0</inkml:trace>
  <inkml:trace contextRef="#ctx0" brushRef="#br0" timeOffset="230159.9225">14685 11187,'0'-25,"49"50,-24 0,0 0,25 49,-1 0,-24 1,25 24,-50 0,49 0,-49-24,0-1,-25-24,1 24,-51 1,-98-1</inkml:trace>
  <inkml:trace contextRef="#ctx0" brushRef="#br0" timeOffset="231260.9072">15503 11733,'0'0,"-49"0,98 0,26 0,24 0,50-50,-25 50,0 0,0-50,-50 50,-49 0</inkml:trace>
  <inkml:trace contextRef="#ctx0" brushRef="#br0" timeOffset="231733.1818">15950 11385,'0'0,"0"-24,0-1,0 74,0 51,0 48,49-24,-49 0,50-49,-50-26,0-24,25 25,-25-25,0-1</inkml:trace>
  <inkml:trace contextRef="#ctx0" brushRef="#br0" timeOffset="234940.9905">4316 8706,'0'-49,"-24"49,-26 0,25 0,0 0,25 25,0-1,0 1,0 0,0 25,25-50,25 0,-25 0,-1 0,-24-25,50 25,-50-50,0 25,0 1,-25 24,25-50,-25 50</inkml:trace>
  <inkml:trace contextRef="#ctx0" brushRef="#br0" timeOffset="235339.9147">4515 8582,'0'-24,"49"24,1 0,-50 49,25-24,-25 25,0-26,0 1,0 0,0 25,-50-26,25 26,-24-50</inkml:trace>
  <inkml:trace contextRef="#ctx0" brushRef="#br0" timeOffset="235887.8208">4068 8582,'-24'0,"-1"0,0 0,-25 25,50 25,0-1,0 1,0 24,0-24,25 0,0-1,0-49,74 25,0-25,25-25</inkml:trace>
  <inkml:trace contextRef="#ctx0" brushRef="#br0" timeOffset="239533.4287">16868 11237,'0'-25,"0"-25,0 25,-25 0,0 25,-25 0,26 0,24 25,0 50,0-50,0 24,0 1,0 24,49 1,-49-1,0 0,50-24,-50 0,0-1,0 1,0-1,0-24,0 0,0 0,-25-25,0 0,0 0,-24-25</inkml:trace>
  <inkml:trace contextRef="#ctx0" brushRef="#br0" timeOffset="239757.8061">16619 11633,'0'0,"0"-24,25 24,25 0,-25 0,24-50,1 50,24 0,-24-25,-25 25</inkml:trace>
  <inkml:trace contextRef="#ctx0" brushRef="#br0" timeOffset="240215.5738">17364 10988,'0'-24,"-50"24,25 49,25 1,-49 24,49 26,0 48,0 1,0 50,0-51,0-73,74-26,-49 26,24-50,-24-25,0 24,25-24,-26 0,1 0</inkml:trace>
  <inkml:trace contextRef="#ctx0" brushRef="#br0" timeOffset="241257.7868">17636 11410,'0'0,"-49"0,49-25,0-24,25 49,-1 0,26 0,0 0,-1 0,-49 25,0 49,0-49,0 0,-24 24,-26 1,25-50,25-50,50 50,-50-49,74 49,-74-50,50 50,-50-25,25 25,-25-25,-25 25,25 50,0 0,0-1,0 1,49-50,-49 25,50-25,0 49</inkml:trace>
  <inkml:trace contextRef="#ctx0" brushRef="#br0" timeOffset="241607.8479">18207 11609,'0'49,"25"26,-25-51,0 26,49 0,-49-1,0-24,25 0</inkml:trace>
  <inkml:trace contextRef="#ctx0" brushRef="#br0" timeOffset="242119.4804">18629 11485,'24'0,"-24"24,0 1,0 0,0 25,0-26,0 1,-74 50</inkml:trace>
  <inkml:trace contextRef="#ctx0" brushRef="#br0" timeOffset="243335.2346">19199 11162,'0'-25,"25"50,-25 25,25-25,0 24,24-49,-24 0,0 0,-25-25,0-24,0-1,0 75,0 0,0 24,0 1,0 0,49 24,-49 0,0 26,0-1,0-25,0-24,0-1,0-24,0 25,0-1,-24-49,-1 0,0 0,-25-49,26-1,-26 1,50-1,-50-24,50-1,0 26,0 24,0 0,0-25,0 26,50 24,-25-50,24 50,1 0,24 0,-24 0,-25 0</inkml:trace>
  <inkml:trace contextRef="#ctx0" brushRef="#br0" timeOffset="243770.064">19794 11658,'0'-25,"0"50,0 0,0 25,0-1,0 1,0-25,0-1,0 26,50-50,-25 0</inkml:trace>
  <inkml:trace contextRef="#ctx0" brushRef="#br0" timeOffset="244684.6181">19646 10616,'24'0,"-24"25,25-25,-25 50,0-25,0-1,-25-24,1 0,24-24,0-1,49 25,-24 0</inkml:trace>
  <inkml:trace contextRef="#ctx0" brushRef="#br0" timeOffset="245051.6382">19919 10542,'0'25,"24"-25,-24 25,50-1,-50 26,25-25,-25 0,0 49,0-24,0-26,0 1,-50 25,25-50</inkml:trace>
  <inkml:trace contextRef="#ctx0" brushRef="#br0" timeOffset="245465.5309">19422 10616,'0'-24,"0"73,-49 1,49-1,0-24,0 0,25 25,49-1,-49-49</inkml:trace>
  <inkml:trace contextRef="#ctx0" brushRef="#br0" timeOffset="246168.6485">19670 10641,'-24'0,"-26"0,25 0,0 0,25 50,0-25,0-1,0 26,50-50,0 0,-26 0,-24-25,50 25,-50-25,0 1,-25-26,25 25</inkml:trace>
  <inkml:trace contextRef="#ctx0" brushRef="#br0" timeOffset="247188.9177">20390 10492,'-25'0,"75"0,-26 0,1 0,25 0,-25 0,-1 0,-24 25,25-25,-25 75,0-26,50 26,-50 24,0 74,49 1,-49 25,0-1,0 0,50-24,-50 0,50-1,-50-49,0-49,0-26,0 1,0-25,0 0,-75 24,50-49,-24 0,-1 50,-24-50,-25 49,49-49,25 50,-24-25,-1-25,0 74</inkml:trace>
  <inkml:trace contextRef="#ctx0" brushRef="#br0" timeOffset="250462.1617">3647 14114,'0'0,"-25"-50,25 75,0 25,0-26,0 1,49 50,26-75,-50 24,-1-24,26 0,-50-49,0 24,0-25,0 26,0 73,0 1,0-1,50 26,-50-1,0 1,49-1,-49 1,0-1,0 0,0-24,-25-25,25 0,-24 24,-51-24,50-25,1 0,24-25,-75-49,75 24,-25-24,25 24,0 1,0-1,0 0,0 1,25 49,0-50,25 50,-1 0,-24 0,25 0,-1 0</inkml:trace>
  <inkml:trace contextRef="#ctx0" brushRef="#br0" timeOffset="250897.9952">4341 14784,'0'-25,"-25"25,25-50,0 75,0 25,0-1,0-24,0 25,0-1,0-24,0 0,25-25</inkml:trace>
  <inkml:trace contextRef="#ctx0" brushRef="#br0" timeOffset="251616.0772">4168 13717,'0'25,"0"-50,0-25,0 26,24 24,26 0,-25 0,0 0,-25 49,0-24,0 0,0 24,0-24,0 0,-25-25,25 50,-50-50,25 0,50 0,25 0,-1 0,-24 0</inkml:trace>
  <inkml:trace contextRef="#ctx0" brushRef="#br0" timeOffset="251863.4126">4465 13568,'0'0,"50"0,-50 50,49-25,-49 24,25 1,-25-1,0 1,0 0,0-26,-49 26,24-25</inkml:trace>
  <inkml:trace contextRef="#ctx0" brushRef="#br0" timeOffset="252163.6477">3944 13618,'0'0,"0"-50,0 125,0 24,0 0,0-25,0 1,25-26,-25 1,75-25,-26-25,50 74</inkml:trace>
  <inkml:trace contextRef="#ctx0" brushRef="#br0" timeOffset="252838.8029">5234 14362,'-49'0,"73"0,1 0,25 0,-1-50,1 50,0 0,-1 0</inkml:trace>
  <inkml:trace contextRef="#ctx0" brushRef="#br0" timeOffset="253011.3442">5185 14560,'173'-24,"-346"48,421-98,-149 74,-25-25,1 25,-51 0</inkml:trace>
  <inkml:trace contextRef="#ctx0" brushRef="#br0" timeOffset="254138.3268">6598 14089,'0'0,"-24"0,24-50,0 26,24 73,-24-24,50 25,-50-26,50-24,-50 25,49-25,-24 0,25 0,-50-25,0-24,0 24,0-25,0 26,-25 24,25 24,0 26,0 24,0 1,0 24,0 0,0 25,0-24,0-1,25-25,-25-49,0 25,0-1,-25-49,-50 0,51-25,-1 1,25-26,-75-24,75-1,-24-24,24 25,0 24,0 25,24 25,1-49,0 49,49 0,-24-50,0 50,-1 0,1 0,-1 25</inkml:trace>
  <inkml:trace contextRef="#ctx0" brushRef="#br0" timeOffset="254601.0889">7144 14759,'25'0,"25"0,-26 0,-24 25,25-25,-25 24,0 26,-25-50,1 25,-26-25,25 0,0 0,-24 0,49-25,0-25,0 1,0-1,24 50,26-25,-25 25,-25 25</inkml:trace>
  <inkml:trace contextRef="#ctx0" brushRef="#br0" timeOffset="255306.2023">7814 14511,'0'0,"49"0,-24 0,25 0,-1 0,1 0,0-25,-1 25,-24 0,0 0</inkml:trace>
  <inkml:trace contextRef="#ctx0" brushRef="#br0" timeOffset="255523.6235">8012 14362,'0'0,"25"50,-25-1,0 1,25-1,-25 26,0-26,0 1</inkml:trace>
  <inkml:trace contextRef="#ctx0" brushRef="#br0" timeOffset="256477.0704">9128 13742,'0'0,"0"-25,0-25,0 26,0 73,0 26,0-1,0 25,0-24,0-1,0-24,50-26,-50 1,25-50,-25-24,49 24,-49 0,25 25,-25-49,25 49,0 0,-25 24,0 1,50 0,-50 25,0-26,24 26,-24-25,50-25</inkml:trace>
  <inkml:trace contextRef="#ctx0" brushRef="#br0" timeOffset="256731.3893">8930 14461,'0'0,"25"0,24 0,26 0,24 0,0-25,1 25,24 0,-50 0,-24 0,-26 0</inkml:trace>
  <inkml:trace contextRef="#ctx0" brushRef="#br0" timeOffset="257241.0269">9327 14759,'0'0,"0"-25,-50 25,50-25,25 25,-25-25,50 25,-1 0,1 0,0 75,-50-50,0-1,0 1,0 25,-25-25,-25 24,25-49,-24 50,-1-50,25 0,25-50,50 50,-25 0,0 0,24 25,-24-25,0 0,-25 25,49-25,-49 25</inkml:trace>
  <inkml:trace contextRef="#ctx0" brushRef="#br0" timeOffset="258533.5688">10592 13593,'0'-25,"50"25,-50-25,-25 25,-25 0,1 0,-26 0,26 0,-1 0,0 0,1 0,49 50,0 0,0-1,24 50,-24 25,50 50,-50 49,75 1,-75 48,124 26,-75-25,-49-99,75-26,-75-48,0-26,24-24,-24-26,0 1,0 50,0-51,50-24,-50 25,25-25,49 0,1 0,-1-25,25 25,0-74</inkml:trace>
  <inkml:trace contextRef="#ctx0" brushRef="#br0" timeOffset="259552.0974">11187 14287,'0'-24,"0"-26,0 25,0-24,-25-1,-49 50,49 0,25 25,-25 24,25 1,0 24,0 1,0-1,25 26,-25-26,75 25,-75-24,49-26,-49-24,0 25,0-1,-25-49,1 0,-26 0</inkml:trace>
  <inkml:trace contextRef="#ctx0" brushRef="#br0" timeOffset="259717.6559">10964 14734,'99'-149,"-198"298,273-298,-100 124,-24 25,24 0,-49 0</inkml:trace>
  <inkml:trace contextRef="#ctx0" brushRef="#br0" timeOffset="260124.5659">11659 14089,'0'-25,"0"-24,-25 148,25 50,-50 24,50 1,0-50,0 25,50-25,24-50,1 1,-1-51,25 26,-49-50</inkml:trace>
  <inkml:trace contextRef="#ctx0" brushRef="#br0" timeOffset="261547.2609">12031 14461,'0'-25,"-50"25,50-24,0-1,0 0,25 25,-25-50,49 50,-24 0,25 0,-1 0,-49 25,0 25,50-25,-50-1,0 26,-25-25,-24 24,24-49,25-24,0-26,99 0,-25 1,-49 49,-25-25,50 25,-50-50,49 25,-73 25,-26 50,50-25,0 0,0 0,25 24,-25-24,49-25,-24 50,25-50,-50 74</inkml:trace>
  <inkml:trace contextRef="#ctx0" brushRef="#br0" timeOffset="262004.6909">12725 14585,'0'0,"25"-25,0 25,24 0,-24 0,-25 50,0-25,0 0,-25-25,25 24,-49-24,-26 0,75-24,0-26,0 0,0 26,0-1,25 25,0 0,25 0</inkml:trace>
  <inkml:trace contextRef="#ctx0" brushRef="#br0" timeOffset="262252.8518">13097 14436,'0'0,"25"0,-25 25,0 0,0 25,0-26,0 1,0 25</inkml:trace>
  <inkml:trace contextRef="#ctx0" brushRef="#br0" timeOffset="262948.7476">13370 14188,'0'-49,"0"-1,0 25,50 25,-50 75,24-75,-24 49,25-49,-25 25,25-25,25 0,-25 0,-25-74,0 24,0 25,0 75,0 24,0 1,0-1,0 1,0-1,0 0,0 1,0-26,0 1,0-25,0 0,-25-25,25-50,-50 0,50 1,-50-26,50 1,0 24,0 1,0 24,50 25,-25 0,0 0,0 0,24 0,-24 0</inkml:trace>
  <inkml:trace contextRef="#ctx0" brushRef="#br0" timeOffset="263318.1237">13841 14461,'25'0,"0"0,25 75,-50-51,0 26,0-25,-75-25,26 0,49-25,0 0,0 0,0-24,24 49,26 0,0 0,-26 0</inkml:trace>
  <inkml:trace contextRef="#ctx0" brushRef="#br0" timeOffset="263603.8748">13965 13841,'0'-25,"100"75,-26 24,25 50,-24 50,-26 0,-49-1,75 1,-75-50,0 25,-25-50,-50 25,-24 0,-198 25</inkml:trace>
  <inkml:trace contextRef="#ctx0" brushRef="#br0" timeOffset="265376.1766">14883 14585,'-25'0,"1"0,-26 0,25 0,50 0,25-25,49 25,25 0,-25 0,-25-49,-24 49,0 0</inkml:trace>
  <inkml:trace contextRef="#ctx0" brushRef="#br0" timeOffset="265625.6619">15156 14337,'0'0,"0"50,0 24,0 1,25-1,-25 0,0-24,25 24,-25 1</inkml:trace>
  <inkml:trace contextRef="#ctx0" brushRef="#br0" timeOffset="266380.8465">16347 13891,'0'0,"-50"-25,50 0,0-25,-25 50,0 0,-24 0,49 25,-25 25,25-1,0 26,0-1,0 1,0-1,25 0,-25-24,25 0,-25 24,0-49,24 0,-24 24,0 1,0-25,-49-25,49 25,-25-25</inkml:trace>
  <inkml:trace contextRef="#ctx0" brushRef="#br0" timeOffset="266555.1077">15999 14412,'25'-75,"-50"150,75-200,0 125,-1 0,1-24,-1 24,1 0,0 0,-1 0</inkml:trace>
  <inkml:trace contextRef="#ctx0" brushRef="#br0" timeOffset="266886.0282">16868 13742,'0'0,"0"-25,-25 25,0 0,25 25,-25 24,25 26,-49 49,49 49,0 26,0-25,0-50,49 0,-24-50,49-24,-24 24,24-74,-24 50</inkml:trace>
  <inkml:trace contextRef="#ctx0" brushRef="#br0" timeOffset="268635.9222">17240 13915,'0'-49,"0"24,24 25,26 0,0 0,-26 25,-24 0,0-1,0 1,0 25,0-25,-24 24,-1-49,25 50,0-75,0-25,0 1,25 49,-25-50,74 50,-74-49,25 49,-25-50,25 50,-25-25,0 0,0 75,0-25,0 24,0-24,0 0,24 25,1-50,25 49,-1-49,-24 25</inkml:trace>
  <inkml:trace contextRef="#ctx0" brushRef="#br0" timeOffset="268897.9775">17810 14089,'0'50,"25"-1,-25 1,0 24,0-24,0-25,0 24,50 1</inkml:trace>
  <inkml:trace contextRef="#ctx0" brushRef="#br0" timeOffset="269212.6601">18306 14089,'0'0,"25"0,25 50,-50-26,0 1,0 0,0 25,-25-1</inkml:trace>
  <inkml:trace contextRef="#ctx0" brushRef="#br0" timeOffset="269992.0682">18777 13742,'0'-25,"25"25,-25 25,50-25,-50 49,25-49,-25 50,49-50,1 0,0 0,-26 0,-24-50,0 1,0 24,-24 0,24 75,0-1,0 26,0-1,0 25,0 1,0 48,0-48,0-26,0-24,0-1,0-24,-50 50,0-75,1 0,49-25,-50 0,0-25,50-24,-74-50,74 49,0 26,0-1,0 25,25-24,24 49,1-50,0 50,-1 0,1 0,-25 0,0 0</inkml:trace>
  <inkml:trace contextRef="#ctx0" brushRef="#br0" timeOffset="270294.8604">19323 14287,'0'-24,"0"48,0 26,0 25,0-51,0 1,0 0,0 25</inkml:trace>
  <inkml:trace contextRef="#ctx0" brushRef="#br0" timeOffset="270773.4279">19348 13320,'0'0,"0"50,0-1,25 26,-25-50,49-25</inkml:trace>
  <inkml:trace contextRef="#ctx0" brushRef="#br0" timeOffset="271044.7265">19596 13246,'0'0,"0"-25,50 50,-50 0,0 24,24-24,-24 0,0 24,0-24,0 0,0 25,-24-50,-26 49</inkml:trace>
  <inkml:trace contextRef="#ctx0" brushRef="#br0" timeOffset="271313.7573">19274 13221,'-25'0,"25"50,0-1,0 1,0-1,0 1,25 24,24-24,-24-25,25 24</inkml:trace>
  <inkml:trace contextRef="#ctx0" brushRef="#br0" timeOffset="271801.1632">19919 13618,'49'0,"-24"25,25 24,-50 26,49-1,-49 25,50 50,-50-50,0 0,-25 1,-25 24,26-75,-26 26,-24-50,24-25</inkml:trace>
  <inkml:trace contextRef="#ctx0" brushRef="#br0" timeOffset="272595.8148">20216 13320,'50'0,"-25"0,49 0,-49 0,0 0,-1 0,26 0,-50 25,25 25,-25 24,0 50,0 0,0 124,49-25,-49 1,0 48,0-73,0-26,0-24,0 0,0-74,0-1,0-24,0-26,0 26,-74-50,24 0,1 0,-26 0,1 0,-25 0,0 25,49-25,0 74,26-74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8:09:40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6574 7243,'-50'0,"25"0,0 0,25 25,-49-25,24 0,25 49,-25-49,0 0,25 25,-49-25,74 0,-25-49,24-1,-24 0,25 50,-25-24,0-26,50 50,-50-25,0 0,0 1,25 24,-25-50,0 25,24 25,-24-25,0-24,0 74,0-1,0 26,0-25,25 24,-25-24,0 0,0 49,0 1,0-50,0-1,0 1,0 25,0-25,0-1,0 1,0 25,0-1,50-49,-50-49</inkml:trace>
  <inkml:trace contextRef="#ctx0" brushRef="#br0" timeOffset="803.0496">6474 6970,'0'-25,"0"50,-24 25,24-25,-50-1,50 26,0-25,-25 0,25 24,0-24,-49 0,73-25,1 0,0 0</inkml:trace>
  <inkml:trace contextRef="#ctx0" brushRef="#br0" timeOffset="1355.8084">6499 6970,'0'-25,"0"75,0 0,0 24,0 0,0 26,50-1,-50-25,0-24,0-1,25 26</inkml:trace>
  <inkml:trace contextRef="#ctx0" brushRef="#br0" timeOffset="23321.3494">13742 9401,'75'0,"-26"0,26 0,-26 0,1 0,-1 0,-24 0,0 0</inkml:trace>
  <inkml:trace contextRef="#ctx0" brushRef="#br0" timeOffset="23542.2972">13742 9674,'0'-25,"50"25,24 0,25 0,1 0,-1 0,-25 0,1 0</inkml:trace>
  <inkml:trace contextRef="#ctx0" brushRef="#br0" timeOffset="24069.7126">14586 9277,'0'0,"24"-50,-24 26,50 24,-50 24,0 51,0-1,0 1,0 24,0-25,0-24,0-25,0-1,50-24</inkml:trace>
  <inkml:trace contextRef="#ctx0" brushRef="#br0" timeOffset="24280.6025">14883 9500,'0'-25,"0"75,0 0,25-50</inkml:trace>
  <inkml:trace contextRef="#ctx0" brushRef="#br0" timeOffset="24796.2403">15454 9376,'0'-25,"0"1,-25 24,0 0,25-25,-25 25,-24 0,-1 25,25 49,25-49,0 24,-49 1,49 0,0-1,0-24,24 0,-24 24,25-49,0 25,25-25,-26 0,-24-49,50-1,0-24,-50 49,0 0,0-25,-25 50,0 0,0 0</inkml:trace>
  <inkml:trace contextRef="#ctx0" brushRef="#br0" timeOffset="25314.2537">15826 9401,'0'-50,"-50"100,50-25,0 0,-25 24,25 1,0-25,0-1,0 26,50-50,-25 0,0 0,-25-25,24 25,-24-49,0 24,0 0,0-25,0 26,0-1,-24 25</inkml:trace>
  <inkml:trace contextRef="#ctx0" brushRef="#br0" timeOffset="25824.3186">16099 9327,'0'0,"24"0,-24-25,-24 50,24 24,0-24,0 25,24-50,26 0,-25 24,0-24,-25 25,49 25,-49-25,0-1,0 26,0-25,-49-25,24 0,0 0</inkml:trace>
  <inkml:trace contextRef="#ctx0" brushRef="#br0" timeOffset="26042.1216">16223 9252,'-25'0,"50"0,-1-25,1 25,25-24,-25 24,-1 0</inkml:trace>
  <inkml:trace contextRef="#ctx0" brushRef="#br0" timeOffset="26613.5746">15404 9376,'0'-25,"0"1,0-26,25 75,-25 0,0 24,25 1,-25 24,0-24,0-1</inkml:trace>
  <inkml:trace contextRef="#ctx0" brushRef="#br0" timeOffset="31793.8928">7144 12427,'0'-49,"-25"49,0 0,-24 0,49 24,0 1,-25-25,25 50,0-1,-25-49,25 50,0-25,0 0,50-25,-1 49</inkml:trace>
  <inkml:trace contextRef="#ctx0" brushRef="#br0" timeOffset="45984.3074">20167 11187,'0'-25,"0"-25,49 75,-24 0,25 50,-26 24,-24 25,0 25,0-25,-24 49,-51 1,-24-50,25-25,-26-24,-24-1,0-24,25-50,25 0</inkml:trace>
  <inkml:trace contextRef="#ctx0" brushRef="#br0" timeOffset="210817.7625">3027 12105,'0'-25,"-25"25,-25 0,25 0,75 0,0 0,-1 0,1 0,-25 0,-1 0,1 0</inkml:trace>
  <inkml:trace contextRef="#ctx0" brushRef="#br0" timeOffset="211125.4588">2902 12328,'50'0,"25"0,24-25,-25 25,-24 0,-25 0</inkml:trace>
  <inkml:trace contextRef="#ctx0" brushRef="#br0" timeOffset="212926.1414">372 11881,'0'0,"0"-24,0 73,0 26,0-1,0 25,0 1,0-26,0 0,0-24,0 0,0-1,0 1,0-25</inkml:trace>
  <inkml:trace contextRef="#ctx0" brushRef="#br0" timeOffset="213231.375">596 12452,'0'0</inkml:trace>
  <inkml:trace contextRef="#ctx0" brushRef="#br0" timeOffset="213969.5098">993 12154,'0'-49,"-25"49,0 0,0 0,25 49,-49 1,49 0,0-1,-25 1,25 24,0-49,0 0,0 24,0-24,49-25,-49 25,75-25,-1 0,-49 0,0 0,-25-50,0 1,0 24,0 0,0 0,0-24,0 24,0-25,-25 50,-25-49,26 49,24 25,-25-25</inkml:trace>
  <inkml:trace contextRef="#ctx0" brushRef="#br0" timeOffset="214598.1118">1365 12254,'0'-25,"0"0,-25 25,0 50,25-26,0 1,0 0,0 25,0-26,0 1,0 25,0-25,0 24,74-24,-49-25,0 0,25 0,-50-74,0 49,0 0,0-49,0 24,0 0,-50 26,25-26,0 50</inkml:trace>
  <inkml:trace contextRef="#ctx0" brushRef="#br0" timeOffset="215058.8797">893 12154,'0'0,"0"-49,25 49,0 0,-25 74,0 1,50 24</inkml:trace>
  <inkml:trace contextRef="#ctx0" brushRef="#br0" timeOffset="215805.9472">1811 12080,'0'-50,"0"100,0-1,-25 1,25 0,-49-1,49 26,-75-1,75-49,0 0,25-25,0 0,0 0,24 0,1 0,0 0</inkml:trace>
  <inkml:trace contextRef="#ctx0" brushRef="#br0" timeOffset="216179.8236">1886 12328,'0'0,"0"-25,0 0,0 75,0 24,0-24,0 24,0 1,0-50,0-1,0 1,0 25,24-50</inkml:trace>
  <inkml:trace contextRef="#ctx0" brushRef="#br0" timeOffset="216909.2406">2431 12303,'0'25,"-25"-25,1 0,-51 0,50 0,-24 0,24 0,25-50,0 1,0 24,0-25,0 25,50 25,-1 0,-24 0,-25 25,50 50,-50-1,0-24,0 24,0-24,0-1,0 1,0 0,0-1,-75-49,50 0,-24 25,24-25,-25 0</inkml:trace>
  <inkml:trace contextRef="#ctx0" brushRef="#br0" timeOffset="218099.8411">670 12353,'25'0,"-25"49,-25-49,0 0,25-24,0-1,0 74,0-24,-25-25,25-49,25 49,-25 24,0 1,0 0,-49 25,24-50,25-25,0-25,0 25,25 25,-25 50</inkml:trace>
  <inkml:trace contextRef="#ctx0" brushRef="#br0" timeOffset="221127.0072">14660 10021,'-50'0,"26"0,-1 0,25 25,-25-25,50 0,0 0,49 0,-24 0,24 25,25-25,0 0,50 0,-25 0,0 0,-25 0,25 0,-24 0,-51 0,1 49,-25-49,24 0,1 25,-25-25,0 0,-50 0</inkml:trace>
  <inkml:trace contextRef="#ctx0" brushRef="#br0" timeOffset="221921.4012">14710 10294,'0'0,"-50"0,25 0,0 0,50 0,50 0,-1 0,25 0,25 0,0 0,0 0,25 0,-25 0,-25 0,-24 0,-1 0,-24 0,-25 0</inkml:trace>
  <inkml:trace contextRef="#ctx0" brushRef="#br0" timeOffset="222581.4529">15578 10170,'49'0,"26"0,24 0,0 0,25 0,-74 0,24 0,-49 0,-25-50</inkml:trace>
  <inkml:trace contextRef="#ctx0" brushRef="#br0" timeOffset="310324.1364">447 14486,'0'-50,"-25"50,25-24,0-1,0 74,0 26,0-1,0 100,-50-100,50-24,0 49,0-74,0 0</inkml:trace>
  <inkml:trace contextRef="#ctx0" brushRef="#br0" timeOffset="310542.1525">596 14858,'0'0,"0"25,0 0</inkml:trace>
  <inkml:trace contextRef="#ctx0" brushRef="#br0" timeOffset="311114.2156">1017 14560,'0'0,"0"-24,0-1,0-25,-49 50,24 0,25 25,-25 0,25 0,-49 24,49-24,0 25,0-1,0 26,0-26,24-24,-24 0,25-25,-25 49,50-49,-1 0,1-24,0-51,-50 50,0-24,0 24,0 0,0 0,0-24,0 24,-25 25,25-50,-25 50,-25 0</inkml:trace>
  <inkml:trace contextRef="#ctx0" brushRef="#br0" timeOffset="311621.1949">1439 14536,'0'0,"0"-50,0 25,-25 25,-24 0,49 50,0-25,0-1,0 1,0 25,0-25,24-1,1 26,25-50,-25 0,24-25,-49-24,0 24,50 0,-50-49,0 49,0 0,-25 25,-25-50,26 50,-26 0,0 25,50 0</inkml:trace>
  <inkml:trace contextRef="#ctx0" brushRef="#br0" timeOffset="312262.5849">1786 14387,'0'0,"0"-25,-25 25,25 25,-24 49,24-24,0-1,-50-24,50 50,25-75,0 0,-1 0,26 0,0-25,-25 25,24 0,-49-25,0 0,0-24,0 73,0 1,0 25,0-1,-49 1,49 0,0-1,0-24,0 0,0 24,0-24,24-25</inkml:trace>
  <inkml:trace contextRef="#ctx0" brushRef="#br0" timeOffset="312743.2622">2357 14585,'0'0,"0"50,-25-50,0 0,-24 0,24-25,25 0,0 0,0-24,0-1,0 25,25 25,24 0,1 0,-50 50,25-25,-25 24,0 1,0 0,0 24,0 0,-25-24,-25-25,25 24,1-49,-26 25,25-25,-24 50</inkml:trace>
  <inkml:trace contextRef="#ctx0" brushRef="#br0" timeOffset="325917.7305">323 13072,'-25'0,"99"0,50 0,75-50,49 50,74 0,-24 0,25 50,-75-50,-50 50,-99-50,-49 49,-50-74,-25 25</inkml:trace>
  <inkml:trace contextRef="#ctx0" brushRef="#br0" timeOffset="326982.0395">546 15404,'-50'0,"26"0,-1 0,-25 0,25 0,50 25,25-25,24 0,50 0,25 0,74-25,-24 25,24 0,25-50,-49 50,-1 0,-74 0,-50 25,-24-25</inkml:trace>
  <inkml:trace contextRef="#ctx0" brushRef="#br0" timeOffset="330241.5387">14263 16396,'-25'0,"25"-25,0 0,-25 25,25-25,0-24,-24 49,24 25,0 49,0 1,49-26,-49-24,50 25,-50-26,49-24,-49 25,25-25,25-49,-50-1,0 0,0 26,0-51,0 50,0-24,0 73,0 26,0 25,25 24,-25 25,0 25,49-1,-49-24,0-24,0-26,0-24,0-1,0 26,0-26,-25-49,-24 0,24 0,-25-25,26-24,24-1,-50 1,50-1,-50 0,50 26,0-1,0-25,25 25,0-24,25 24,24 0,-24 25,-1-49,-24 49</inkml:trace>
  <inkml:trace contextRef="#ctx0" brushRef="#br0" timeOffset="331540.7113">15354 16818,'0'-50,"0"0,-49-24,49 49,-25 25,25-49,-50 49,26 0,-1 0,-50 49,75 1,-24-1,24 1,0 0,0-26,0 1,24-25,26 0,-25 0,-25-49,49-1,-49 25,0 0,0-49,0 99,0 0,50-1,-50 26,50-50,-1 50,-24-50,0 0,0 0,24 0,1-50,-50 25,25-74,-25 25,0-1,0-74,-25 0,25 100,-50-1,50 25,0-24,0 74,0-1,0 26,0 24,25 50,-25-49,0 24,0-24,0-26,50 26,-50-51,0 1,24-25,26-25,0-24,-25-26,-25 51</inkml:trace>
  <inkml:trace contextRef="#ctx0" brushRef="#br0" timeOffset="331711.2563">15454 16446,'0'0,"24"0,26 0,0-50,24 50,1 0</inkml:trace>
  <inkml:trace contextRef="#ctx0" brushRef="#br0" timeOffset="332422.3326">16148 16446,'0'-50,"0"-25,0 51,50 24,24 0,-74 24,50 26,-50 25,0-1,0-24,0 24,0-24,-25-1,-25 1,1-25,49-75,0 25,0-24,0-1,99 25,-74-24,-25 24,49-25,-49 1,0-1,0 25,0 50,-49 25,49-1,0 26,0-1,0-24,0-1,49-24,26 49,-50-74,24 0,-24 0</inkml:trace>
  <inkml:trace contextRef="#ctx0" brushRef="#br0" timeOffset="332624.3266">16669 16520,'-25'0,"100"-25,-26 25,-24 0,0 0,25 0</inkml:trace>
  <inkml:trace contextRef="#ctx0" brushRef="#br0" timeOffset="332782.901">16570 16768,'25'0,"-1"-25,26 25,25-49,-26 49,1 0</inkml:trace>
  <inkml:trace contextRef="#ctx0" brushRef="#br0" timeOffset="333593.1519">17413 16570,'-25'0,"-49"0,49 0,-24 0,24 0,-25 0,25 0,-24 0,49 24,0-48,0-1,49-25,-24 25,-25 1,75-26,-75 0,24 1,-24 24,25-25,-25 1,50 49,-50-50,25 100,-25 49,0 50,0-50,49 0,-49-24,0-1,0-24,0-1,0 1,25-50,25 0</inkml:trace>
  <inkml:trace contextRef="#ctx0" brushRef="#br0" timeOffset="333861.9665">17711 16545,'0'-50,"0"75,0 0,-25-25,0 0,25-75,50 75,-25 0,0 0</inkml:trace>
  <inkml:trace contextRef="#ctx0" brushRef="#br0" timeOffset="334161.3736">17959 16098,'0'0,"0"-49,0 73,0 51,0-1,50 25,-50 1,0-1,0-49,0-1,-25 1,25-25</inkml:trace>
  <inkml:trace contextRef="#ctx0" brushRef="#br0" timeOffset="334746.3516">16421 16247,'0'25,"-25"49,25 1,0-1,0 25,0-24,0-1,0-24,50-25</inkml:trace>
  <inkml:trace contextRef="#ctx0" brushRef="#br0" timeOffset="335797.4632">19026 16396,'0'-50,"0"25,0 1,0-26,0 100,0-26,0 26,0 0,0-1,49-49,-49 50,25-100,25 1,-26 24,26-50,-25 51,0-1,24 25,-24-50,25 50,-1 25,-49 49,0 1,0-50,-25 24,1 1,-26-50,25 25</inkml:trace>
  <inkml:trace contextRef="#ctx0" brushRef="#br0" timeOffset="336152.5651">18976 15949,'0'0,"0"-24,25 24,49 49,-74 1,0-1,0-24,-49-25,-26 0,26 0,-1 0,50-25,0 1,0-1,0-25,50 25,-1 25,26 0,-26 0,26 0,-51 50</inkml:trace>
  <inkml:trace contextRef="#ctx0" brushRef="#br0" timeOffset="337761.6645">20638 16024,'0'0,"0"49,0 26,0-1,0-24,0-25,0-1,0 26,0 0,49-50</inkml:trace>
  <inkml:trace contextRef="#ctx0" brushRef="#br0" timeOffset="338001.023">20936 16098,'0'0,"0"25,0-50,0 0,49-24,-24 49</inkml:trace>
  <inkml:trace contextRef="#ctx0" brushRef="#br0" timeOffset="338931.3379">21407 15949,'-25'-49,"0"49,0 0,25 25,-49 24,49 1,0-25,0 24,0 26,0-51,25-24,-25 25,49-25,-24 0,0 0,-25-25,49 1,-49-26,0 25,0 0,0-24,0 24,-24 25,24-50,-50 50,25 0,75 0,-1 0,1-24,0 24,-26 0,26-50,0 50,-100 0,50 50,-25-26,25 1,0 25,0-25,0-1,0 26,0-25,50-25,-1 0,1 0,-50-75,0 1,0 49,0 0,0-24,-25 49,0 0,1 0</inkml:trace>
  <inkml:trace contextRef="#ctx0" brushRef="#br0" timeOffset="339545.6946">21928 15701,'0'-24,"0"48,0 1,0 25,0-25,0-1,0 1,0 50,24-75,1 0,25-25,-25 25,-25-50,49 50,-49-25,50 25,-50-49,0 24,0 0,-25 50,25 25,0-1,0 26,0-26,0-24,0 0,0 0</inkml:trace>
  <inkml:trace contextRef="#ctx0" brushRef="#br0" timeOffset="340072.6837">22449 15701,'49'0,"-74"0,1 0,-26 0,25 0,-24 0,24 0,25-49,0-1,0 25,0-24,25 49,24 0,-24 49,-25 1,0 0,0 24,0-24,0-1,0 1,0-25,0 24,-25-49,-24 50,24-50,25 25,-50-25,1 0</inkml:trace>
  <inkml:trace contextRef="#ctx0" brushRef="#br0" timeOffset="342261.898">20886 16148,'25'-25,"0"25,-75 0,75-25,0 25,-1 0,-24 25,0 0,-24 24,-1-49,-25 0,25 0,25-24,0-1,0 0,25 25,25 0,-1 0,-73 0,-1 0</inkml:trace>
  <inkml:trace contextRef="#ctx0" brushRef="#br0" timeOffset="346453.2356">20191 17140,'0'-25,"0"0,0 1,0-1,0 50,0 24,0 1,0-1,0 1,0 0,0-1,0 26,0-51,0 1,0 0,0 25</inkml:trace>
  <inkml:trace contextRef="#ctx0" brushRef="#br0" timeOffset="346822.1231">20365 17289,'25'0</inkml:trace>
  <inkml:trace contextRef="#ctx0" brushRef="#br0" timeOffset="348058.5896">20811 17115,'0'-25,"0"1,-24 24,-26 0,25 0,0 0,25 49,0 1,0 24,0-24,0-1,0 1,25-25,0-25,25 49,-1-49,1 0,0 0,-50-74,49 24,-49 26,0-1,0-25,0 25,0 1,0-1,-25 25,25-50,-24 50,-26-25,0 25,100 0,-25 0,24 0,1 0,0 0,-1 0,26-49,-51 49,26 0,-50-25,25 25,-50 0,25 50,-50-1,50-24,0 0,0 24,0-24,25 0,0 49,25-74,-50 25,24-25,1-25,25 1,-25-26,-25 25,0-24,0 24,0-25,-25 50,25-49,-50 49,50-50,-49 50,-1 0,50 25,-74 24</inkml:trace>
  <inkml:trace contextRef="#ctx0" brushRef="#br0" timeOffset="348907.5775">20415 17338,'-25'0,"0"0,25-24,25 24,-50 49,0-49,25-25,0 1,25 24,25 0,-26 0</inkml:trace>
  <inkml:trace contextRef="#ctx0" brushRef="#br0" timeOffset="350008.468">21977 16793,'0'0,"-49"0,-1 0,25 25,0-25,-24 0,24 0,25 24,-50-24,50 50,0-25,0 49,0-24,0-1,0 1,0-25,0 24,0-73,50 24,-25-50,0 50,24 0,-24 0,0 50,-25 24,0-49,0 0,0-1,0 26,-25 0,0-50,-24 24,24-24,0 0,-25 0,75 0,0 0</inkml:trace>
  <inkml:trace contextRef="#ctx0" brushRef="#br0" timeOffset="355752.515">16744 9525,'0'25,"0"0,0-1,24-24,1 0,0 0,49-49,-24 24,0-49,24 24,-24 0,-1 1,26-26,-51 51,1 24,-25-50,0 100</inkml:trace>
  <inkml:trace contextRef="#ctx0" brushRef="#br0" timeOffset="356222.2483">16917 9401,'0'0,"0"-50,0 100,0 0,0 24,0-24,0-26,50 26,-25 0,24-50,26-25,-1 0,25-49,-24-1,24 26,-25-1,1 50,-26-50,-24 50,25 0,-25 0,-25 25</inkml:trace>
  <inkml:trace contextRef="#ctx0" brushRef="#br0" timeOffset="361599.7402">22821 15776,'0'0,"0"-25,-50 25,50-25,0 50,0 0,0 0,25 24,0-49,24-25,1-24,-50 24,49-25,-24 26,-25-26,75 50,-75-25,25 25,-25-25,24 25,1 0,-25-24</inkml:trace>
  <inkml:trace contextRef="#ctx0" brushRef="#br0" timeOffset="362193.3531">22845 15677,'0'-50,"0"100,0-26,0 1,50 25,-50-25,25-1,24-24,-24 0,0 0,25-24,-25-26,24 25,1-24,-25 24,24-25,-49 75,-25 0,1 24</inkml:trace>
  <inkml:trace contextRef="#ctx0" brushRef="#br0" timeOffset="365650.0074">20514 17884,'-25'0,"0"0,50 0,49 0,1-49,24 49,50-50,0 50,49-74,-74 74,0-50,-49 50,-26 0,1-25,-25 25,24 0,-74 0</inkml:trace>
  <inkml:trace contextRef="#ctx0" brushRef="#br0" timeOffset="366387.1042">20836 17959,'-25'0,"25"24,-24-24,-26 0,75 0,0 0,24 0,26 0,24 0,50-74,0 74,-50-50,0 50,-25 0,-24-24,-75 24,-24 0</inkml:trace>
  <inkml:trace contextRef="#ctx0" brushRef="#br0" timeOffset="377790.0558">5234 8086,'0'-24,"0"-26,25 50,0 0,0 0,-1 0,26 25,-50 0,25-25,-25 49,0 1,0-1,0 26,0-50,-75 24,75 1,-49-50,49-50,25 25,-25 1,74 24,-74-50,25-24,24 49,-49 0,25-25,-25 26,0-1,0-25,25 25,-25 50,0 50,0-26,0 1,0-25,0 24,0-24,0 0,0 0,0 24,25-49,24 0,-24 0</inkml:trace>
  <inkml:trace contextRef="#ctx0" brushRef="#br0" timeOffset="378538.2058">5705 8334,'0'25,"0"-50,25 25,-25 25,-25-25,25-25,0 1,50 24,-25 0,-25 49,0-24,0 0,0 24,0-24,0 0,-50 25,1-26,24 26,25-75,0 0,25 25,24 0,-24 0</inkml:trace>
  <inkml:trace contextRef="#ctx0" brushRef="#br0" timeOffset="378769.6786">5904 8235,'25'0,"24"0,-24 0,0-49,49 49</inkml:trace>
  <inkml:trace contextRef="#ctx0" brushRef="#br0" timeOffset="378930.2493">6003 8334,'25'0,"0"0,24 0,-24 0,0 0</inkml:trace>
  <inkml:trace contextRef="#ctx0" brushRef="#br0" timeOffset="379776.0766">6648 8186,'25'-25,"-75"25,1 0,-26 0,26 0,24 0,25 49,0-98,0 24,49-25,-49-24,25 74,-25-50,25 50,-25-49,50 24,-50 0,24 50,-24 24,0 26,0-1,50 1,-50-26,0 1,0-25,0 24,25-49,-25 25</inkml:trace>
  <inkml:trace contextRef="#ctx0" brushRef="#br0" timeOffset="380092.7544">6822 8186,'0'0,"-25"0</inkml:trace>
  <inkml:trace contextRef="#ctx0" brushRef="#br0" timeOffset="380655.777">6946 8037,'0'0,"0"25,0-1,-25-24,25-74,0 24,0 1,25 49,-25-25,49 25,1 0,-25 0,24 0,-49 25,0-1,0 26,0 0,0-1,-49 1,24 0,-25 24,50-49,-49 0,98-25,1-25,-1 25,1-25,-25 25,25-50</inkml:trace>
  <inkml:trace contextRef="#ctx0" brushRef="#br0" timeOffset="381399.264">7119 7590,'0'-25,"0"50,50 50,-50 49,0-25,0 25,50 50,-50-75,0-25,0-24,24 24,-24-49,0 0,0 24,25-49</inkml:trace>
  <inkml:trace contextRef="#ctx0" brushRef="#br0" timeOffset="382415.3663">7665 7962,'0'-25,"0"-24,25 123,-25-49,49 0,1 49,0-74,-26 0,1-24,-25-26,0 0,0 25,0 50,0 25,0 24,0 1,0-1,0 25,0-24,0-26,0-24,0 0,0 25,-25-50,-24-25,49 0,0-25,-25 1,25 24,0-49,0 24,25 50,49 0,-24 0</inkml:trace>
  <inkml:trace contextRef="#ctx0" brushRef="#br0" timeOffset="382933.7464">8136 8458,'0'-49,"0"24,0-25,50 50,-25 0,0 0,-25 25,0 0,0 0,0 24,0-24,0 0,-25 25,-25-26,25 1,-24 50,98-75,1-25,-25 25,0 0,-1 0,26 0</inkml:trace>
  <inkml:trace contextRef="#ctx0" brushRef="#br0" timeOffset="383203.748">8508 8136,'75'0,"-50"-50,24 50,1 0,-1 0</inkml:trace>
  <inkml:trace contextRef="#ctx0" brushRef="#br0" timeOffset="383383.9874">8508 8359,'0'0,"50"0,-25-25,0 25,24 0,-24 0,0-24,24 24</inkml:trace>
  <inkml:trace contextRef="#ctx0" brushRef="#br0" timeOffset="390270.5688">9649 6995,'0'0,"50"0,0 0,-1-25,1 25,-1 0,1 0,-25 0,0 0</inkml:trace>
  <inkml:trace contextRef="#ctx0" brushRef="#br0" timeOffset="390455.8328">9699 7144,'25'0,"0"0,-1 0,26 0,-25 0,0 0</inkml:trace>
  <inkml:trace contextRef="#ctx0" brushRef="#br0" timeOffset="391431.8559">10294 6747,'0'-25,"0"75,0-1,0 26,50-26,-50 1,0-25,0 24,0-24,0 0,0 0</inkml:trace>
  <inkml:trace contextRef="#ctx0" brushRef="#br0" timeOffset="391765.0133">10592 6846,'0'0,"0"-25,25 25,-25 75,0-26,-25-49,25-49,0 24,0 0,25 25,24 0</inkml:trace>
  <inkml:trace contextRef="#ctx0" brushRef="#br0" timeOffset="392788.9543">11014 6796,'0'-24,"-75"24,26 0,49 74,-25-24,25 24,0-49,0 0,0 0,25-25,-25 74,49-74,-24 0,0 0,49 0,-49-50,-25-24,25 74,-25-74,0 49,0 0,0-25,-25 50,75-25,24 25,-24 0,-1-49,-24 49,0 0,25-25,-26 25,-48 0,-26 0,50 50,0-1,0-24,0 25,0-25,25-25,-25 49,49-49,-24 0,0 0,25-25,-26 25,-24-24,0-1,0-25,0 0,0 26,-49 24,49-25</inkml:trace>
  <inkml:trace contextRef="#ctx0" brushRef="#br0" timeOffset="395181.197">11832 6648,'0'-25,"0"50,0 24,0-24,0 25,0-26,50-24,-25-24,24-26,26 50,-51 0,1 50,-25-1,0-24,0 0,-49-25,24 0,-25 0,25 0</inkml:trace>
  <inkml:trace contextRef="#ctx0" brushRef="#br0" timeOffset="395489.656">11907 6648,'0'0,"0"-25,24 25,26-50,0 50,-1 0,26 0,-26 0,26 0,-51 0</inkml:trace>
  <inkml:trace contextRef="#ctx0" brushRef="#br0" timeOffset="398095.1405">19720 16942,'0'49,"0"26,50 49,-50-25,0 25,0 25,0-50,0 0,0-24,0-26,0 1,0-25,0-50,0 0,0 0</inkml:trace>
  <inkml:trace contextRef="#ctx0" brushRef="#br0" timeOffset="399729.0235">19670 17165,'0'-50,"0"25,0 1,50 24,-25-50,24 50,1 0,0-25,24 25,25 0,50-49,-25 49,25 0,-25-50,25 50,-25 0,0-50,0 50,-25 0,50-49,-50 49,0 0,25-50,-24 50,-26 0,0 0,-24 0,-25 0,25 0,-1 0,-24 0,0 0,24 0,-24 0,0 0,-25-25,50 25,-26 0,1 0,-25 75,0-50,0 24,0 1,0 24,0 25,0 1,-25 24,25-25,0-25,0 1,0-26,-24 1,24 0,0-26,-50 1,25-25,0 0,1 0,-26 0,0 0,1 0,-1 0,25 0,-24 0,24 0,-25 0,1 0,-1 0,-24 0,24 0,0 0,1 0,-26 0,1 0,24 0,1 0,-1 0,-24 0,24 0,-24 0,24 0,1 0,-1 0,0 0,1 0,-26 0,26 0,24 0,0 50,-49-50,49 0,-25 0,25 0,1 0,-26 25,25-25,-49 0,-1 49,1-49,0 0,49 0,-25 0,50 25,-25-25,25 25,-24-25,24 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8:17:20.6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4019 1339,'0'-49,"0"-1,0 100,25-1,-25-24,99 25,-74-25,-1-25,26 49,-25-49,0 0,24-25,-24 1,-25-1,50-25,-50 25,0-24,0-1,0 25,0 50,0 50,0-1,0 50,0 0,0 0,0 25,0-25,-50 25,50-50,0-25,-50-24,50 24,-74-49,24-25,26 0,-1 0,-25-49,1-1,-1-49,50 0,-75-1,75 26,0 0,0 49,25-25,25 50,24-49,26 49,-1 0,25 0,-50 24</inkml:trace>
  <inkml:trace contextRef="#ctx0" brushRef="#br0" timeOffset="719.482">4738 2332,'0'24,"0"1,-50-25,50-49,0 98,0-24,-24-25,-1 0,25-25,0-24,0-1,25 50,24-25,-24 25,25 0,-1 0,1 0,-50 75,0-26,0 26,0-1,0 0,-25 1,-25 24,26-24,-26-26,25 1,0-50,25 25,-74-25,49-50,25 0,0 26,0-26,75 50,-51 0,1 0,25 50,-25-26,-25 1,74 50,-24-26,-50 1</inkml:trace>
  <inkml:trace contextRef="#ctx0" brushRef="#br0" timeOffset="2317.8567">5358 1811,'-49'0,"73"0,1 0,25 0,-1 0,26 0,-26 0,-24 0,0-50,25 50,-26 0,-24 25</inkml:trace>
  <inkml:trace contextRef="#ctx0" brushRef="#br0" timeOffset="2510.34">5408 1960,'0'24,"25"-24,49 0,0 0,1 0,-1 0,-24 0,-1 0,1 25</inkml:trace>
  <inkml:trace contextRef="#ctx0" brushRef="#br0" timeOffset="4402.4828">17661 496,'0'-50,"0"26,0 148,0 74,0 149,0 149,-49 75,49-25,0-75,0-74,0-50,0-124,0-49,0-50,0-25,0-24,0-26,0 1,0-25</inkml:trace>
  <inkml:trace contextRef="#ctx0" brushRef="#br0" timeOffset="5559.9511">18009 1116,'74'0,"50"0,99 0,149 0,149-74,149 74,148 0,-24 0,-124 0,-248 0,-125 0,-123 25,-124-25,-100 0,-24 0,-1 0,-49 0</inkml:trace>
  <inkml:trace contextRef="#ctx0" brushRef="#br0" timeOffset="6113.4705">20241 273,'0'-25,"0"-25,0 26,0 148,74 223,-74 99,0 299,0-1,0 49,-49-73,49-373,0-99,0-149,0-49,0 0,0-100</inkml:trace>
  <inkml:trace contextRef="#ctx0" brushRef="#br0" timeOffset="7283.8583">19174 372,'0'0,"-24"0,24-25,24 25,26 0,-25 0,24 0,1 0,-25 25,-25 0,0 24,0 1,0 0,0-1,0 1,0 0,-75-50,75 24,-24-24,24-74,0 24,49 1,26-26,-26 26,1-1,-1 0,-49 1,25 24,-25 0,0 100,0-26,-49 26,49-1,0 1,24-1,51-24,24-1,0-49</inkml:trace>
  <inkml:trace contextRef="#ctx0" brushRef="#br0" timeOffset="7763.6613">21060 322,'0'0,"-50"-24,50-26,0 100,25-26,-25 26,49 0,-24-26,-25 1,75-25,-51 0,1 0,-25-25,50-49,-50 24,0 1,0 24,25 25,-25 50,49 24,-49 0,0 1,-25-25,1 24,-76 25,1 0,-50 1,0 24</inkml:trace>
  <inkml:trace contextRef="#ctx0" brushRef="#br0" timeOffset="8911.0026">18902 1463,'0'-24,"0"-26,49 50,-49-25,0 0,25 25,-25 50,0 24,-25 26,25-51,-25-24,25 25,25-50,25 0,-1 0,26 0,-50 0,24 0</inkml:trace>
  <inkml:trace contextRef="#ctx0" brushRef="#br0" timeOffset="9160.846">19199 1563,'0'0,"0"-50,0 25,0-24,0 73,0 26,0 49,0 1,0-1,0 25,0 25,0-75,0 0,0-24,0 24,0-49</inkml:trace>
  <inkml:trace contextRef="#ctx0" brushRef="#br0" timeOffset="10620.644">20985 1364,'0'0,"0"-49,0 98,0 50,0 1,0-1,0 25,0-50,0-24,0-25,0 0</inkml:trace>
  <inkml:trace contextRef="#ctx0" brushRef="#br0" timeOffset="11730.9231">18753 2753,'0'0,"-25"0,25 50,-50 0,50-1,-25 26,25-1,-49-24,49-1,0-24,-25-25,25 25,50-25,49-25,0 25,0-50,-74 50</inkml:trace>
  <inkml:trace contextRef="#ctx0" brushRef="#br0" timeOffset="12006.6531">18926 3026,'0'0,"0"-25,0 1,0 73,0 75,0-49,0-26,0 1,0-25,0 24,0 1</inkml:trace>
  <inkml:trace contextRef="#ctx0" brushRef="#br0" timeOffset="12254.2799">19150 2927,'0'-25,"0"75,24-1,-24 26,0-26,0 1,0 0,0-26,0 26,0 0</inkml:trace>
  <inkml:trace contextRef="#ctx0" brushRef="#br0" timeOffset="12428.6241">19447 3001,'0'0,"0"50</inkml:trace>
  <inkml:trace contextRef="#ctx0" brushRef="#br0" timeOffset="13292.2574">19298 3101,'25'0,"-25"24,0 26,-25 0,-24-50,24 0,25-50,0 0,0 1,0-26,0 51,50 24,-26 0,1 0,-25 49,0-24,0 0,0 0,0 24,0-24,-25-25,-24 0,49-25,0 0,0-24,0 24,25-25,24 50,-24 0,25 0,-1 25,-49 25,0-1,-25-49,-24 50,24-50,0 0,-24 0,24-74,25 49,25 25,24-25,-24 25,25 0,-1 0,-24 0</inkml:trace>
  <inkml:trace contextRef="#ctx0" brushRef="#br0" timeOffset="13531.5787">19770 2828,'0'0,"0"25,0 49,0 25,0 0,0-24,0-26,0 1,0-25</inkml:trace>
  <inkml:trace contextRef="#ctx0" brushRef="#br0" timeOffset="14220.7993">21010 2803,'0'-50,"0"100,0 24,0 1,0-1,25-24,-25 24,0-49,0 25,0-26,25 26</inkml:trace>
  <inkml:trace contextRef="#ctx0" brushRef="#br0" timeOffset="14418.22">21308 2977,'0'0,"0"49,0 1,0-1</inkml:trace>
  <inkml:trace contextRef="#ctx0" brushRef="#br0" timeOffset="14799.2005">21630 2803,'0'-50,"-50"50,50 25,-24 25,24-1,0 51,0-26,0 0,0-24,0-25,49 24,-24-49,-25 25,50-25,-1 0,-49-49,50 24,-50-50,0 26,0-1,0-24,0-1,0 51,-25 24,0 0,-24 0,24 0,25 49</inkml:trace>
  <inkml:trace contextRef="#ctx0" brushRef="#br0" timeOffset="15211.0222">22077 2778,'0'-25,"-50"25,50 25,-25 0,25 25,0 24,0 0,0 1,0-26,25-24,25 25,24-50,-24 0,-26 0,-24-75,0 51,0-26,0 0,0-24,-24 0,24 49,-50 25,25 0</inkml:trace>
  <inkml:trace contextRef="#ctx0" brushRef="#br0" timeOffset="15571.9337">22399 2753,'-25'0,"25"25,0 50,0-26,0-24,25 25,49-26,-49-24,-25 25,0 25,0-1,0-24,-49-25,24 0</inkml:trace>
  <inkml:trace contextRef="#ctx0" brushRef="#br0" timeOffset="15759.9294">22449 2753,'0'-24,"24"-26,1 25,25 25,-25 0,-1-50,51 50,-50 0</inkml:trace>
  <inkml:trace contextRef="#ctx0" brushRef="#br0" timeOffset="16734.501">18629 4217,'0'-25,"0"75,-50 24,50 0,-25 1,25-26,0-24,50-25,24-25,-24 25,-1-24</inkml:trace>
  <inkml:trace contextRef="#ctx0" brushRef="#br0" timeOffset="16988.5331">18852 4366,'0'0,"0"-50,-50 50,50-25,0 50,0 25,0 24,0 0,0 1,0-1,0 1,0-1,0-49,0 0,25-25</inkml:trace>
  <inkml:trace contextRef="#ctx0" brushRef="#br0" timeOffset="17204.6252">19100 4490</inkml:trace>
  <inkml:trace contextRef="#ctx0" brushRef="#br0" timeOffset="17854.0434">19497 4291,'-25'0,"0"0,25-25,0 50,-25-25,25-49,0 24,25-25,50 50,-1 0,-49 0,49 50,-74-1,0 1,0 24,0-24,0 0,-25-1,1 1,-26-1,0-49,26-24,24-51,24 75,26 0,0 50,-50-25,0 49,0-49</inkml:trace>
  <inkml:trace contextRef="#ctx0" brushRef="#br0" timeOffset="18197.124">19050 4490,'0'0,"0"-25,0 74,-74-49,74-24,0-1,50 25,24-50,-24 50</inkml:trace>
  <inkml:trace contextRef="#ctx0" brushRef="#br0" timeOffset="19125.3647">21184 4787,'-25'0,"-25"0,-24 0,49 0,-25 0,-24 0,49 0,25 25,-25-25,75 0,49 0,75 0,-1-25,1 25,0-49,-75 49,0 0,-25-25,-24 25,0 0,-100 0,-24 49</inkml:trace>
  <inkml:trace contextRef="#ctx0" brushRef="#br0" timeOffset="19531.5056">21035 4986,'0'0,"74"0,25 0,75-25,0-25,24 50,0-74,-24 74,-75-50,-49 50,0 0,-50-25,-25 25,-25 0,25 0,1 0</inkml:trace>
  <inkml:trace contextRef="#ctx0" brushRef="#br0" timeOffset="19893.0261">21407 4762,'25'0,"24"0,1 0,24 0,1 0,24 0,-25-49,1 49,-26 0,-24 0</inkml:trace>
  <inkml:trace contextRef="#ctx0" brushRef="#br0" timeOffset="26704.6222">4763 496,'-75'50,"26"-25,49-1,0 26,0 0,0-1,25 1,-25-25,49-25,-24 49,0-49,24 0,-24 0,0 0,-25-49,25 49,-25-25,0 0,0-25,0 26,0-1,0 0,0-25,-50 26,1-26,-1 50,50-25,-25 25</inkml:trace>
  <inkml:trace contextRef="#ctx0" brushRef="#br0" timeOffset="27021.4157">5061 397,'0'25,"24"-25,-24 49,0 1,50-25,-50 0,0-1,0 26,0-25,0 0,0 24,0 1,-25-1,-24-24,24 25</inkml:trace>
  <inkml:trace contextRef="#ctx0" brushRef="#br0" timeOffset="27471.9051">4540 496,'0'0,"-25"0,25-25,-25 50,-25 25,50 24,-24-24,24 24,0 1,0-26,24 26,1-26,50-24,-1-25,0 74,-24-74</inkml:trace>
  <inkml:trace contextRef="#ctx0" brushRef="#br0" timeOffset="29487.2461">6549 1488,'0'-25,"0"75,0-25,0 24,0-24,49-25,-49 50,50-50,24 50,-49-50,-25-25,50 25,-50-50,0 25,0 0,25-24,-25 24,0 0,0 75,0-1,0 1,0 25,0-1,0 25,0 0,0 1,24-26,-24 0,0 1,0-26,0-24,0 0,0 25,-24-50,24-25,-50 25,25-75,-24 26,24-1,25 1,-75-26,75 26,0 24,0-25,0 1,25 49,0-50,25 50,-1 0,1 0</inkml:trace>
  <inkml:trace contextRef="#ctx0" brushRef="#br0" timeOffset="30267.7007">7318 2158,'0'-25,"0"-24,0 24,0 74,0 1,0 24,0 1,0-1,0 1,0-26,0 1,0-25,25-25,-25-25</inkml:trace>
  <inkml:trace contextRef="#ctx0" brushRef="#br0" timeOffset="30756.2296">7839 1811,'-25'0,"74"0,26 0,24 0,25-25,-25 25,-24 0,-26 0,1 0,-25 0</inkml:trace>
  <inkml:trace contextRef="#ctx0" brushRef="#br0" timeOffset="31039.4982">8186 1364,'0'-25,"-50"50,50 50,0 49,0 49,0 1,0-50,0-25,0 50,0-75,50 1</inkml:trace>
  <inkml:trace contextRef="#ctx0" brushRef="#br0" timeOffset="32029.9262">9178 1315,'0'-25,"0"74,-25 51,25-1,0 50,0-50,0-25,0-24,25 0,-25-26,0-73,0 24,0-25,0 26,0-1,25-25,24 1,1 49,25 0,-75 24,24 26,-24 0,50 24,-50-24,0-26,0 1,25-25,-25 75,25-75,-1 0</inkml:trace>
  <inkml:trace contextRef="#ctx0" brushRef="#br0" timeOffset="32684.0188">10493 1240,'0'-25,"0"-24,0 24,0 0,-50 25,25 0,-24 0,-1 25,50 25,-50 24,50 25,0 50,0-25,0 50,0-50,25 0,-25-50,0-24,0-25,0 24,0-24,-49-25,24 0,0 0</inkml:trace>
  <inkml:trace contextRef="#ctx0" brushRef="#br0" timeOffset="32825.6355">10046 1910,'0'-50,"0"100,0-124,25 49,0 25,24-75,26 75,-26 0,1-24,25 24,-26 0</inkml:trace>
  <inkml:trace contextRef="#ctx0" brushRef="#br0" timeOffset="33133.5097">11014 1191,'0'-25,"-25"25,0 0,-25 0,-24 74,74 25,-74 50,74 25,0-25,0 49,49 1,26-100,-1 0,25-49,-24 24,-26-24</inkml:trace>
  <inkml:trace contextRef="#ctx0" brushRef="#br0" timeOffset="34025.3735">11138 1662,'0'0,"0"-50,0 25,74 25,-49-49,24 49,-24 0,25 0,-25 0,24 49,-49-24,0 0,0 25,0-1,0-24,-49 25,-1-25,25-25,-24 49,49-74,24 1,26-26,0 25,24-24,-24 24,-25 25,24-50,-24 0,-25 26,-25 24,25 74,-49-49,49 0,0 24,0-24,49 0,-24 25,0-26,49-24,-49 50</inkml:trace>
  <inkml:trace contextRef="#ctx0" brushRef="#br0" timeOffset="34227.5269">11956 1761,'0'-25,"0"50,0 50,0-51,0 26,0-25,0 24,0-24,25-25</inkml:trace>
  <inkml:trace contextRef="#ctx0" brushRef="#br0" timeOffset="34467.1251">12452 1712,'25'0,"-25"24,0 1,0 25,0 24,-25-49,25 0,-25 24,25-24</inkml:trace>
  <inkml:trace contextRef="#ctx0" brushRef="#br0" timeOffset="35075.8425">12874 1265,'0'0,"25"0,24 74,-49-24,50 0,0-1,-26 1,26-25,-25-25,24 0,-49-50,0 25,0 0,0 1,0-26,0 75,0 49,0 1,0-1,0 25,0 1,0-1,0 0,-24-25,24-24,-75 0,50-50,-24 49,-1-49,25 0,-24-49,49 24,-25-25,25-24,0-25,25-1,0 76,24 24,1-25,24 25,-24 0,-1 0,-24 25,-25 24</inkml:trace>
  <inkml:trace contextRef="#ctx0" brushRef="#br0" timeOffset="35299.3215">13544 1786,'0'0,"0"-50,0 75,0 25,0-1,0 1,0 0,0-26,0 26,0-25,0 0</inkml:trace>
  <inkml:trace contextRef="#ctx0" brushRef="#br0" timeOffset="35590.1304">13866 819,'0'0,"50"0,24 0,-24 0,-25 99,24 0,-49 99,75-49,-75 25,0 24,0-49,-50 50,-24-51,-26 1,-24-50,-24 50,73-99</inkml:trace>
  <inkml:trace contextRef="#ctx0" brushRef="#br0" timeOffset="37783.9642">695 5407,'0'-24,"0"-26,-25 25,25 100,25 24,-25 25,49-50,1-24,-25-1,49-24,-49-25,-25-25,25-74,-25 25,0 24,0 1,0 24,0-25,-50 1,50 123,0 25,0 25,0-25,0 26,25 48,-25 1,0-50,50 25,-50-50,0-25,0 1,0-51,-25-24,25 75,-50-75,26 0,-1 0,-25-99,-24 24,24-74,50 25,-25 25,25 50,0 24,0 0,50 25,-1-99,26 99,-1 0,1 0,-1 0,-24 25</inkml:trace>
  <inkml:trace contextRef="#ctx0" brushRef="#br0" timeOffset="38397.3472">1315 6325,'0'50,"-25"-50,25-25,0 50,0 0,-49-25,-1-100,50 76,25-26,24 50,-24 0,0 0,25 0,-26 0,1 0,25 50,-50-1,25 1,-25-1,0 26,0-26,-50 26,25-26,-49-24,24 25,25-50,-24 0,-1-50,50 1,25 24,0 25,24-50,1 50,0 0,-1 25,-24-25,25 50,-26-50,-24 24,25-24</inkml:trace>
  <inkml:trace contextRef="#ctx0" brushRef="#br0" timeOffset="38847.62">1191 4539,'0'25,"0"0,0 24,0 1,25 0,-25-26,0 1,0 25,0-25,49-25</inkml:trace>
  <inkml:trace contextRef="#ctx0" brushRef="#br0" timeOffset="39103.866">1513 4440,'0'0,"50"50,-50 24,25-24,-25-1,0 1,0-1,0 1,0 25,-25-26,-49 1,24-1</inkml:trace>
  <inkml:trace contextRef="#ctx0" brushRef="#br0" timeOffset="39403.8629">844 4564,'0'0,"0"-25,-25 25,25 99,0 1,0 24,50 0,-1-50,1-24,24-1,50 1</inkml:trace>
  <inkml:trace contextRef="#ctx0" brushRef="#br0" timeOffset="40011.0235">1910 5730,'0'0,"50"0,24 0,1-50,49 50,-75 0,-24 0,0 0</inkml:trace>
  <inkml:trace contextRef="#ctx0" brushRef="#br0" timeOffset="40169.5978">2059 5928,'0'0,"50"0,24 0,25 0,-24 0,-26 0</inkml:trace>
  <inkml:trace contextRef="#ctx0" brushRef="#br0" timeOffset="41105.6474">3349 5308,'0'0,"-25"0,25-49,0-1,0 0,0 100,75-50,-26 74,-24-74,0 50,24-50,-24 25,0-25,25 0,-50-25,0 0,0 0,0-24,0 24,0-25,-25 50,25 25,0 25,0 24,0 25,0 50,0 0,0 50,0-1,0-49,0-75,0-24,0-1,-25 1,0-50,-24 0,24 0,-25 0,1-50,24-49,25 25,-50-50,50 25,0-25,0 74,25-25,25 51,24 24,25-75,-24 75,-1 0,0 50</inkml:trace>
  <inkml:trace contextRef="#ctx0" brushRef="#br0" timeOffset="41406.0938">4093 6152,'0'-25,"0"74,0 26,0-1,0 1,50-1,-50-49,0 0,0-1,25-24</inkml:trace>
  <inkml:trace contextRef="#ctx0" brushRef="#br0" timeOffset="42228.9954">4837 6028,'-25'-25,"1"25,98 0,25 0,50-75,-25 75,25-74,-50 74,-24 0,-51 0</inkml:trace>
  <inkml:trace contextRef="#ctx0" brushRef="#br0" timeOffset="42462.6508">5185 5680,'0'0,"-25"-25,25-24,0-1,0 100,0 49,49 100,-49-1,50 0,-50 1,50-50</inkml:trace>
  <inkml:trace contextRef="#ctx0" brushRef="#br0" timeOffset="43580.1739">6400 5035,'0'0,"0"-24,0 48,0 26,0 24,0 26,0-26,0 0,25-24,-25-25,0-50,49-25,-49 1,50-1,-25 50,24 0,-49 50,50-1,-50 26,0-26,25 1,-25 0,0-26,0 26,-25-25</inkml:trace>
  <inkml:trace contextRef="#ctx0" brushRef="#br0" timeOffset="43753.5173">6301 5755,'25'-25,"24"25,26-50,24 50,50-49,-1 49,-73 0,-50 0</inkml:trace>
  <inkml:trace contextRef="#ctx0" brushRef="#br0" timeOffset="44223.8785">6574 6102,'0'0,"0"-25,0-24,24 49,1-50,25 50,-25 0,-1 0,1 0,25 25,-50 24,25 26,-25-1,0 25,0-24,-50-26,25 1,-49 24,24-74,25 25,-24-25,49-74,0-1,0 1,25 24,24 26,-24 24,49 0,-24 0,0 0,-1 0,1 0,-1 49,1 26</inkml:trace>
  <inkml:trace contextRef="#ctx0" brushRef="#br0" timeOffset="44998.6428">7839 4638,'-25'0,"0"0,-49 0,24 0,-24 0,-1 0,1 0,24 0,25 0,-24 0,49 50,0 24,0 26,0 49,0 49,25-24,-25 49,99 50,-50-25,-49-25,75-25,-75-24,49 25,-49-1,0-24,0-75,50 25,-50-50,0-24,0-25,25-25,24 0,26 0,-1-75,75 1,25-1,-1 26,-24-1,-50 50</inkml:trace>
  <inkml:trace contextRef="#ctx0" brushRef="#br0" timeOffset="45785.8195">8260 5184,'0'-49,"0"-1,-49 50,-1 0,0 0,50 50,-49-26,49 26,0 24,25 50,24 25,26 25,-1 0,-24-26,-50 1,49-50,-49-49,0 0,0-26,-24-24,-1 25,0-25,-25 0,1-49</inkml:trace>
  <inkml:trace contextRef="#ctx0" brushRef="#br0" timeOffset="45927.5283">8136 5879,'0'0,"0"-50,0 25,25 25,50-49,-1 49,25 0,0-50</inkml:trace>
  <inkml:trace contextRef="#ctx0" brushRef="#br0" timeOffset="46159.8001">8831 5159,'0'0,"0"-24,0 73,-50 75,1 50,49 24,0-49,0 25,99-25,25-50,25 0</inkml:trace>
  <inkml:trace contextRef="#ctx0" brushRef="#br0" timeOffset="47038.3868">9054 5581,'0'-25,"0"-24,0 24,25 25,24-25,1 25,0 0,-26 0,-24 25,50 0,-50 24,0 1,-25-1,0-24,1 25,-26-50,50 25,-25-25,25-75,50 26,-1 49,-24-50,0 50,25-50,-1 1,-49 24,0-25,-24 150,24-76,0 1,0 25,24-25,1 24,0-49,49 50,-24-50,-25 0</inkml:trace>
  <inkml:trace contextRef="#ctx0" brushRef="#br0" timeOffset="47216.3875">9699 5655,'0'50,"0"-25,0 24,0-24,0 25</inkml:trace>
  <inkml:trace contextRef="#ctx0" brushRef="#br0" timeOffset="47436.7082">10046 5531,'0'50,"0"-25,0 0,0 24,0-24,0 25</inkml:trace>
  <inkml:trace contextRef="#ctx0" brushRef="#br0" timeOffset="48006.4483">10294 5259,'0'0,"25"-25,0 25,-25 25,0 24,50-24,-50 0,24-25,-24 49,50-49,0 0,-1-24,-49-1,0 0,0-25,0 1,0 24,0 75,0 24,0 25,0 0,0 1,0-1,0 0,0-24,0-26,-25-49,-24 0,24-25,25-24,-50-1,50 0,0 1,0-1,50 50,0 0,-1 0</inkml:trace>
  <inkml:trace contextRef="#ctx0" brushRef="#br0" timeOffset="48215.7795">10741 5655,'0'0,"0"-24,49 24,-49 49,0 1,0-1,25 1,-25-25,0 25,0-26</inkml:trace>
  <inkml:trace contextRef="#ctx0" brushRef="#br0" timeOffset="48426.2336">11088 4986,'0'0,"25"0,24 74,-24 1,25 73,-50 51,49 24,-49 0,-74 75,-50-75,-50 25</inkml:trace>
  <inkml:trace contextRef="#ctx0" brushRef="#br0" timeOffset="49047.7622">11659 5779,'49'0,"1"-24,24 24,1 0,-1 0,0-50,-24 50,-25 0</inkml:trace>
  <inkml:trace contextRef="#ctx0" brushRef="#br0" timeOffset="49241.7914">11882 5482,'0'0,"0"-25,0 75,0 24,0 50,25 50,-25-25,49 24,-49-74,99-24</inkml:trace>
  <inkml:trace contextRef="#ctx0" brushRef="#br0" timeOffset="49827.9063">12924 5234,'0'0,"-25"0,25-25,0-25,0 26,-25 24,-25 0,1 0,24 24,25 26,0 0,0 24,0 0,0 26,50-26,-1 25,1-24,-25-1,-25-24,0-1,0-24,0 25,-25-25,-25 49,1-74,-26 0</inkml:trace>
  <inkml:trace contextRef="#ctx0" brushRef="#br0" timeOffset="49962.0771">12651 5705,'0'-50,"0"100,49-100,-24 26,0 24,49 0,-24 0,0 0,-26 0</inkml:trace>
  <inkml:trace contextRef="#ctx0" brushRef="#br0" timeOffset="50420.4386">13593 4862,'0'0,"0"-25,-49 25,-1 25,25 49,-24 25,-1 75,50 24,-74 26,74 24,0-50,99 1,25-1,74-74,-24-25,0-99</inkml:trace>
  <inkml:trace contextRef="#ctx0" brushRef="#br0" timeOffset="51437.1367">13643 5531,'0'0,"-25"0,25-24,0-26,0 25,50 25,-25 0,-1 0,1 0,25 0,-50 25,25 49,-25-24,0 0,0-1,-50 1,25 24,-49-49,74-50,0-24,0-1,49 25,-24-24,25 24,-25 25,-1-50,26 1,-25 49,-25-50,25 50,-25-50,0 26,-25 24,0 24,25 1,0 0,0 49,0-49,0 0,0 49,74 1,-49-75,0 0</inkml:trace>
  <inkml:trace contextRef="#ctx0" brushRef="#br0" timeOffset="51995.1825">14139 5705,'25'0,"24"50,-49-26,-49-48,49-1,0 0,49 25,26-50,-26 50,1 0,-25 0,-25 50,49-25,-49 0,0 24,0 26,-24-26,-26 1,-49 24,24-49,26-25,-1 50,50-75,50-49,-1 74,-24 0,0 0,25 0,-1 49,1 1,-1-1</inkml:trace>
  <inkml:trace contextRef="#ctx0" brushRef="#br0" timeOffset="52185.1581">14759 5705,'0'0,"0"-25,50 50,-50 49,0 1,0-1,-25 50,-25 0,-98-24</inkml:trace>
  <inkml:trace contextRef="#ctx0" brushRef="#br0" timeOffset="53081.7809">15082 5432,'0'0,"0"-25,0 1,24-26,1 50,25 0,-50 50,49-26,-49 26,25-25,25 0,-25-75,-25 25,0 0,0-24,0 24,0 0,0 50,0 25,49 24,-49 25,50 25,-50-25,0 1,0-1,0-25,0-24,-25 0,0-50,0 0,1 0,-26-25,50 0,-50-49,50-1,0 1,0 24,75 0,-26 50,26-24,-1 24,1 0,-1 0,-49 24</inkml:trace>
  <inkml:trace contextRef="#ctx0" brushRef="#br0" timeOffset="53515.9996">15826 6003,'-25'0,"-25"0,50-25,0 0,-24 0,24-24,0-1,24 50,-24-25,75 25,-50 0,24 0,-24 0,0 25,-25 25,0 24,0 1,0-1,-50 25,1-24,24-26,25-24,-25-25,99-50,26 1,-26 49,0-50,-24 50,0-49,-1 49</inkml:trace>
  <inkml:trace contextRef="#ctx0" brushRef="#br0" timeOffset="54401.1314">15652 4738,'50'0,"-50"24,25-24,-25 50,49-50,-49 50,0 24,-25-74,1 0,-1 25,-25-25,25 0,0 0,-24 0,49-50,0 1,0 24,0 0,0-25,25 50,24-24,-24 24,0 0,25 0,-26 0</inkml:trace>
  <inkml:trace contextRef="#ctx0" brushRef="#br0" timeOffset="54672.6383">16024 4638,'0'0,"50"0,-50 25,49 0,-49 0,0 24,0 26,0-50,0 0,0 24,-49-24,24 0</inkml:trace>
  <inkml:trace contextRef="#ctx0" brushRef="#br0" timeOffset="54942.9341">15206 4787,'0'0,"0"25,0 25,0-1,0 26,24 24,26-25,0-24,49 0</inkml:trace>
  <inkml:trace contextRef="#ctx0" brushRef="#br0" timeOffset="55307.795">16570 4936,'0'0,"74"25,-24 25,24 24,-49 0,-25 26,50 123,-50-25,0-24,0-50,-50 25,1-75,-26 1,25-26,26-49</inkml:trace>
  <inkml:trace contextRef="#ctx0" brushRef="#br0" timeOffset="55901.7606">16396 4316,'0'0,"-25"-50,25 26,75 24,24 0,25 0,0 24,-49-24,-26 0,1 25,-50 25,25 24,-25-24,49 24,-49 100,75 0,-75 49,49 50,-49 24,0 75,0-24,0-26,50-49,-50-75,49-49,-49-74,0-26,0-24,-24-25,-26 0,-49-50,0 50,-25-49,-50 49,-74 49,-25 1,0 49,-25-24</inkml:trace>
  <inkml:trace contextRef="#ctx0" brushRef="#br0" timeOffset="63580.8184">17860 3076,'25'-25,"74"-49,0-1,-49 50,-26-24,26 49,-50-50,25 50,-25 25,-50 0</inkml:trace>
  <inkml:trace contextRef="#ctx0" brushRef="#br0" timeOffset="63810.7383">17934 3249,'0'0,"0"-24,50 24,-50-75,74 75,-74-49,50 49,-50-25,25 25</inkml:trace>
  <inkml:trace contextRef="#ctx0" brushRef="#br0" timeOffset="65942.3832">521 8012,'0'0,"0"-25,-25 25,25-50,0 75,25 25,-25 0,25 24,-25 0,50-24,-50 0,49-50,-49 24,25-24,-25-49,0-1,50 1,-50-1,0 25,0 0,0 1,0 73,0 50,0 1,0 48,0 26,49-25,-49-50,0 0,0-49,-49 0,24-50,25 24,-50-24,25 0,-24 0,24-74,25 49,0-25,25 50</inkml:trace>
  <inkml:trace contextRef="#ctx0" brushRef="#br0" timeOffset="66353.8244">869 8979,'0'-25,"0"-24,24 49,51 49,-75-24,49 25,-49 0,0 24,0-24,0 24,-49 0,-26 26,26-76,24-24,-50 0,75-24,0-26,0 0,0 26,50 24,0-25,-1 25,-24 0,25 0,-1 0,-24 49,25-24</inkml:trace>
  <inkml:trace contextRef="#ctx0" brushRef="#br0" timeOffset="67021.4579">943 7665,'0'24,"0"26,-25-50,-24 0,49-50,0 1,0-1,24 50,26 0,-25 0,0 0,24 0,-49 25,50 49,-50-24,0 0,0 24,-25-24,-25 49,50-49,-49-26,98-48,1 24,24-50,-24 50,-25 0</inkml:trace>
  <inkml:trace contextRef="#ctx0" brushRef="#br0" timeOffset="67270.3419">1340 7640,'0'-50,"49"50,-49 25,25 49,-25 1,0-26,0 1,0 0,0-1,0 1,-74 0,24-26</inkml:trace>
  <inkml:trace contextRef="#ctx0" brushRef="#br0" timeOffset="67501.8697">844 7565,'0'0,"-25"0,25 25,-50 74,50 50,0-25,0 50,50 0,24-50,26-50,-1 25,0-24</inkml:trace>
  <inkml:trace contextRef="#ctx0" brushRef="#br0" timeOffset="68238.9843">794 10021,'-25'-50,"25"26,0 48,0 1,0 50,25-50,74 49,-74-74,-25 50,25-50,-25-50,0 0,0 26,0-1,0 0,0 50,50 24,-50 1,0 24,0 1,0-26,0 1,-25 0,-25-1,1 1,-1-50,75 0</inkml:trace>
  <inkml:trace contextRef="#ctx0" brushRef="#br0" timeOffset="68717.0059">1092 10567,'0'0,"25"0,24 0,1 0,-25 0,-1 0,1 0,25 0,-25 49,-25 26,0-50,0-1,-25-24,25 50,-50-50</inkml:trace>
  <inkml:trace contextRef="#ctx0" brushRef="#br0" timeOffset="69609.2679">1191 10740,'0'50,"-25"-50,0-50,25 1,25 49,0-25,25 25,-50 25,0 24,0-24,-25-25,25 50,-25-50,0 0,25-50,0 25,0 1,25 24,-25 24,0 1,0 25,0-1,-50-49,26 0,24-24,0-26,0 0,0 26,0-1,24 25,26-50,0 50,-1 0,-49 25,25 25,-25-1,0 1,0-1,0 26,0-1,0 25,-25 26,-24-51,-1-24,0-50,26 0,24-25,0-25,0-24,0 49,49-25,26 50,-1 0,-49 0,24 25,-24-25,-25 25,25-25</inkml:trace>
  <inkml:trace contextRef="#ctx0" brushRef="#br0" timeOffset="70167.1221">1290 9426,'0'-25,"25"25,25 0,-50 25,24-25,-24 74,0-49,0 25,0-26,0 26,0-25,25 0,-25 24,50-24,-50 25,0-26,0 1,0 25,-25-50,-25 49,1-49,49-24</inkml:trace>
  <inkml:trace contextRef="#ctx0" brushRef="#br0" timeOffset="70389.6075">1489 9426,'0'0,"24"0,26 0,-25 49,-25 1,49 24,-49 26,0-26,0 0,0-24,-24 0,-26 24,0-24,26-50</inkml:trace>
  <inkml:trace contextRef="#ctx0" brushRef="#br0" timeOffset="70599.8251">1042 9525,'0'0,"0"-25,-49 25,49 99,0 75,0 24,0-73,49 23,50-24,25-24,-49-51</inkml:trace>
  <inkml:trace contextRef="#ctx0" brushRef="#br0" timeOffset="70933.0533">2134 10542,'0'0,"0"-25,24 25,26 0,-25 0,0 0,49 0</inkml:trace>
  <inkml:trace contextRef="#ctx0" brushRef="#br0" timeOffset="71088.2136">2332 10616,'-25'0,"50"-24,25 24,24 0,-49 0</inkml:trace>
  <inkml:trace contextRef="#ctx0" brushRef="#br0" timeOffset="71782.8262">2010 8136,'99'0,"-25"0,-24 0,-25 50,-25-1</inkml:trace>
  <inkml:trace contextRef="#ctx0" brushRef="#br0" timeOffset="71911.4719">2158 8582,'124'-24,"-24"24,-324 24,547-48</inkml:trace>
  <inkml:trace contextRef="#ctx0" brushRef="#br0" timeOffset="72257.7318">3151 8285,'24'0,"26"0,-25 0</inkml:trace>
  <inkml:trace contextRef="#ctx0" brushRef="#br0" timeOffset="72439.473">3299 8558,'0'49,"0"1,0-1,0 1</inkml:trace>
  <inkml:trace contextRef="#ctx0" brushRef="#br0" timeOffset="72602.0188">3324 9575,'0'0,"0"24,25-24,-25 50</inkml:trace>
  <inkml:trace contextRef="#ctx0" brushRef="#br0" timeOffset="72761.079">3399 9996,'0'0,"0"50,24-50,-24 74</inkml:trace>
  <inkml:trace contextRef="#ctx0" brushRef="#br0" timeOffset="72901.7625">3423 10393,'0'124,"0"-248,0 298,25-174,-25 25</inkml:trace>
  <inkml:trace contextRef="#ctx0" brushRef="#br0" timeOffset="75264.2981">20712 4167,'0'0,"0"-25,0 100,0 24,0 50,0-25,25 0,-25-50,0-24,0-25,0-50</inkml:trace>
  <inkml:trace contextRef="#ctx0" brushRef="#br0" timeOffset="75949.0915">20737 4242,'0'-25,"0"50,0-100,0 50,0 1,0-26,25 50,-25-25,74 25,1 0,24-49,25 49,50-50,74 50,-25-50,25 50,-50 0,-49 0,-50-24,-49 24,-25 0,0 0,49-50,-24 50,-26 0,1 0,25 25,-50 0,0-1,0 26,0 0,0 24,0 0,25 26,-25-26,0-24,0-1,0 1,0-25,0 24,-25-49,-25 0,1 25,-26-25,26 50,-26-1,-49 1,-49-1,-1 1,-25-50,1 50,0-50,-1 0,26 49</inkml:trace>
  <inkml:trace contextRef="#ctx0" brushRef="#br0" timeOffset="77253.9735">17785 4738,'0'0,"-49"0,24 0,0-25,-25 25,50-25,-24 25,24 74,0 75,0 124,0 74,49 125,-49 73,0 200,0-200,0 1,0-298,0-74,0-75,0-50,0 1,0-25,0-75,0 1,75-1</inkml:trace>
  <inkml:trace contextRef="#ctx0" brushRef="#br0" timeOffset="77884.9181">18629 6077,'0'0,"0"-25,-50-24,50 24,0 0,0 75,0 74,0 25,-50-1,50-48,-24-1,24-50,0 1,24-50,26 0,0 0,24-25,-24-24,24 24,-49 0,0 25</inkml:trace>
  <inkml:trace contextRef="#ctx0" brushRef="#br0" timeOffset="78120.2783">18877 6449,'0'-124,"0"248,0-149,0 125,0 48,0-24,0-24,0-1,0-25,0-24,0 0,0-1</inkml:trace>
  <inkml:trace contextRef="#ctx0" brushRef="#br0" timeOffset="78313.6043">19150 6573,'0'-49,"0"98,0-74,49 25,-49 75,0-50,0-1</inkml:trace>
  <inkml:trace contextRef="#ctx0" brushRef="#br0" timeOffset="78782.0141">19472 6251,'0'-25,"25"25,24 0,-24-25,0 25,-25 25,0 25,0 24,0 0,0 1,0-1,0-49,-50 0,-24-25,124 0,-1 0,-24 25,-25 24,0-24,50 0,-50 24,-25 1,-50-25,26-25,-1 50,1-50,24 0</inkml:trace>
  <inkml:trace contextRef="#ctx0" brushRef="#br0" timeOffset="79899.6212">20216 4911,'0'-49,"25"49,-25-25,0 0,0 0,50 25,-50-49,24 49,-24-25,0 74,25 51,-25 98,0 149,0 100,-99 396,-25 149,25 174,24-198,75-299,0-321,0-76,0-98,0-75,0-49,0-124,0-1,50 1</inkml:trace>
  <inkml:trace contextRef="#ctx0" brushRef="#br0" timeOffset="81147.1878">20985 7069,'-49'0,"49"-24,-25 24,0-50,0 50,25-25,-74 25,49-25,0 25,-25 0,75 0,50 0,74 0,99 0,74-99,50 25,-49-1,-1 26,-99 49,-24-50,-26 50,-123-50,-50 26,-74 24,49 0</inkml:trace>
  <inkml:trace contextRef="#ctx0" brushRef="#br0" timeOffset="81745.9638">21184 6226,'0'0,"-25"0,25-50,0 1,-50 49,50-25,0 0,-25 25,25-25,0-24,-24 49,24 74,0 25,0 50,0 0,0 25,24-50,-24-50,0 1,25-26,-25-24,0-75</inkml:trace>
  <inkml:trace contextRef="#ctx0" brushRef="#br0" timeOffset="82277.859">21159 6152,'0'0,"0"-50,0 0,0 26,0-26,25 50,24 0,1-25,24 25,25 0,50-49,25 49,24-50,1 50,-26-75,26 75,-26-99,-24 99,-74-74,-26 74,-49 99,0 0,0 50,0-25,0 25,0-50,0-24,0-26,0-24,-25 25,1-50</inkml:trace>
  <inkml:trace contextRef="#ctx0" brushRef="#br0" timeOffset="138578.9499">7070 8086,'0'-74,"24"74,-24-25,0 0,0 75,0 24,0 100,0 198,0 223,0 274,0 73,0 224,100-75,-26-272,1-249,-26-173,-49-174,50-49,-50-75,-50 25,1-74,-1 0,25-50,-24 0,49-124</inkml:trace>
  <inkml:trace contextRef="#ctx0" brushRef="#br0" timeOffset="139656.9514">7045 8062,'0'0,"-25"0,50 0,0-50,49 50,1 0,148-50,0 50,124-49,1 49,73-50,125 50,272-99,199 99,25-75,-50 75,174-99,-149 99,-347 0,-100-74,-272 74,-25 0,-99 0,-100 0,-49 0,-25-25,-25 25,-25 0,-24 0,-50 0,-50 0</inkml:trace>
  <inkml:trace contextRef="#ctx0" brushRef="#br0" timeOffset="141005.9006">8806 8260,'0'-25,"0"-24,0 24,0 50,0 24,50 50,-50 25,0 0,49 25,-49-74,25-26,-25-24,0 25,0-75,0 0,0-25,-74-24,49 49,0 0,-25 25,26-49,-1 49,-25 0,25 0,1 25,-26 24,25 1,-24-1,49 1,0-25,-25 0,25 24,49 1,-24-50,25 0,24 0,1 0,24-50,0 50,-25-49</inkml:trace>
  <inkml:trace contextRef="#ctx0" brushRef="#br0" timeOffset="141509.8927">9104 8632,'0'0,"0"-50,0 26,0-26,24 50,1 0,-25 25,50-25,-50 74,49-74,1 25,-25-25,-25-74,0 24,25 50,-25-50,49 50,-49 75,25-1,-25 50,0 0,0-25,-25 26,-24-51,-1 0,0 26,-24-51,24 1,-24-50,24 25</inkml:trace>
  <inkml:trace contextRef="#ctx0" brushRef="#br0" timeOffset="141726.8545">8186 9748,'0'0,"-25"0,100 0,73-49,51-1,49-49,25 24,0 26,-75 49,-99-50,-24 50</inkml:trace>
  <inkml:trace contextRef="#ctx0" brushRef="#br0" timeOffset="142175.7325">9054 9649,'-25'-50,"50"100,-50-75,25 75,0-1,50 26,-50-26,0 26,25-1,-25 1,0-26,0-24,0-74,0-1,0 0,-75 1,1 49,49 0,0 0,-24 49,-1 51,50-26,-50-24,50-26,0 26,25-50,50 50,-26-50,26 0,-1 0</inkml:trace>
  <inkml:trace contextRef="#ctx0" brushRef="#br0" timeOffset="142655.6615">9277 9947,'0'-50,"0"25,0 100,50-150,-25 75,0 0,-1 0,26 0,0 25,-50 0,24 0,-24 24,0-24,0 0,0 0,0 24,-24-24,24-50,24-49,-24 24,50 1,-50 24,50-25,-50 25,0 50,0 25,-25 49,25 25,0-74,25-1,-1-49,51 50,-1-50,25-50</inkml:trace>
  <inkml:trace contextRef="#ctx0" brushRef="#br0" timeOffset="143232.3333">10220 9203,'0'-50,"49"0,26 50,24-49,0 49,-24 0,-26 0</inkml:trace>
  <inkml:trace contextRef="#ctx0" brushRef="#br0" timeOffset="143384.5296">10344 9351,'124'-49,"-248"98,322-98,-123 49,-50 0</inkml:trace>
  <inkml:trace contextRef="#ctx0" brushRef="#br0" timeOffset="144024.5737">9054 9996,'0'-25,"0"-24,0-1,0 25,0 1,0 73,0 50,0 26,0 23,0-24,50-24,-50-51,24-49,-24 50,50-50</inkml:trace>
  <inkml:trace contextRef="#ctx0" brushRef="#br0" timeOffset="145560.3182">11460 8979,'-25'0,"25"-49,-49 49,49-25,0 0,0-25,25 26,-1 24,26-50,24 50,-24 0,-25 0,0 0,24 25,-49 0,25 24,-25 26,0-1,0 1,0-26,-74 1,49-1,0-49,25 25,-50-25,50-49,75-26,-26 26,1-1,0-25,-26 26,26 24,-50 0,25 25,-25-49,0-1,25 50,-25-25,0 0,-25 75,25 0,-50-1,50 1,0-1,25-24,0-25,24 50,1-50,0 50,-1-50,1 0</inkml:trace>
  <inkml:trace contextRef="#ctx0" brushRef="#br0" timeOffset="152684.2812">9252 11956,'0'-25,"0"0,-49 25,49 25,25 25,-25 24,0 0,24 1,-24-1,0-24,50 0,-50-26,-25-24,25-49,-49 24,49 0,-50-24,25 24,-49 25,49 0,0 49,25-24,-49 25,49-25,0 24,24-24,26-25,24 0,26 0,24-25,-50 25</inkml:trace>
  <inkml:trace contextRef="#ctx0" brushRef="#br0" timeOffset="153075.0911">9550 12105,'-49'-25,"98"50,-74-25,25 24,25 26,25-50,-25 0,-1 0,-24-25,50 0,0-24,-26 49,26 0,-50 49,0 26,0-25,0 24,-50 0,26-24,-26 24,0 1,-24-26,0-49</inkml:trace>
  <inkml:trace contextRef="#ctx0" brushRef="#br0" timeOffset="153532.2897">8756 11534,'0'0,"0"-74,-24 74,24 49,-50 51,50 24,0 74,-50 50,50-25,0-24,50-1,-50-24,74-1,-74 1,0-75,0-24,-74 24,24-49,-49-1,25-49,24 0,25 0,25-25,0-24,0-1,100-24,24-1</inkml:trace>
  <inkml:trace contextRef="#ctx0" brushRef="#br0" timeOffset="154041.9047">10418 12055,'0'0,"0"-50,75-24,49 74,-25-50,0 50,-49 0,-1 0</inkml:trace>
  <inkml:trace contextRef="#ctx0" brushRef="#br0" timeOffset="154176.5435">10468 12328,'223'-74,"-446"148,545-148,-198 24</inkml:trace>
  <inkml:trace contextRef="#ctx0" brushRef="#br0" timeOffset="154582.0664">11882 11137,'0'0,"-75"-49,26 49,-1 0,25 0,-24 49,49 26,-50 49,50 0,0 49,0-24,50 74,-50-24,49-1,-49 1,50-50,-50-75,0-24,0-26,-50-24,26 50,-1-50,-25 0,1-50,49 26</inkml:trace>
  <inkml:trace contextRef="#ctx0" brushRef="#br0" timeOffset="155143.5063">12130 11807,'149'-149,"-298"298,347-298,-123 149,-51 25,-24 49,0 1,0-1,-24 1,-1-26,-25 1,25-1,1-49,24-24,0-26,49 0,1-24,24 24,-49 26,25-26,-50 25,25 25,-25-25,0-24,-50 98,50-24,-25 0,25 25,0 24,0-49,0 0,25 24,49-49,1 0,-1 0</inkml:trace>
  <inkml:trace contextRef="#ctx0" brushRef="#br0" timeOffset="155572.5212">13370 11311,'0'-50,"0"100,25-100,-25 100,0 24,0 26,0-26,0 25,0-24,0-1,0-24,0-1,-50-49,50-25,-74-49,74 24,-50 1,1-1,-1 50,0 50,26-1,24 1,0 0,0-26,0 26,0-25,24-25,51 0,-26 0,26 0,-1-50,25-24</inkml:trace>
  <inkml:trace contextRef="#ctx0" brushRef="#br0" timeOffset="155916.2792">13643 11485,'248'24,"-496"-48,496 98,-248-24,0-1,-25-24,25 0,-25-25,25-50,0 25,25-24,-25-1,75 1,-75 73,0 1,0 0,49-25,-49 74,25-74,-25 25,50-25,-26 0</inkml:trace>
  <inkml:trace contextRef="#ctx0" brushRef="#br0" timeOffset="156209.139">15206 11361,'49'0,"1"0</inkml:trace>
  <inkml:trace contextRef="#ctx0" brushRef="#br0" timeOffset="156462.0958">15280 11336,'0'0,"25"0,49 0,25-25,25 25,-49 0,-25 0</inkml:trace>
  <inkml:trace contextRef="#ctx0" brushRef="#br0" timeOffset="156687.8811">15454 11112,'0'-49,"0"98,0-49,0 75,0 49,0 0,0 25,0-50,0-25,24 1,51-26,-1-49</inkml:trace>
  <inkml:trace contextRef="#ctx0" brushRef="#br0" timeOffset="157311.4164">16694 11063,'0'0,"0"25,0 24,0-24,0-50,25 25,-25-74,0 49,0-25,0 26,0-26,-25 50,-25-25,-24 25,49 0,-25 25,-24 25,24 49,-24 25,24-25,50-24,0-26,0-24,25 25,50-26,24-24,25 0,-25 0,25 0,-49 0,-26 0,1-74,-1 74,-49-25</inkml:trace>
  <inkml:trace contextRef="#ctx0" brushRef="#br0" timeOffset="159180.5611">9203 14461,'0'0,"0"-25,-25 1,25-51,-50 50,100 25,-25 75,0-75,24 25,1-25,0 0,-26 0,26 0,0-25,-50-50,0 26,0 24,0 0,0-25,0 75,0 50,-50 24,50 25,0 25,0-25,0 49,0 1,0-75,0-24,0-26,0 1,-50-50,50 25,-74-25,24 0,1-25,-1 0,0-49,26-26,24 1,0-25,0 0,0 50,74 24,0-24,1 49,49 25,-74 0,-1 0</inkml:trace>
  <inkml:trace contextRef="#ctx0" brushRef="#br0" timeOffset="159667.5169">10220 14511,'0'0,"-50"0,25 0,50 0,25 0,24 0,1 0,24 0,-25 0,-24 0</inkml:trace>
  <inkml:trace contextRef="#ctx0" brushRef="#br0" timeOffset="159845.7767">10269 14759,'497'-50</inkml:trace>
  <inkml:trace contextRef="#ctx0" brushRef="#br0" timeOffset="160476.3693">11336 14114,'0'0,"0"-25,25-49,25 74,-1-25,-24 25,49 0,-49 0,0 0,-25 49,50 1,-50 0,0-1,0 1,-25-1,25-24,-50-25,50 25,-49-25,24 0,25-25,0-24,49-1,-24-24,50 49,-51-25,26 1,0 24,-26-25,-24 25,25 25,-25-24,-25 73,-24 1,49 24,-50-24,50 24,0-49,50 0,-25-25,24 49,26-49,-26 0</inkml:trace>
  <inkml:trace contextRef="#ctx0" brushRef="#br0" timeOffset="160813.7018">12055 13494,'25'-25,"-50"50,100-50,-50 25,-25 74,0-24,-25 0,0 24,-25 0,26-49,-26 25,25-25,75-25,-1 0,26 0,-1 0,1 0,-26 0,1 0</inkml:trace>
  <inkml:trace contextRef="#ctx0" brushRef="#br0" timeOffset="161061.3302">11162 15032,'0'0,"0"0,75-25,24 25,50-75,25 26,-1-1,1 50,-75 0,-25-25,-49 25</inkml:trace>
  <inkml:trace contextRef="#ctx0" brushRef="#br0" timeOffset="161473.7571">11783 15131,'0'-25,"0"50,49-50,-49 0,0 0,50 25,24-49,-49 49,0 0,24 0,-24 25,-25-1,0 1,0 25,0 24,-49 25,24-24,-25-25,-24-1,173-49,25-49,25-1,0 0,-50 1</inkml:trace>
  <inkml:trace contextRef="#ctx0" brushRef="#br0" timeOffset="161998.357">12800 14461,'0'0,"-25"0,25 25,-50-25,75 0,25 0,74 0,24-25,-48 25,-26 0,-24-49,-26 49</inkml:trace>
  <inkml:trace contextRef="#ctx0" brushRef="#br0" timeOffset="162206.7927">13122 14238,'25'0,"-25"74,-25-148,50 248,-25-100,0 25,49-24,-24-26,50-49,-26 25</inkml:trace>
  <inkml:trace contextRef="#ctx0" brushRef="#br0" timeOffset="162523.477">13965 14163,'0'-49,"0"98,0-123,-24 74,-51 0,26 25,-1 0,0 49,26-24,24-1,0 1,0-25,0 24,49-24,26-25,49 50,0-50,-25 0,0 0,-25 0</inkml:trace>
  <inkml:trace contextRef="#ctx0" brushRef="#br0" timeOffset="165772.184">19001 12278,'0'0,"-25"0,25-24,-25 24,25 24,0 51,0-1,0-24,0-1,0 26,0-50,50-25,-25 0,24 0,-24 0,25-75,-50 1,49-1,-49 1,0 0,0-1,0 25,0 26,0-1,0 99,-25 26,25-1,0 50,0-25,0 24,0-48,0-1,0 0,0-25,0 1,-24-1,24-24,-50 0,25-50,-24 74,24-74,-25 0,25 0,-24 0,24-50,25 1,-50-1,50-24,0-1,0 1,75 24,-26 1,26 24,24 25,25-50,-50 50,1 0</inkml:trace>
  <inkml:trace contextRef="#ctx0" brushRef="#br0" timeOffset="166806.2549">20216 12576,'0'-50,"0"1,0 24,0 0,0-24,-49 49,-26 74,50-24,-24-1,24 1,25-1,0 26,0-50,25-25,0 0,24 0,1-25,24 0,-74-25,50-24,-50 49,0 0,0 1,0 48,25 1,-25 25,49-1,1-24,24-25,-49 0,-25-25,50 1,-50-51,49 1,-49-25,0-1,0 1,50 25,-50-1,0 1,0 24,-25 1,0 24,25 99,-49 25,49 1,0 24,24 0,-24 25,50-50,-50-50,0 1,0-25,-25-25</inkml:trace>
  <inkml:trace contextRef="#ctx0" brushRef="#br0" timeOffset="166972.3608">20415 12402,'347'-49</inkml:trace>
  <inkml:trace contextRef="#ctx0" brushRef="#br0" timeOffset="167470.8239">21084 12254,'50'-75,"-25"50,-174 224,223-298,50-1,-74 100,-50 50,0 0,25-26,-25 26,0 0,0-1,-25 26,25-26,-50-49,50 25,0-75,0-24,50 24,-25 1,24-26,-24 51,25-26,-25 0,-50 50,0 0,-25 0,50 25,-24 25,24-25,0-1,0 26,0-25,24 0,76 49,-76-74,1 0</inkml:trace>
  <inkml:trace contextRef="#ctx0" brushRef="#br0" timeOffset="167636.7278">21580 12303,'0'0,"25"0,25 0</inkml:trace>
  <inkml:trace contextRef="#ctx0" brushRef="#br0" timeOffset="167803.4413">21580 12526,'124'0,"-248"0,298 0</inkml:trace>
  <inkml:trace contextRef="#ctx0" brushRef="#br0" timeOffset="168902.1302">22300 12105,'0'-25,"0"0,0-25,-25 50,-25 0,1 0,-1 0,1 25,-1 25,50-1,-75-24,75 25,0 0,-24 24,24-24,0-1,0-24,0 25,74-1,-24-24,-25-25,49 0,-24 0,-1 0,-24 0,0-50,49-49,-74 74,25-24,-25 24,0-49,0 49,0 0,0-25,0 25,-50 25,-24 0,49 0,-24 0,24 0,0 0</inkml:trace>
  <inkml:trace contextRef="#ctx0" brushRef="#br0" timeOffset="171344.5671">13122 9128,'0'0,"0"-25,50 25,-26 25,-24 25,0 24,0-24,0-1,0-24,0 25,-49-50,24 49,0-49,-24 0,24 25</inkml:trace>
  <inkml:trace contextRef="#ctx0" brushRef="#br0" timeOffset="171570.1465">13072 8657,'0'-50,"0"100,0-149,0 123,0 26,0-25,0 24,0-24</inkml:trace>
  <inkml:trace contextRef="#ctx0" brushRef="#br0" timeOffset="172229.7919">13643 8607,'0'0,"0"-25,0 1,50 73,-26-24,1 0,25 24,-25-24,-1-25,26 0,-25 0,-25-25,0 1,0-1,0-25,0 25,0 1,25 24,-25 49,49 50,-49 25,50 25,-50-74,0-1,0-49,0 25,-25-50,-49 49,24-49,25 0,-24 0,49-49</inkml:trace>
  <inkml:trace contextRef="#ctx0" brushRef="#br0" timeOffset="172499.7642">14387 8458,'-50'-49,"100"98,-100-73,50 98,-49 0,49 50,0-24,49-1,-49 50,75-75,-26 1,-24-51,25 1,-25-25,0 0</inkml:trace>
  <inkml:trace contextRef="#ctx0" brushRef="#br0" timeOffset="172833.1047">14734 8731,'124'-25,"-248"50,298-50,-149 50,-25 0,0 49,0 1,-50-75,1 25,-1-25,0 0,1 0,24 0,25-50,0-24,0 49,0 0,25 25,24-50,1 50,0-49,-1 49</inkml:trace>
  <inkml:trace contextRef="#ctx0" brushRef="#br0" timeOffset="173640.6704">15230 8434,'0'-50,"25"75,25 24,-50 26,25 24,-25 25,0-25,0 0,0-24,0-1,-25-24,0-25,-25-25,50 49,-24-49</inkml:trace>
  <inkml:trace contextRef="#ctx0" brushRef="#br0" timeOffset="174083.2059">15677 8582,'-25'0,"75"0,24 0,1 0,-26 0,-24 0,0 0</inkml:trace>
  <inkml:trace contextRef="#ctx0" brushRef="#br0" timeOffset="174272.7073">15751 8781,'273'0</inkml:trace>
  <inkml:trace contextRef="#ctx0" brushRef="#br0" timeOffset="174932.0599">16570 8334,'-75'0,"51"199,123-398,-198 199,74 0,-25 25,1 25,49-25,-25-1,25 26,0-25,-50 24,50 1,0 24,0-24,0-25,0 0,25-25,-25 49,50-49,-1 50,-24-50,0 0,24 0,1-25,-25 25,-25-25,49 25,-49-25,0 1,50 24,-50-75,0 26,0-1,0 0,-25 1,25 24,-25 25,25-50,-24 50,-26 0,0 0</inkml:trace>
  <inkml:trace contextRef="#ctx0" brushRef="#br0" timeOffset="178627.2018">14313 9748,'0'-49,"74"24,100-25,74-24,49 74,1-75,0 75,-1-49,-73 49,-51 0,-98 0</inkml:trace>
  <inkml:trace contextRef="#ctx0" brushRef="#br0" timeOffset="178837.7761">14933 9847,'25'0,"-50"0,74 0,1 0,0-24,24 24,0 0,50-50,-24 50,-1 0</inkml:trace>
  <inkml:trace contextRef="#ctx0" brushRef="#br0" timeOffset="185790.0396">16744 14808,'0'0,"-25"-49,25-1,0 1,-50 24,50-25,0 100,50 24,-50-24,74-1,-49 1,25-25,-1 24,-24-73,-25-1,0-25,0 1,0-1,0-24,0 24,0 25,0 50,0 25,25 49,-25-25,25 25,-25 25,0-24,0-1,0-25,0 1,-50-50,0-25,26 49,-26-49,-24 0,49-49,25 24,-50-25,50 0,0-24,0 49,0 0,25 25,25 0,-1 0,26 0,-26 0,1 0</inkml:trace>
  <inkml:trace contextRef="#ctx0" brushRef="#br0" timeOffset="185972.0596">17190 15106,'198'-50</inkml:trace>
  <inkml:trace contextRef="#ctx0" brushRef="#br0" timeOffset="186163.2146">17264 15329,'298'-25</inkml:trace>
  <inkml:trace contextRef="#ctx0" brushRef="#br0" timeOffset="187237.7538">17785 14660,'0'0,"0"-25,0-25,25 50,25-25,24 25,-49 0,0 0,24 0,-49 50,50 0,-50-1,0 1,0 24,0-24,-25-25,25 24,-74-24,49-25,25-50,0 26,0-1,99-50,-74 51,25-51,-50 50,49 1,-49-26,25 25,-25-24,0-1,0 124,0-49,0 25,0-25,0 24,0-24,0 25,25-50,49 0,-24 0,-1 0</inkml:trace>
  <inkml:trace contextRef="#ctx0" brushRef="#br0" timeOffset="187648.0837">18381 14213,'0'-50,"0"100,0-124,49 74,-24 0,0 0,-25 49,0 1,0-25,0-1,0 1,0 50,-25-50,50-25,24 0,26 0,-26 0,26 0,-50 0</inkml:trace>
  <inkml:trace contextRef="#ctx0" brushRef="#br0" timeOffset="187911.6772">17984 15230,'0'0,"25"0,24 0,26-50,-1 50,-24-24,24 24,-49 0,24 0</inkml:trace>
  <inkml:trace contextRef="#ctx0" brushRef="#br0" timeOffset="188376.0666">18207 15379,'0'0,"25"0,49-50,-49 50,0 50,-25-25,0 0,0 24,0-24,-25 25,25-1,-99-24,74 25,50-50,49 0,-24 0,24 0,1-50,-26 50,-24-50,0 50,-25-24</inkml:trace>
  <inkml:trace contextRef="#ctx0" brushRef="#br0" timeOffset="190460.9201">15677 14436,'0'0,"0"-24,0-26,0 25,25 25,-25 75,49 73,-49 51,100 74,-51-50,1 25,-1-25,1-74,0-25,-1-74,-49-1,25-49,-25 50,25-1,24-49,-24 0,0 25,25-25,-1 0,1 0,-1 0,26 0,-1 0,50 0,75 0,-1 0,1 0,-1 0,-24 0,-25-25,-25 25,24-49,-24 49,25-50,-50 50,25-49,-49 49,-1 0,1-25,-26 25,1 0,0 0,-26 0,26 0,-25 0,0 0,49-50,-49 50,0-25,24 1,-49-26,25 50,-25-50,0 26,25-26,-25-24,49-50,-49 0,50-50,-50-49,0 49,50 50,-50 25,0 0,0 24,0-24,0 0,0 24,0 1,0 24,0 25,0-24,-50 49,0 0,26 0,-1 0,-25 0,1-25,-1 25,-24 0,-26 0,-24 0,-49 0,-26 0,26 0,-26 25,26-25,49 0,74 0,0 0,1 0,24 0,0 0,-25 0,1 0,-26 0,1 0,0 0,24 25,0-25,1 0,-1 0,25 0,-24 0,24 0,-25 0,26 0,-1 0,-25 0,1 0,-51 49,1-49,25 0,24 50,25-50,-24 0,24 0,0 0,0 0,-24 0,-1 0,0 0,50 25,-74-25,49 0,0 0,-24 0,49 24,-25-24,0 0,-24 0,24 50,-25-50,25 0,-24 0,24 0,0 0,-24 0,49 25,0 0</inkml:trace>
  <inkml:trace contextRef="#ctx0" brushRef="#br0" timeOffset="194596.9525">21754 12129,'25'0,"-25"-24,0-26,25 50,-25-25,0 50,0 49,49 51,-49 48,0 26,0 24,0-25,0-74,0 0,0-74,0-25,0-75</inkml:trace>
  <inkml:trace contextRef="#ctx0" brushRef="#br0" timeOffset="197095.7395">20911 12998,'-25'0,"0"24,25 26,-50-25,50 24,-49 1,49 0,-75-1,51 51,-26-51,25 1,-24-1,-1 51,-24-26,-26 25,26-24,-25 24,24 0,-24-49,50 24,-26-24,25-26,1-24,24 50,-25-50,-24 50,24-50,26 49,-26-49,0 25,26-25,24 25,-25-25,-25 0,50 50,-25-50,1 0,-26 0,50 24,-25-24,25 25,-25-25,25 25,-49-25,-1 50,25-50,1 0,24 24,-50-24,25 0,25 25,-25-25,50 0,0 0</inkml:trace>
  <inkml:trace contextRef="#ctx0" brushRef="#br0" timeOffset="197889.8585">19224 14387,'0'0,"0"-50,-25 50,0 0,25 25,0 0,-24-25,24 49,-50-49,50 75,-25-26,25 1,-49 0,49-26,-25 26,25-25,-25-25,25 49,-50-49,75 0,0 0,25 0,-1 0,26 50,-26-50,1 0,-1 25,-24-25,-25 25</inkml:trace>
  <inkml:trace contextRef="#ctx0" brushRef="#br0" timeOffset="209265.7223">7615 12799,'-49'0,"24"0,0 0,25-25,75-49,49-25,24 0,1 24,-50 75,-49-49,0 49,-25 0,-25 24,0 26</inkml:trace>
  <inkml:trace contextRef="#ctx0" brushRef="#br0" timeOffset="209512.5441">7665 13097,'198'-149</inkml:trace>
  <inkml:trace contextRef="#ctx0" brushRef="#br0" timeOffset="317187.5603">18108 15056,'0'0,"0"-49</inkml:trace>
  <inkml:trace contextRef="#ctx0" brushRef="#br0" timeOffset="319962.7972">21283 13146,'-25'-49,"75"49,24 0,100 0,49-50,0 50,0 0,-74 0,-74 0,-51 0</inkml:trace>
  <inkml:trace contextRef="#ctx0" brushRef="#br0" timeOffset="320361.4059">21382 13494,'0'0,"25"0,74 0,25 0,50-25,24 25,-49 0,-50 0,-24 0,-51 0</inkml:trace>
  <inkml:trace contextRef="#ctx0" brushRef="#br0" timeOffset="324326.6527">1340 11881,'-50'0,"-24"0,49 0,0 0,-49 0,-1 0,51 0,98 0,25 0,124-74,75 24,49-24,25-25,199 24,74 1,49 0,-148 74,-75-100,-74 100,-50-49,-49 49,-99-50,-75 50,-50 0,0-50,-98 50,-51 0,26 0,-1 50,0-50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customXml" Target="../ink/ink4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EULER’S method &amp; MODIFIED EULER’S METHOD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Doyel Sarkar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4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EULER’S Method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n-IN" b="0" i="1" smtClean="0"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  <m:r>
                          <a:rPr lang="en-IN" b="0" i="1" smtClean="0">
                            <a:latin typeface="Cambria Math"/>
                          </a:rPr>
                          <m:t>,</m:t>
                        </m:r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, </m:t>
                    </m:r>
                    <m:r>
                      <a:rPr lang="en-IN" b="0" i="1" smtClean="0">
                        <a:latin typeface="Cambria Math"/>
                      </a:rPr>
                      <m:t>𝑤𝑖𝑡h</m:t>
                    </m:r>
                    <m:r>
                      <a:rPr lang="en-IN" b="0" i="1" smtClean="0">
                        <a:latin typeface="Cambria Math"/>
                      </a:rPr>
                      <m:t> </m:t>
                    </m:r>
                    <m:r>
                      <a:rPr lang="en-IN" b="0" i="1" smtClean="0">
                        <a:latin typeface="Cambria Math"/>
                      </a:rPr>
                      <m:t>𝐼𝑛𝑖𝑡𝑖𝑎𝑙</m:t>
                    </m:r>
                    <m:r>
                      <a:rPr lang="en-IN" b="0" i="1" smtClean="0">
                        <a:latin typeface="Cambria Math"/>
                      </a:rPr>
                      <m:t> </m:t>
                    </m:r>
                    <m:r>
                      <a:rPr lang="en-IN" b="0" i="1" smtClean="0">
                        <a:latin typeface="Cambria Math"/>
                      </a:rPr>
                      <m:t>𝑐𝑜𝑛𝑑𝑖𝑡𝑖𝑜𝑛𝑠</m:t>
                    </m:r>
                  </m:oMath>
                </a14:m>
                <a:endParaRPr lang="en-IN" b="0" dirty="0" smtClean="0"/>
              </a:p>
              <a:p>
                <a:pPr marL="0" indent="0">
                  <a:buNone/>
                </a:pPr>
                <a:r>
                  <a:rPr lang="en-IN" b="0" dirty="0" smtClean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b="0" dirty="0" smtClean="0"/>
                  <a:t>, </a:t>
                </a:r>
                <a:r>
                  <a:rPr lang="en-IN" i="1" dirty="0">
                    <a:latin typeface="Cambria Math"/>
                  </a:rPr>
                  <a:t>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IN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IN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IN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b="0" dirty="0" smtClean="0"/>
                  <a:t>.</a:t>
                </a:r>
              </a:p>
              <a:p>
                <a:r>
                  <a:rPr lang="en-IN" b="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IN" b="0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b="0" dirty="0" smtClean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31" b="-14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3124200" y="35814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3348720" y="3447000"/>
              <a:ext cx="3625920" cy="6073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9360" y="3437640"/>
                <a:ext cx="3644640" cy="6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160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Working Formula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 smtClean="0">
                <a:latin typeface="Cambria Math"/>
              </a:rPr>
              <a:t>Formula</a:t>
            </a:r>
          </a:p>
          <a:p>
            <a:endParaRPr lang="en-IN" i="1" dirty="0" smtClean="0">
              <a:latin typeface="Cambria Math"/>
            </a:endParaRPr>
          </a:p>
          <a:p>
            <a:pPr marL="0" indent="0">
              <a:buNone/>
            </a:pPr>
            <a:endParaRPr lang="en-IN" b="0" dirty="0" smtClean="0"/>
          </a:p>
          <a:p>
            <a:endParaRPr lang="en-IN" b="0" dirty="0" smtClean="0"/>
          </a:p>
          <a:p>
            <a:pPr marL="0" indent="0">
              <a:buNone/>
            </a:pPr>
            <a:endParaRPr lang="en-IN" i="1" dirty="0" smtClean="0">
              <a:latin typeface="Cambria Math"/>
            </a:endParaRPr>
          </a:p>
          <a:p>
            <a:endParaRPr lang="en-IN" i="1" dirty="0" smtClean="0">
              <a:latin typeface="Cambria Math"/>
            </a:endParaRPr>
          </a:p>
          <a:p>
            <a:pPr marL="0" indent="0">
              <a:buNone/>
            </a:pPr>
            <a:endParaRPr lang="en-IN" i="1" dirty="0">
              <a:latin typeface="Cambria Math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70866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93120" y="18000"/>
              <a:ext cx="7599600" cy="5992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760" y="8640"/>
                <a:ext cx="7618320" cy="601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54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Compute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𝑦</m:t>
                    </m:r>
                    <m:r>
                      <a:rPr lang="en-IN" b="0" i="1" smtClean="0">
                        <a:latin typeface="Cambria Math"/>
                      </a:rPr>
                      <m:t>(0.4)</m:t>
                    </m:r>
                  </m:oMath>
                </a14:m>
                <a:r>
                  <a:rPr lang="en-IN" dirty="0" smtClean="0"/>
                  <a:t> from the equation</a:t>
                </a:r>
              </a:p>
              <a:p>
                <a:pPr marL="0" indent="0">
                  <a:buNone/>
                </a:pP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n-IN" b="0" i="1" smtClean="0"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𝑥𝑦</m:t>
                    </m:r>
                    <m:r>
                      <a:rPr lang="en-IN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 given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r>
                          <a:rPr lang="en-IN" i="1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IN" i="1">
                        <a:latin typeface="Cambria Math"/>
                      </a:rPr>
                      <m:t>=1</m:t>
                    </m:r>
                  </m:oMath>
                </a14:m>
                <a:endParaRPr lang="en-IN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31" t="-11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409047" y="2895600"/>
              <a:ext cx="6322320" cy="24915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687" y="2886240"/>
                <a:ext cx="6341040" cy="25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375120" y="169560"/>
              <a:ext cx="8787240" cy="60814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760" y="160200"/>
                <a:ext cx="8805960" cy="610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378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86000" y="3105835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IN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/>
                            </a:rPr>
                            <m:t>0.1</m:t>
                          </m:r>
                        </m:e>
                      </m:d>
                      <m:r>
                        <a:rPr lang="en-IN" i="1">
                          <a:latin typeface="Cambria Math"/>
                        </a:rPr>
                        <m:t>=1.1169,</m:t>
                      </m:r>
                    </m:oMath>
                  </m:oMathPara>
                </a14:m>
                <a:endParaRPr lang="en-IN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r>
                          <a:rPr lang="en-IN" i="1">
                            <a:latin typeface="Cambria Math"/>
                          </a:rPr>
                          <m:t>0.2</m:t>
                        </m:r>
                      </m:e>
                    </m:d>
                    <m:r>
                      <a:rPr lang="en-IN" i="1">
                        <a:latin typeface="Cambria Math"/>
                      </a:rPr>
                      <m:t>=1.2773,</m:t>
                    </m:r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r>
                          <a:rPr lang="en-IN" i="1">
                            <a:latin typeface="Cambria Math"/>
                          </a:rPr>
                          <m:t>0.3</m:t>
                        </m:r>
                      </m:e>
                    </m:d>
                    <m:r>
                      <a:rPr lang="en-IN" i="1">
                        <a:latin typeface="Cambria Math"/>
                      </a:rPr>
                      <m:t>=1.5040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105835"/>
                <a:ext cx="4572000" cy="646331"/>
              </a:xfrm>
              <a:prstGeom prst="rect">
                <a:avLst/>
              </a:prstGeom>
              <a:blipFill rotWithShape="1">
                <a:blip r:embed="rId2"/>
                <a:stretch>
                  <a:fillRect t="-5607" b="-121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0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MODIFIED EULER’S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80760" y="2053800"/>
              <a:ext cx="6840360" cy="1732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1400" y="2044440"/>
                <a:ext cx="6859080" cy="17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250200" y="35640"/>
              <a:ext cx="8322840" cy="66621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840" y="26280"/>
                <a:ext cx="8341560" cy="66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87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21480" y="428760"/>
              <a:ext cx="7233480" cy="5366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120" y="419400"/>
                <a:ext cx="7252200" cy="538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07280" y="2366280"/>
              <a:ext cx="8269200" cy="41079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20" y="2356920"/>
                <a:ext cx="8287920" cy="412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192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78560" y="62640"/>
              <a:ext cx="8180280" cy="57776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200" y="53280"/>
                <a:ext cx="8199000" cy="579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063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268</TotalTime>
  <Words>131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Opulent</vt:lpstr>
      <vt:lpstr>EULER’S method &amp; MODIFIED EULER’S METHOD</vt:lpstr>
      <vt:lpstr>EULER’S Method</vt:lpstr>
      <vt:lpstr>Working Formula</vt:lpstr>
      <vt:lpstr>Example1</vt:lpstr>
      <vt:lpstr>PowerPoint Presentation</vt:lpstr>
      <vt:lpstr>MODIFIED EULER’S METHOD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Milne’s method</dc:title>
  <dc:creator>UEM</dc:creator>
  <cp:lastModifiedBy>UEM</cp:lastModifiedBy>
  <cp:revision>12</cp:revision>
  <dcterms:created xsi:type="dcterms:W3CDTF">2006-08-16T00:00:00Z</dcterms:created>
  <dcterms:modified xsi:type="dcterms:W3CDTF">2021-03-03T08:26:13Z</dcterms:modified>
</cp:coreProperties>
</file>