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3" r:id="rId7"/>
    <p:sldId id="266" r:id="rId8"/>
    <p:sldId id="26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4:37:47.0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9401 9773,'0'-25,"0"0,0 75,0-25,0 24,0-24,0 25,0-1,0-24,0 50,0-50,0 24,0-24,0 0,0 0,0 49,0-49</inkml:trace>
  <inkml:trace contextRef="#ctx0" brushRef="#br0" timeOffset="1246.255">9302 10716,'0'0,"0"-25,25-25,25 50,-26 25,-24 25,0-26,0 1,0 0,0 25,0-26,0 1,-49 25,49-75,25-49,-1 24,-24 25,50 25,-50-49,25-1,-25 25,25 0,-50 75,25-25,0 24,0-24,0 25,0-1,74-49,-49 0,25 0</inkml:trace>
  <inkml:trace contextRef="#ctx0" brushRef="#br0" timeOffset="1912.3765">9823 10939,'0'-25,"-25"25,25-25,-25 25,1 0,24 25,0 49,0-24,0 0,0-26,24-24,-24 50,50-50,-25 0,0-25,-25 0,49 25,-49-24,0-26,0 25,-25 25,1-25,-1 25</inkml:trace>
  <inkml:trace contextRef="#ctx0" brushRef="#br0" timeOffset="3578.3552">9848 10988</inkml:trace>
  <inkml:trace contextRef="#ctx0" brushRef="#br0" timeOffset="5160.3144">18554 9773,'0'0,"0"-25,0 0,0-24,0 74,0 24,0 1,0-1,0 51,0-26,0 1,0-1,0 0,0-24,0-25,0 24,0-24</inkml:trace>
  <inkml:trace contextRef="#ctx0" brushRef="#br0" timeOffset="7241.3408">18529 10716,'0'-25,"25"25,0 0,25 0,-26 0,-24 49,0-24,0 50,0-26,0-24,-24 0,-26 49,0-74,50 25,0-75,25-24,25 49,-25 25,24-49,-24 49,0-25,24 25,-49-25,25 25,-25-50,25 26,-25-1,-25 25,0 0,-24 0,49 25,0 49,-25-24,25-1,0-24,0 0,0 24,0 1,50-50,-1 0,-24 0,25 0,-25 0</inkml:trace>
  <inkml:trace contextRef="#ctx0" brushRef="#br0" timeOffset="8031.1538">19001 11038,'0'50,"0"-26,0 1,0 0,0 50,0-51,0-98,49 49,-49-25,50 50,-50-24,25 24,24-50,-24 50,-25 74,0-24,0-25,0 0,50-25,-1 0,-49-25,25 25,25 0</inkml:trace>
  <inkml:trace contextRef="#ctx0" brushRef="#br0" timeOffset="11214.327">10790 9748,'0'-25,"0"1,0-26,0 75,0 0,0 24,0 26,0 24,0 0,0 25,0-49,50-1,-50-24,0-26,0 1,0 25</inkml:trace>
  <inkml:trace contextRef="#ctx0" brushRef="#br0" timeOffset="13095.9305">12130 9699,'0'-25,"0"50,0 24,0 26,0-1,0 0,0 26,0-26,0 1,0-26,25 1,-25-1</inkml:trace>
  <inkml:trace contextRef="#ctx0" brushRef="#br0" timeOffset="14475.6111">13494 9699,'0'0,"0"-25,0 0,0 50,0 0,0 24,25 75,-25-49,0-1,0 1,0-26,0 1,50-1,-50-24,0 25,0-25,24-25</inkml:trace>
  <inkml:trace contextRef="#ctx0" brushRef="#br0" timeOffset="17543.398">14958 9674,'0'-25,"0"-25,0 75,0 50,0-1,0 0,0 1,0-1,0 1,0-26,0 1,0-25,0 24,0-24,24-25</inkml:trace>
  <inkml:trace contextRef="#ctx0" brushRef="#br0" timeOffset="19170.0491">16520 9674,'0'-25,"0"0,0-24,0 98,0 26,0 24,0 0,0-25,0 1,0-1,0-24,0-25,0 24,0-24</inkml:trace>
  <inkml:trace contextRef="#ctx0" brushRef="#br0" timeOffset="20926.3488">10790 10840,'-49'-50,"74"25,-1 25,1 0,25 0,-50 25,0 25,0-26,0 1,0 0,-50 25,25-26,25-48,0-26,75 25,-75 0,49-24,-49 24,50 25,-50-50,50 1,-50 24,-25 75,25-26,0 1,0 25,25-1,24-24,-24-25</inkml:trace>
  <inkml:trace contextRef="#ctx0" brushRef="#br0" timeOffset="21165.7084">11212 10889,'0'0,"0"25,50 25,-50-26,0 1,24 25,-24-25,50 24</inkml:trace>
  <inkml:trace contextRef="#ctx0" brushRef="#br0" timeOffset="22042.3625">12130 10790,'0'0,"0"-25,0-24,49 24,-24 25,25 0,-1 0,-24 0,-25 25,0 24,0-24,0 25,0-26,0 1,0 25,-25-50,50-25,-25 0,75-24,-75 24,49 0,-49-25,50 50,-50-49,0 24,-25 25,0 0,25 74,0-49,0 25,0-1,25-49,-25 25,50-25</inkml:trace>
  <inkml:trace contextRef="#ctx0" brushRef="#br0" timeOffset="22439.3004">12676 10914,'74'0,"-74"-25,25 25,-25 25,0 49,0-49,0 0,0 0,0 24,-25-24,25 0,25-25,24 0,-24 0,25-25,-25 25</inkml:trace>
  <inkml:trace contextRef="#ctx0" brushRef="#br0" timeOffset="23970.2061">13569 10666,'0'0,"0"-25,0 0,24 25,1 0,0 0,25 0,-50 25,0 0,0 25,0-26,0 1,0 25,-25-50,25 25,-25-25,75-75,-26 50,26 1,-25-26,24 25,-24 25,-25-49,25 49,-25-50,0 25,0 0,0 50,-25-25,25 75,0-51,0 26,0 0,0-26,0 26,50 0,-1-50</inkml:trace>
  <inkml:trace contextRef="#ctx0" brushRef="#br0" timeOffset="24408.0351">14114 10864,'0'-49,"50"49,-25 0,-25 49,0 1,0 0,0-1,-50-49,50 25,50-25,-26 50,-24-1,0 1,0-25,-49-25,-1 49,1-49</inkml:trace>
  <inkml:trace contextRef="#ctx0" brushRef="#br0" timeOffset="25150.0489">15057 10840,'25'0</inkml:trace>
  <inkml:trace contextRef="#ctx0" brushRef="#br0" timeOffset="25335.5536">15404 10815,'74'-25</inkml:trace>
  <inkml:trace contextRef="#ctx0" brushRef="#br0" timeOffset="25487.1484">15677 10790,'25'-25,"0"25</inkml:trace>
  <inkml:trace contextRef="#ctx0" brushRef="#br0" timeOffset="25635.7502">16123 10765,'75'0</inkml:trace>
  <inkml:trace contextRef="#ctx0" brushRef="#br0" timeOffset="25761.4126">16421 10765,'50'0</inkml:trace>
  <inkml:trace contextRef="#ctx0" brushRef="#br0" timeOffset="25919.9902">16694 10765,'25'0,"24"0</inkml:trace>
  <inkml:trace contextRef="#ctx0" brushRef="#br0" timeOffset="26077.5675">16942 10765,'25'0,"24"0</inkml:trace>
  <inkml:trace contextRef="#ctx0" brushRef="#br0" timeOffset="26238.1387">17314 10790,'25'0</inkml:trace>
  <inkml:trace contextRef="#ctx0" brushRef="#br0" timeOffset="26399.7058">17587 10790</inkml:trace>
  <inkml:trace contextRef="#ctx0" brushRef="#br0" timeOffset="26587.2045">17934 10840,'0'-25,"25"25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4:58:47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2332 6871,'0'-25,"0"0,0 0,0 50,0 0,0 25,0-25,0-1,25 1,0 50,-1-75,26 0,-25 0,-25-25,25 25,-25-50,0 1,0 24,0 0,0-25,0 75,0 25,0 24,0 25,0 25,0 25,0-25,0 0,49 0,-49-25,0-24,0-1,0-24,0-25,0 24,-25-73,-24-1,49-25,-50-24,50 49,-49-25,49 1,-50-1,50 0,-25 1,25-1,0 1,0-1,0 0,0 26,75 24,-26-50,1 50,-25 0,24 0,1 0</inkml:trace>
  <inkml:trace contextRef="#ctx0" brushRef="#br0" timeOffset="709.8009">2729 7665,'0'0,"0"-25,25 25,-1 0,26 0,-50 49,25 26,-25-50,0-1,0 26,0 0,0-100,0 0,0 26,0-1,0-25,49 1,1 49,-25 0,-25 24,0 1,0 0,25 25,-25 24,0-49,0 0,0-1,0 26,49-50,-49 25,25-25</inkml:trace>
  <inkml:trace contextRef="#ctx0" brushRef="#br0" timeOffset="1003.5839">3299 7789,'25'0,"25"0,-25 0,-1 0,26 0,-50-25,50 25</inkml:trace>
  <inkml:trace contextRef="#ctx0" brushRef="#br0" timeOffset="1347.2128">3448 7640,'0'0,"0"-50,0 75,0 25,0-1,0 1,0-1,0-24,0 25,0-25,0-1,0 26</inkml:trace>
  <inkml:trace contextRef="#ctx0" brushRef="#br0" timeOffset="1745.7606">3845 7714,'0'-25,"0"-24,0 98,0 1,0 0,0 24,0-24,0-26,50 1,-50 25,0-25,49-25</inkml:trace>
  <inkml:trace contextRef="#ctx0" brushRef="#br0" timeOffset="2644.2459">4267 7169,'-25'0,"50"-25,24 25,26 0,24-25,-25 25,1 0,-26 0,1 0,-25 0</inkml:trace>
  <inkml:trace contextRef="#ctx0" brushRef="#br0" timeOffset="2922.0827">4267 7491,'0'0,"25"0,-1 0,1 0,25 0,-1 0,26 0,-1 0,-49 0,0-25,24 25</inkml:trace>
  <inkml:trace contextRef="#ctx0" brushRef="#br0" timeOffset="5872.4904">5557 6995,'0'-25,"-25"25,74 99,-49-74,0 0,25-25,-25 50,50-50,-50 49,25-49,-1 0,26-25,-50 1,25-1,-25-50,0 51,0-1,0 50,0 49,0 0,0 26,0 24,0 0,0-50,0 0,0-24,0 24,0-49,0 25,-50-50,1 0,24 0,-25-75,50 26,-49-26,49 26,0-1,0 1,0-26,0 50,49-24,1 49,-1 0,-24 0,0 0,25 0</inkml:trace>
  <inkml:trace contextRef="#ctx0" brushRef="#br0" timeOffset="6367.6963">5978 7714,'0'-49,"0"24,50 25,-25 0,-25 25,24 24,-24 1,0-1,0-24,0-74,0 24,75-25,-75 25,25 25,-25-49,25 49,24-50,-24 50,-25 25,0 0,25 0,-25 24,0-24,0 0,0 24,0 1</inkml:trace>
  <inkml:trace contextRef="#ctx0" brushRef="#br0" timeOffset="7137.9405">7045 7441,'0'0,"0"-24,-25 24,75 0,-1 0,26 0,24 0,0-50,0 50,-49 0,0 0,-26 0</inkml:trace>
  <inkml:trace contextRef="#ctx0" brushRef="#br0" timeOffset="7418.1054">7343 7144,'0'0,"0"-25,-25 25,25 25,0 49,0 1,0-1,49 25,-49-24,0-1,25-24,-25-26</inkml:trace>
  <inkml:trace contextRef="#ctx0" brushRef="#br0" timeOffset="8210.1032">8236 7392,'24'0,"26"0,24 0,75 0,-25 0,0 0,0 0,-25 0,-24 0,-50 0,-1 0,-24-25</inkml:trace>
  <inkml:trace contextRef="#ctx0" brushRef="#br0" timeOffset="8659.9193">8632 6945,'0'0,"0"-49,0 123,0 1,0-1,0-24,25-1,-25-24,50 25</inkml:trace>
  <inkml:trace contextRef="#ctx0" brushRef="#br0" timeOffset="9371.9499">8806 7665,'0'-25,"-25"25,-24 0,-1 0,0 49,1 26,24-1,25 1,-50-1,50-24,0-1,0-24,50 25,-25-25,0-25,24 0,-24 0,0 0,0 0,24-25,-49-25,0 25,-49 25,24 0,0 0,-25 0</inkml:trace>
  <inkml:trace contextRef="#ctx0" brushRef="#br0" timeOffset="11899.2626">9922 6796,'0'0,"-25"0,-24 0,24 25,25 50,-50 24,50 25,0 50,0-1,0 26,0-51,25-24,25-49,-1-25,26-1,-1-49,1 0,24 0</inkml:trace>
  <inkml:trace contextRef="#ctx0" brushRef="#br0" timeOffset="12905.1131">10195 7268,'0'0,"0"-50,0 25,0 75,0 24,0 1,0-1,0-24,0-1,0 1,0-25,0 0,50-75,-50 0,49-24,1 24,-50 1,50-1,-50 25,24 25,-24-24,25 24,25 0,-75 49,-25 1,1-25,-1-25,50 49,0-24,25-25,-25 25,50-25,-26 49,26-49,-25 25,0-25,24 25</inkml:trace>
  <inkml:trace contextRef="#ctx0" brushRef="#br0" timeOffset="13303.0482">10741 7590,'0'0,"0"-25,0 50,25 25,-25-1,0-24,0 0,0 25,0-1,49-24</inkml:trace>
  <inkml:trace contextRef="#ctx0" brushRef="#br0" timeOffset="13668.0731">11237 7491,'-50'0,"75"0,0 0,0 0,24 0,1 0,-25 0,0 0,-1 0</inkml:trace>
  <inkml:trace contextRef="#ctx0" brushRef="#br0" timeOffset="13985.2273">11336 7342,'-25'0,"25"-25,0 100,0-26,0 1,0 0,0-1,0-24,0 25,0-26,25 26</inkml:trace>
  <inkml:trace contextRef="#ctx0" brushRef="#br0" timeOffset="16128.4897">12229 7218,'0'25,"-50"-25,50 50,0-75,25 25,-25 25,0-1,-25-24,25-74,50 24,24 26,-24 24,-25 0,24 0,1 24,-50 26,0 0,0-1,0 1,-25-1,0 1,1 0,-51-26,26-24,24 50,-25-50,1 0,24-25,25-24,0-1,49 50,1 0,-25 0,0 0,24 0,-24 74,25-74,-50 25,24-25,1 0</inkml:trace>
  <inkml:trace contextRef="#ctx0" brushRef="#br0" timeOffset="16782.7433">12676 7268,'0'0,"0"-25,0 75,24-1,-24 1,0-1,0 1,0 24,0-49,0 25,50-100,-50 25,25 1,-25-26,49 25,-49 0,25 25,-25-74,25 74,-25-25,50 25,-26 0,-24-25,-24 75,-1-25,0-25,25 25,0 24,0 1,0-1,50 1,-1 0,1-26,-25-24</inkml:trace>
  <inkml:trace contextRef="#ctx0" brushRef="#br0" timeOffset="17277.4151">13296 7615,'0'0,"0"-25,0 0,49 25,-24 0,25 0,-50 25,0 0,0 25,-50-26,50 26,-74-25,49 24,-25 1,25-50,25 50,50-50,0 0,24 0,-49 0,24 0,1 0</inkml:trace>
  <inkml:trace contextRef="#ctx0" brushRef="#br0" timeOffset="17953.6358">13717 7466,'25'0,"0"0,25 0,24 0,0-49,1 49,-1 0,-49 0,0 0</inkml:trace>
  <inkml:trace contextRef="#ctx0" brushRef="#br0" timeOffset="18237.8572">13965 7268,'0'-25,"0"75,0-1,50 26,-50-1,0 0,0-24,0-25,0 0,50-25,-50 49</inkml:trace>
  <inkml:trace contextRef="#ctx0" brushRef="#br0" timeOffset="19451.6004">14784 7193,'0'0,"25"0,-25 50,-25-50,-25-25,50-24,25 49,-25-25,50 25,-1 0,1 0,0 0,-50 25,0 24,0-24,0 25,0-1,-50-24,25 0,-24-25,-1 74,25-74,0 0,25-25,0-24,50 49,0 0,24 0,-24 25,-26-25,-24 49,25-49</inkml:trace>
  <inkml:trace contextRef="#ctx0" brushRef="#br0" timeOffset="20164.6954">15305 7119,'0'-50,"49"50,-49 25,0 25,0-1,0 1,0 0,0-1,0 1,0-25,0-1,0-48,25-26,-25 0,50 1,-1-1,-49 25,50 25,-50-24,50 24,-50-50,24 50,26 0,-75 0,25 50,-49-50,49 24,-50-24,50 25,-50-25,50 25,0 25,0-26,75 26,-50-50,-25 25,49-25,-49 25,25-25</inkml:trace>
  <inkml:trace contextRef="#ctx0" brushRef="#br0" timeOffset="20652.3881">15776 7417,'50'0,"-50"-25,49 25,1 0,-25 0,24 0,-49 25,0-1,0 1,0 25,-24-1,-1-24,-25-25,75 0,0 0,0 0,-1 0,-24 50,0-1,0 1,0-25,-24-25,-1 0,0 0,-25 0,1 0,-26 0</inkml:trace>
  <inkml:trace contextRef="#ctx0" brushRef="#br0" timeOffset="21641.743">16595 7367,'49'0,"1"0,0 0,24 0,-24 0,24 0,-24 0,-26 0,1 0,25 0</inkml:trace>
  <inkml:trace contextRef="#ctx0" brushRef="#br0" timeOffset="21977.8421">16942 7193,'0'-49,"0"24,0 0,0 75,0-1,0 26,0 24,0 0,0-24,0-26,25 1,-25-1,0-24,0 0</inkml:trace>
  <inkml:trace contextRef="#ctx0" brushRef="#br0" timeOffset="22961.2108">17612 7169,'0'-50,"0"25,0 0,49 25,-49 50,0 24,0 1,0-26,0 26,0-1,0-49,0 0,25-75,-25 1,50-26,-1 26,-24-1,25 25,-25-24,49-1,-49 0,-25 75,0 25,-50-50,50 25,-49-25,49 24,-25-24,25 50,0 0,25 24,-25-49,24 49,-24-49,75-25,-26 25,-24-25</inkml:trace>
  <inkml:trace contextRef="#ctx0" brushRef="#br0" timeOffset="23591.5253">18381 7590,'0'0,"-25"0,-25 0,25 0,-24 0,24 0,25-49,25 24,24-25,-24-24,25 49,-50 75,0 24,-25 0,25-24,0 0,0-1,0-24,0 0,0 24,-25 1</inkml:trace>
  <inkml:trace contextRef="#ctx0" brushRef="#br0" timeOffset="24279.6854">17413 7392,'-49'-25,"-1"25,25 0,-24 0,-26 0,1 0,24 0,-24 0</inkml:trace>
  <inkml:trace contextRef="#ctx0" brushRef="#br0" timeOffset="25137.3906">18802 6796,'0'-24,"25"73,-25 1,50 49,-50 25,0 50,0-1,0 1,0-25,0 0,-25-50,0 0,-25-24,1-26,-1 1,1-25,-1 24,0-49,26 50</inkml:trace>
  <inkml:trace contextRef="#ctx0" brushRef="#br0" timeOffset="30401.3107">1935 9525,'0'-25,"0"0,-25 25,1 50,24 0,0-1,-50 1,50-25,0-1,25 51,0-75,-1 0,26 0,-50-25,50 25,-50-50,0 26,24-26,-24 25,0 0,0 50,0 50,25-75,-25 24,50-24,-25 25,-1-25,26 0,-50-49,0-1,0-24,0 24,-25 50,25-25,-25 25,50 0,25 0,-25 0,-1 0,1 0</inkml:trace>
  <inkml:trace contextRef="#ctx0" brushRef="#br0" timeOffset="31625.0344">2431 9153,'0'0,"-25"0,25-25,0 75,0 24,0 1,0 24,0-25,50 1,-50-26,0 26,25-75,-25 49,0-74,0 1,49-1,-49-25,0 25,0 1,25 24,-25-25,25 25,25 0,-26 0,-24 74,25-49,25 25,-1-50,1 0,0 0,-1 0,-49-50,50 50,-50-50,0 26,0-26,0 0,0 26,-25 24,0 0,25 74,0-49,0 24,50 1,0-50,-1 0,1 0,-1 0,-49-50,25 1,-25 24,0 0,0-24,25 49,49 0,-49 0,0 0,-25 24,0 26,0-25,0 0,50 24,-50-24,0 25,24-50,-24 49,25-49,0 0,49 0,-24-49,-50 24,50-25,-50 25,24 1,-24-1,0-25,0 1,0 24,-24 25,24 25,0 24,0 1,0-25,0-1,24 26,26-50,0 0,-1 0,26 0</inkml:trace>
  <inkml:trace contextRef="#ctx0" brushRef="#br0" timeOffset="34393.5889">6326 9426,'0'-25,"0"-25,0 26,0-1,0 74,0 26,0 24,0 50,0-50,0-25,0-24,0-25,0 24,0-24,0-74,0 24,24-25,-24 1,50-1,-50 0,25 1,-25-1,49 25,-49 1,25-26,-25 25,50 25,-50 50,-25-1,25-24,-50 25,1-1,49-24,-50-25,50 25,25 25,0-50,0 49,24-49,-24 50,25-1,-26 1</inkml:trace>
  <inkml:trace contextRef="#ctx0" brushRef="#br0" timeOffset="34753.6575">6896 9847,'0'0,"0"-24,50 48,-50 1,0 25,24-1,-24-24,0 0,0 25</inkml:trace>
  <inkml:trace contextRef="#ctx0" brushRef="#br0" timeOffset="35406.0173">7516 9649,'0'0,"-25"0,50 0,25 0,24 0,-24-25,-1 25,-24 0,0 0</inkml:trace>
  <inkml:trace contextRef="#ctx0" brushRef="#br0" timeOffset="35580.2161">7615 9773,'-24'0,"73"0,26 0,-1 0,25 0,25-25,-74 25</inkml:trace>
  <inkml:trace contextRef="#ctx0" brushRef="#br0" timeOffset="36329.7898">8508 9252,'0'0,"0"-49,0 73,0 26,0 24,0 1,0 49,0 0,0 25,0-50,0-25,0-24,0-25,0 24,0-73,50-1,-50 0,0-25,25 25,-25 1,0-51,49 50,-49 1,25 24,-25-50,25 50,-25-25,50 25,-26 0,1 50,-25-1,50 1,-50 0,0-26,0 1,25 25,24-25,-24-25,0 0,0 0,24 0</inkml:trace>
  <inkml:trace contextRef="#ctx0" brushRef="#br0" timeOffset="37243.7974">10145 9252,'0'-49,"0"24,-24 25,-26 0,25 0,0 0,1 0,24 25,-50-25,50 74,0-49,0 24,0 26,0 24,0 25,25-50,-25 1,49-1,-49-24,25-1,-25 1,0-25,0 0,0 24,0 1,-25-50,-24-25</inkml:trace>
  <inkml:trace contextRef="#ctx0" brushRef="#br0" timeOffset="37461.8009">9773 9798,'0'0,"-24"0,24-25,0-25,49 50,1 0,24 0,1 0,-1 0,0 0,1 0,-1 0,-24 0</inkml:trace>
  <inkml:trace contextRef="#ctx0" brushRef="#br0" timeOffset="38300.8281">10989 9153,'0'-25,"0"-24,-50 49,1 0,-1 49,25-24,-24 49,49 75,-75 25,75-50,0 25,0-50,25-25,0-24,24 0,26-26,-26-24,1 0,0 0,-1 0</inkml:trace>
  <inkml:trace contextRef="#ctx0" brushRef="#br0" timeOffset="38975.2238">11063 9599,'0'0,"0"-24,0-26,0 25,50 25,-1-49,1 49,-25 0,-25 24,0 1,49 25,-49-1,0 1,0 0,0-1,-74-49,74 25,-25-25,25-25,25-24,0-1,0 50,24-50,1 50,-25-49,24 49,-49-25,25 25,-25-50,0 26,-49 24,24 24,25 26,0-25,0 0,0-1,0 51,49-26,-24-49,0 0,25 25,-26-25</inkml:trace>
  <inkml:trace contextRef="#ctx0" brushRef="#br0" timeOffset="39456.2009">11683 9674,'25'-25,"0"25,25 0,-50 50,0-1,0-24,0 0,24-100,-24 51,75-26,-50 25,-1 25,-24 25,0 25,0-1,0-24,50-25,-25 0</inkml:trace>
  <inkml:trace contextRef="#ctx0" brushRef="#br0" timeOffset="39674.4929">12229 9599,'0'0,"50"0,-50 25,0 0,0 0,0 24,-25-49,25 50,0-25</inkml:trace>
  <inkml:trace contextRef="#ctx0" brushRef="#br0" timeOffset="40490.2045">12527 9351,'0'0,"0"-49,25 24,24 25,-49 25,25 0,-25 24,25-49,-25 25,49-25,-24 0,0 0,-25-25,0 0,25 25,-25-49,0 24,0 75,0-26,0 26,0 24,0-24,0 0,0-1,0-24,0 25,0-1,0-24,0 0,-50-25,25 0,-24-25,49-25,0 1,0-26,0 51,0-1,0-25,49 50,1-25,0 25,-1 0</inkml:trace>
  <inkml:trace contextRef="#ctx0" brushRef="#br0" timeOffset="41043.9955">13048 9599,'0'0,"24"0,1 25,-25 25,0-1,0 1,0-25,0-50,0 0,50 25,-50-49,25 49,-25-50,24 50,26 0,-50 25,0 0,0-1,0 51,25-50,0-1</inkml:trace>
  <inkml:trace contextRef="#ctx0" brushRef="#br0" timeOffset="41392.176">13519 9029,'0'0,"50"0,-1 25,-49 24,50 51,-50-26,0 0,0 26,0 24,0-25,0-25,0 1,0-1,-50-24,25-1,-24-24,24 25,-50-25</inkml:trace>
  <inkml:trace contextRef="#ctx0" brushRef="#br0" timeOffset="45450.0029">6425 11286,'0'-25,"0"1,0 73,0 1,-25 24,25 1,0-1,0 0,0-24,0 24,0-24,0-75,25-49,-25 24,49 1,-49-1,50-24,-50 49,50 0,-26-49,26 49,-25 25,-75 0,50 49,-25-49,25 25,-74-25,74 25,-25-25,25 50,0-26,0 1,25 25,49-25,-49-25,-25 49,75-49,-26 50</inkml:trace>
  <inkml:trace contextRef="#ctx0" brushRef="#br0" timeOffset="46152.0853">6946 11708,'0'-50,"24"50,-24 25,0 0,-24-25,24-50,24 25,26 25,-25 0,24 75,-49-26,0-24,0 25,-24-1,-1 26,-25-26,1-24,24-25,-25 50,25-50,25-25,0 0,0 0,25 25,-25-24,50 24,-25 0,49 24,-74 26,50-25,-1 24</inkml:trace>
  <inkml:trace contextRef="#ctx0" brushRef="#br0" timeOffset="46909.8218">7665 11559,'-25'0,"75"0,24-50,1 50,-1 0,-49 0,49 0</inkml:trace>
  <inkml:trace contextRef="#ctx0" brushRef="#br0" timeOffset="47092.3323">7615 11807,'25'0,"25"0,24 0,25 0,-24-25,-1 25,-49 0</inkml:trace>
  <inkml:trace contextRef="#ctx0" brushRef="#br0" timeOffset="48101.6323">8781 11088,'0'-25,"0"74,0 26,0-1,0 1,0-1,0-24,25-1,-25-24,0 25,0-75,25 0,-25-24,25 24,-25 0,74 25,-74-74,25 74,-25-25,25 25,-1 0,-24 49,50 1,-50-25,0 24,0 1,0-25,25 24,-25-24,49-25,-24 0,0 0,25 0,-26-49,1 49,25-50</inkml:trace>
  <inkml:trace contextRef="#ctx0" brushRef="#br0" timeOffset="49703.9986">10666 10914,'0'-50,"0"26,0-1,-49 25,24 0,0 0,-24 25,49 24,0 1,0-25,0-1,0 26,0-25,24 24,-24 1,0 0,25 24,-25-24,0-1,0 1,0 0,0-26,0 26,0-25,0 0,-25 24,-24-49,24 0</inkml:trace>
  <inkml:trace contextRef="#ctx0" brushRef="#br0" timeOffset="50048.7411">10344 11237,'0'-25,"50"25,-1 0,26 0,24-50,0 50,0 0,0 0</inkml:trace>
  <inkml:trace contextRef="#ctx0" brushRef="#br0" timeOffset="50762.9438">11634 10641,'0'0,"-25"0,0 0,0 0,1 0,-26 25,0 49,26 50,-26-24,0 73,50-24,0 0,0 25,0-75,25 0,50-49,-26-1,26 1,-26-50,26 25,-26-25,-24 0,0 0</inkml:trace>
  <inkml:trace contextRef="#ctx0" brushRef="#br0" timeOffset="51587.6022">11659 11137,'0'0,"0"-49,0 24,24 25,26 0,0 0,-26 0,-24 25,0-1,0 26,0-25,0 0,0 24,0 1,-49-50,-1 0,50-25,25-49,0 74,24-50,-24 50,0-25,25 25,-26-49,1 24,-50 25,-24 0,49 25,0 24,0-24,0 0,0 25,0-26,25-24,-25 50,74-50,-49 0,0 0,24 0,-24 0,0 0</inkml:trace>
  <inkml:trace contextRef="#ctx0" brushRef="#br0" timeOffset="52080.1285">12204 11261,'0'0,"25"0,0 25,-25 0,0 25,0-1,0-24,0-99,0 24,49 50,-49-50,25 50,0 0,0 0,-25 25,0 25,0-1,0-24,0 0,49-25</inkml:trace>
  <inkml:trace contextRef="#ctx0" brushRef="#br0" timeOffset="52643.9916">12725 11212,'0'0,"50"0,-1 0,1 0,0 0,74 0</inkml:trace>
  <inkml:trace contextRef="#ctx0" brushRef="#br0" timeOffset="52930.1676">12874 11038,'0'0,"0"-25,0 75,0-1,0 26,0-25,0-1,0-24,0 25,25-26,-25 26</inkml:trace>
  <inkml:trace contextRef="#ctx0" brushRef="#br0" timeOffset="53873.2121">13643 10740,'0'-24,"0"-26,0 25,-25 25,25 50,0 24,0 1,0-1,0-24,0-1,0-24,0 49,0-123,0 24,25 0,49-49,-49 74,0 0,-25 25,0-1,0 1,0 0,50-25,-50 50,0-26</inkml:trace>
  <inkml:trace contextRef="#ctx0" brushRef="#br0" timeOffset="54068.8899">13544 11237,'0'0,"25"0,24 0,26 0,-1 0,0 0,1 0,-26 0,-24 0</inkml:trace>
  <inkml:trace contextRef="#ctx0" brushRef="#br0" timeOffset="54750.7541">13767 11509,'0'-24,"0"48,0 1,-50-25,50 25,-24-25,24-25,0-24,24 49,-24-25,50 25,0 0,-26 0,-24 74,0-24,0-1,0 1,-24-25,-26 0,25-25,0 74,-24-74,49-25,0-24,25 49,-1 0,1 0,-25 24,25-24,-25 50,74-50,-49 0,-25 25</inkml:trace>
  <inkml:trace contextRef="#ctx0" brushRef="#br0" timeOffset="55059.9255">14437 11311,'0'-25,"24"25,-24 25,0 0,0 0,0 24,0-24,0 25,0-26,-24 26,-51-25,26-25,-51 0</inkml:trace>
  <inkml:trace contextRef="#ctx0" brushRef="#br0" timeOffset="57409.4738">14883 10889,'0'-49,"0"24,25 74,-25-24,0 0,50-25,-50 74,49-74,-49 50,25-50,0 0,24-25,-49-49,25 49,-25 0,0-49,0 49,0 75,0-1,0 26,0-1,0 0,0 1,0-1,0 1,0-26,0 26,0-50,0-1,0 1,-25-25,-24 0,-1 0,-24-25,74 1,0-26,0 0,0 1,25-1,-1 50,26 0,0 0,-26 0,1 0,25 25</inkml:trace>
  <inkml:trace contextRef="#ctx0" brushRef="#br0" timeOffset="57939.8724">15305 11609,'25'0,"-25"-50,49 50,-24 0,0 50,-25-1,0 1,0-1,0-24,0-99,0 49,0-25,49 1,-24 49,-25-25,25 25,25 0,-50 74,0-49,24 25,-24-1,0-24</inkml:trace>
  <inkml:trace contextRef="#ctx0" brushRef="#br0" timeOffset="58916.2008">16099 11237,'-50'0,"75"0,24 0,26 0,-1 0,1-50,-1 50,-24 0,-26 0,-24-25,50 25</inkml:trace>
  <inkml:trace contextRef="#ctx0" brushRef="#br0" timeOffset="59230.1324">16322 11038,'0'0,"0"-25,0 50,0 49,0 1,0-1,25 1,-25-26,0-24,0 0,24 25</inkml:trace>
  <inkml:trace contextRef="#ctx0" brushRef="#br0" timeOffset="60702.1612">17190 10691,'0'0,"0"-50,0 1,0 24,0 0,0 50,0 24,0 1,0 0,0 24,0-49,0 0,0-1,50-48,-50-1,0 0,49-25,-49 26,50-26,-1 25,1 25,0 0,-50-25,-25 25,-25 50,25-50,25 25,-24-25,24 49,0 1,0-25,24 24,1-49,0 25,25-25,-1 0,1 0</inkml:trace>
  <inkml:trace contextRef="#ctx0" brushRef="#br0" timeOffset="60925.9388">17686 10790,'0'-25,"25"25,0 0,-25 75,0-26,0 1</inkml:trace>
  <inkml:trace contextRef="#ctx0" brushRef="#br0" timeOffset="61270.0232">17140 11187,'25'0,"50"0,24 0,0 0,25 0,-25-50,-24 50,-26 0,1 0</inkml:trace>
  <inkml:trace contextRef="#ctx0" brushRef="#br0" timeOffset="61796.9675">17562 11435,'0'0,"0"25,-50-25,75 0,25 0,-25 0,-25 25,0 49,0-49,0 24,-25-24,25 0,-75-25,26 50,24-50,25-25,25 25,24 0,1 0,0 0,-1 0,-24 0</inkml:trace>
  <inkml:trace contextRef="#ctx0" brushRef="#br0" timeOffset="62342.0464">18033 10592,'0'-50,"25"50,0 25,25 49,-26 1,26-1,0 50,-50 0,49 0,-49-25,0 1,0-1,-25 25,-24-50,24 1,-49-26,49 26,-25-51,25 26,1-50,24 25,-50-25</inkml:trace>
  <inkml:trace contextRef="#ctx0" brushRef="#br0" timeOffset="64346.7565">6400 13047,'0'0,"0"-49,0 24,0 99,0 1,0 24,0-25,0 1,0-26,0-24,0 0,25-25,-25-50,49 1,-49-1,25 1,-25-1,50 25,-50 0,25 25,-25-74,24 74,-24-25,50 25,-50 25,0 24,-25 1,-24 0,24-50,-25 49,25-49,25 25,50 0,-25-25,0 74,24-74,-49 50,50-50,-50 50,49-50</inkml:trace>
  <inkml:trace contextRef="#ctx0" brushRef="#br0" timeOffset="64960.0789">6871 13543,'0'-24,"0"-26,25 50,25-25,-26 25,1 0,-25 25,0 25,0-26,0 1,0 25,-49-50,49 49,0-73,24 24,26 0,-25 0,-25 24,49 51,-49-50,0 24,0-24,-49 0,24 24,0-49,-24 25,24-25,-25 0,50-74,0 24,0 25,25 25,25 0,-26 0,1 0,25 25</inkml:trace>
  <inkml:trace contextRef="#ctx0" brushRef="#br0" timeOffset="65486.2199">7615 13146,'0'0,"25"0,0 0,25 0,24 0,-49 0,0 0,-1 0</inkml:trace>
  <inkml:trace contextRef="#ctx0" brushRef="#br0" timeOffset="65679.2893">7615 13494,'0'0,"25"0,50-25,-1 25,0 0,1-25,-26 25,-24 0</inkml:trace>
  <inkml:trace contextRef="#ctx0" brushRef="#br0" timeOffset="66590.4117">9104 12551,'0'-25,"0"75,0 49,0 50,0-25,0 0,0-25,0 25,0-49,24-26,-24-24,0 0,0-75,0 26,25-51,-25 26,50-1,-50 0,49 25,1-49,25 74,-51 25,-24 0,25 24,-25-24,0 0,50 25,-50-1,25-49,-25 25,24-25</inkml:trace>
  <inkml:trace contextRef="#ctx0" brushRef="#br0" timeOffset="67550.1576">10716 12774,'0'-24,"0"-1,0 0,-25-25,0 50,1 25,24 0,0 0,-50 24,50 26,0-1,25 25,-25-24,49-1,-49 1,75-26,-75-24,25 25,-25-1,0-24,-50-25,-24 0,74-25</inkml:trace>
  <inkml:trace contextRef="#ctx0" brushRef="#br0" timeOffset="67707.7447">10518 13221,'0'0,"0"-50,0 25,49 25,26 0,-26-49,26 49,-26 0,1 0,-1 0</inkml:trace>
  <inkml:trace contextRef="#ctx0" brushRef="#br0" timeOffset="68088.9313">11311 12477,'0'-25,"-25"25,1 0,24 25,-25 49,25 25,0 100,0 24,0-24,0-1,0-49,49-50,26-25,-25-24,-1-50,1 25,-1-25</inkml:trace>
  <inkml:trace contextRef="#ctx0" brushRef="#br0" timeOffset="69190.9854">11708 12973,'0'-75,"0"51,0-1,25-25,25 50,-26 0,1 0,-25 25,75 0,-75 0,24 24,-24 1,0-1,0 1,0 0,-24-26,24 1,-50-25,50 50,-50-50,50-25,0 0,0 0,0-24,25 49,25-50,-25 50,24-25,-24-24,-25 24,0 0,0 50,-50 25,50-1,0 1,0-25,25 24,-25-24,50-25,-25 50,24-50,-24 0,0 0</inkml:trace>
  <inkml:trace contextRef="#ctx0" brushRef="#br0" timeOffset="69656.1349">12229 13146,'0'0,"0"-24,50 24,-50 49,0-24,0 0,0 25,0-26,0-73,0 24,0-25,24 50,-24-49,25 49,0 0,-25 24,50-24,-50 75,0-25,24-1,-24-24</inkml:trace>
  <inkml:trace contextRef="#ctx0" brushRef="#br0" timeOffset="70150.8268">12080 12898,'0'-24,"-25"24,-24 0,24 49,25-24,0 25,0-1,0-24,25 25,0-50</inkml:trace>
  <inkml:trace contextRef="#ctx0" brushRef="#br0" timeOffset="70780.0549">12775 13022,'74'0,"-24"0,-25 0,-1 0,1 0,25 0,-1 0</inkml:trace>
  <inkml:trace contextRef="#ctx0" brushRef="#br0" timeOffset="71034.7349">12899 12849,'0'-50,"0"75,0 25,0 24,0 0,49-24,-49 0,0-1,0 1,0-25,0 0</inkml:trace>
  <inkml:trace contextRef="#ctx0" brushRef="#br0" timeOffset="71903.9276">13643 12601,'0'-25,"0"-25,0 26,0 73,0 26,0-1,0 0,0 1,0-26,0 1,0-25,50-25,-50 25,24-50,-24-25,50 25,-50-24,25 49,-25-25,49 25,-24 0,0 0,-25 74,50-24,-50 0,0-26</inkml:trace>
  <inkml:trace contextRef="#ctx0" brushRef="#br0" timeOffset="72102.8803">13593 13221,'0'0,"50"0,49 0,25-25,-25 25,-24 0,-26 0,-24 0</inkml:trace>
  <inkml:trace contextRef="#ctx0" brushRef="#br0" timeOffset="72603.6302">13965 13395,'-24'0,"48"-25,26 25,0 0,-1 0,-49 25,25-25,-25 74,0-49,0 0,0-1,-25 26,0-25,-24-25,24 74,-25-74,50-25,0 1,50 24,-50-25,50 25,-26 0,1 0,25 0,-25 0,-1 0</inkml:trace>
  <inkml:trace contextRef="#ctx0" brushRef="#br0" timeOffset="72859.9584">14635 13097,'0'0,"25"0,0 25,-25-1,49 26,-49 25,0-51,0 1,0 0,-24 25,-26-26</inkml:trace>
  <inkml:trace contextRef="#ctx0" brushRef="#br0" timeOffset="74058.8503">15305 12750,'0'-25,"0"0,49 75,-49-1,25 1,-25-1,50-24,-1-25,-24 50,0-50,49 0,-74-50,0 25,0 1,0-1,0-25,0 25,-24 1,24 48,0 26,0 24,0 1,0 24,24 0,-24 1,0 24,50-50,-50 0,0-24,0-25,-25 24,-24-49,24 0,-25 0,50-49,-49-26,49 26,-25-1,25-24,0-1,0 51,25-26,-1 50,26 0,0 0,24 0,-24 0,-1 50,-24-26</inkml:trace>
  <inkml:trace contextRef="#ctx0" brushRef="#br0" timeOffset="74492.6863">15950 13320,'0'-49,"25"49,-1 0,1 0,-25 24,0 1,50 25,-50-25,0-1,0 26,-25-50,25-25,0 0,0 1,0-1,25-25,-25 25,49 25,-24 0,25 0,-50 50,0-25,0 0,0-1,0 51,0-50</inkml:trace>
  <inkml:trace contextRef="#ctx0" brushRef="#br0" timeOffset="74769.9444">16495 13122,'50'-25,"-25"25,24 0,1 0</inkml:trace>
  <inkml:trace contextRef="#ctx0" brushRef="#br0" timeOffset="75048.2007">16570 12948,'0'0,"0"50,0-1,0 26,25-26,-25 1,0 0,0-26,24 26</inkml:trace>
  <inkml:trace contextRef="#ctx0" brushRef="#br0" timeOffset="76159.2291">17413 12502,'0'-25,"0"74,0 26,0 49,0-25,0-25,0-24,0 0,0-26,0-48,0-26,50 0,-50 1,49-1,-24 1,25-26,-25 50,24 25,-49-24,25 24,-25 24,0 1,0 25,-50-50,50 25,-74-25,49 0,25 49,25 1,49-1,1 1,-50-50,-25 50,49-50</inkml:trace>
  <inkml:trace contextRef="#ctx0" brushRef="#br0" timeOffset="76809.4881">17934 12973,'0'-75,"0"51,50 24,-75 49,0-49,25-25,0-24,0-1,50 50,-25 0,-1 0,-24 25,0 25,0-26,0 1,0 25,0-25,-24-1,24 26,-50-25,25 0,75-25,-25 0,-1 0,26 0,-25 0,0 0</inkml:trace>
  <inkml:trace contextRef="#ctx0" brushRef="#br0" timeOffset="77199.4473">17388 13370,'-24'0,"48"0,26 0,49 0,0 0,50-25,-49 25,-26 0,0 0,1-25,-50 25,24 0</inkml:trace>
  <inkml:trace contextRef="#ctx0" brushRef="#br0" timeOffset="79451.4204">17736 13568,'25'0,"-25"25,0 0,-50-25,50-25,25 25,-25-50,49 50,-24 0,0 0,25 25,-50 25,0-1,0 1,0-25,-50 24,25-24,0 25,-24-50,24 49,0-49,25-49,25 49,0 0,24 0,1 0,-50 25,25-25,0 0</inkml:trace>
  <inkml:trace contextRef="#ctx0" brushRef="#br0" timeOffset="80493.6332">18281 12427,'75'25,"-26"25,26 74,24 24,0 26,0 74,1-49,-1 24,-99-25,0-49,0 0,-50-50,-74 0,-25-24,25-1,25 1,-25-1</inkml:trace>
  <inkml:trace contextRef="#ctx0" brushRef="#br0" timeOffset="82270.8779">6549 15255,'0'0,"0"-25,0 50,0 49,0 26,0-1,0 0,0-25,0 1,0-50,0-1,0-98,74 0,-74-1,75-24,-26 49,-24 26,25-26,-26 50,-24-25,50 25,-50 50,-25-1,25-24,-49 25,24-25,-25-25,50 49,-49-49,49 25,24-25,-24 50,25-26,0-24,25 50,-26-50,1 50,25-50,-25 24</inkml:trace>
  <inkml:trace contextRef="#ctx0" brushRef="#br0" timeOffset="82833.3732">7343 15825,'-25'0,"0"0,0 0,-24 0,24 0,-25 0,125-49,-75-1,49 25,-49 1,50 24,-50-50,0 25,25 25,-25 50,0 24,0 1,0-1,0 0,0 1,0-50,0-1,0 1,49 25</inkml:trace>
  <inkml:trace contextRef="#ctx0" brushRef="#br0" timeOffset="83553.4469">8558 15379,'-25'0,"-24"0,98-25,-24 25,25 0,24 0,0-50,-24 50,0 0,-1 0,-24 0,0 0</inkml:trace>
  <inkml:trace contextRef="#ctx0" brushRef="#br0" timeOffset="83754.9119">8508 15627,'0'0,"25"0,0 0,49 0,-24 0,0-25,-1 25,1 0,-1-25,-24 25</inkml:trace>
  <inkml:trace contextRef="#ctx0" brushRef="#br0" timeOffset="97691.8293">9600 14957,'0'-25,"0"1,0-26,0 25,0 75,0-1,0 26,0 24,0 50,25-50,-25-24,0-1,0-24,0-1,49 1,-49-25,0-1</inkml:trace>
  <inkml:trace contextRef="#ctx0" brushRef="#br0" timeOffset="98931.9204">9699 15379,'0'-25,"0"0,25 25,24 0,-24 0,-25 50,25-25,-25 24,0-24,50 0,-50 25,0-1,0-24,0 0,24 24,-24 1,0-25,25-25,-25 25,50-25,-1 0,-24 0,0 0,25-25,-26 25,-24-50</inkml:trace>
  <inkml:trace contextRef="#ctx0" brushRef="#br0" timeOffset="102749.6882">10741 14858,'0'-25,"0"0,-25 25,25-49,-25 49,0 0,25 25,-49-25,49 24,0 51,0-26,0 1,0 0,0-1,0 1,25 24,-25-24,0-25,0-1,24 26,-24-25,0 0,0 49,0-49,-49 0,24-25,0 0</inkml:trace>
  <inkml:trace contextRef="#ctx0" brushRef="#br0" timeOffset="102981.0401">10468 15304,'0'0,"0"-24,25 24,0-25,24 25,26 0,-51 0,1-50,25 50,-1 0</inkml:trace>
  <inkml:trace contextRef="#ctx0" brushRef="#br0" timeOffset="106509.1127">11237 14660,'0'24,"-50"-24,50 50,-25-50,25 74,0 1,0 24,0 50,0 24,0-24,50-25,0 0,-26-49,26-1,-50-49,50 0,-1 24,-24-49,0 0,0 0,24 0,-24 25</inkml:trace>
  <inkml:trace contextRef="#ctx0" brushRef="#br0" timeOffset="114657.9123">11510 15032,'0'-50,"0"25,25 25,-25-25,24 25,26 0,0 0,-26 0,26 0,-50 50,0 0,0-1,0-24,0 49,0-49,0 0,-25 25,25-26,-49 1,24 25,25-75,0 0,0 0,25-24,-25 24,49 0,-24-24,-25 24,74-25,-49 1,-25 24,50 0,-50-25,25 50,-25-24,-50 24,25 24,25 1,0 25,0-25,0-1,0 26,0-25,0 0,25-25,25 49,24 1,-49-50,0 25</inkml:trace>
  <inkml:trace contextRef="#ctx0" brushRef="#br0" timeOffset="115257.1164">12080 15304,'0'-24,"0"-1,25-25,0 50,-25-25,49 25,-24 50,-25-25,0 0,0 24,0-24,0 0,0 25,0-100,0-25,25 75,-25-24,50 24,-50-25,24 25,1 0,-25 25,0-1,0 26,0-25,0 0,0 0,25-25,-25 49,0-24,50-25</inkml:trace>
  <inkml:trace contextRef="#ctx0" brushRef="#br0" timeOffset="116230.5892">12775 15032,'-50'0,"25"0,1 0,73 0,26 0,-1 0,0-25,1 25,-26 0,1 0,-25 0,-25-25,25 25</inkml:trace>
  <inkml:trace contextRef="#ctx0" brushRef="#br0" timeOffset="116635.5062">12948 14734,'-49'0,"49"-50,0 75,0 25,0 24,0 25,0-24,0-26,25 1,-25 0,0-1,24 1,-24-25</inkml:trace>
  <inkml:trace contextRef="#ctx0" brushRef="#br0" timeOffset="124351.922">13569 14585,'0'0,"-25"0,25-25,0 50,0 25,0-1,0 26,0-26,0 1,0 0,0-26,0 1,0 25,0-25</inkml:trace>
  <inkml:trace contextRef="#ctx0" brushRef="#br0" timeOffset="124831.6414">13544 14957,'0'-25,"0"-24,0 24,0 0,49 25,-49-25,25 25,0 0,0 0,-25 50,0-25,49 24,-49-24,0 0,0 25,0-1,0-24,50-25,-25 0,24 0,-24 0,25 0</inkml:trace>
  <inkml:trace contextRef="#ctx0" brushRef="#br0" timeOffset="125485.0692">14461 15007,'0'25,"0"-1,0 26,0-25,0 0,0-1,0 26,0-25,-49 24,24-49,-25 75,26-75,-1 50</inkml:trace>
  <inkml:trace contextRef="#ctx0" brushRef="#br0" timeOffset="128394.0759">15131 14734,'0'-25,"-49"25,49-25,0 50,24-25,-24 25,25-25,-25 25,25-25,-25 49,50-49,-26 0,26 0,-50-24,0-51,0 26,0 24,0 74,0 1,0 24,0 26,0-1,0 0,0-25,0 1,0-1,0-24,0-25,0 0,0 24,-25-49,0 0,-24-49,49-1,-50 0,50 1,0-1,0 25,0-24,75-26,-51 75,1 0,0 0,25 0,-26 0</inkml:trace>
  <inkml:trace contextRef="#ctx0" brushRef="#br0" timeOffset="128895.2747">15528 15205,'25'0,"-25"-25,49 50,-49 0,0 0,50 24,-50-24,0 25,0-100,0 1,0 24,25-25,25 1,-26 49,1 0,-25 24,0 26,0-25,50-25,-50 74,0-24,0-25,25-25</inkml:trace>
  <inkml:trace contextRef="#ctx0" brushRef="#br0" timeOffset="142706.5317">16744 14883,'0'-25,"0"0,0 0,0-24,0-1,0 25,0 1,0-26,0 25,0 50,0 25,0 24,0-24,0-1,0 1,0-25,0-1,0 26,0-25,0 24,24-98,-24-1,25-24,-25 49,50 25,-50-50,25 1,-25 24,24 25,-24-25,50 25,-25 0,-25 25,-50-25,50 50,-25-50,25 24,-24-24,24 25,-25-25,25 50,25-50,-1 74,26-74,-25 25,0-25,24 25,-24 24,-25-24</inkml:trace>
  <inkml:trace contextRef="#ctx0" brushRef="#br0" timeOffset="143463.5085">17140 14982,'0'0,"0"-25,50 25,0 0,-1 0,1 0,-25 0,-25 50,0-1,0 1,0-25,-50-25,75-25,24 25,-24 25,0 0,-25-1,0 26,-25-25,-24-25,-26 49,50-49,1 0,-26 0,50-24,25-1,24 25,-24 0,25 0</inkml:trace>
  <inkml:trace contextRef="#ctx0" brushRef="#br0" timeOffset="161571.2108">15975 14932,'-25'-49,"50"49,-1 0,26 0,0 0,-1 0,26 0,-1-25,-24 25,-26 0,26 0,-50-50</inkml:trace>
  <inkml:trace contextRef="#ctx0" brushRef="#br0" timeOffset="162159.0466">16173 14660,'0'-50,"0"25,0 75,0-1,0 26,0-1,0 1,0-1,0-49,0 0,0-1,50 26,-75-75</inkml:trace>
  <inkml:trace contextRef="#ctx0" brushRef="#br0" timeOffset="166013.2017">17512 14536,'-24'0,"24"-50,49 100,-24-26,25 51,-1 74,-49 24,50-49,-50 25,0 25,0-50,-25 25,-25-1,-24-48,0 24,-1-50,1 0,24-49,25 25,-24-50,74 0</inkml:trace>
  <inkml:trace contextRef="#ctx0" brushRef="#br0" timeOffset="171460.7198">4763 17090,'0'-49,"25"49,24 0,-24 0,-25 49,0 1,0-25,0 0,-50 49,-24 0,-25 26</inkml:trace>
  <inkml:trace contextRef="#ctx0" brushRef="#br0" timeOffset="172743.7507">6871 16942,'0'0,"0"24,0 26,0 0,0 24,0-24,0-26,0 26,0-75,25-24,-25-1,50-24,-50 49,49 0,1-25,-25 50,-1 0,1 0,25 0,-50 25,0 50,0-26,0 26,0-51,0 1,25 25,24-1,-24-49,25 0,24 0,1-24</inkml:trace>
  <inkml:trace contextRef="#ctx0" brushRef="#br0" timeOffset="173953.5859">8285 17115,'-49'-49,"73"49,51-25,-26 25,26 0,-26-50,1 50,0 0,-1 0</inkml:trace>
  <inkml:trace contextRef="#ctx0" brushRef="#br0" timeOffset="174164.9189">8335 17239,'49'0,"1"0,24 0,26-25,-26 25,-24 0</inkml:trace>
  <inkml:trace contextRef="#ctx0" brushRef="#br0" timeOffset="175021.0621">9302 16793,'0'0,"0"-25,-25 25,0 0,-24 0,24 0,-25 25,26 49,24-49,0 25,-50-26,50 1,0 25,0-25,25-1,-25 26,25 0,-1-26,51-24,-75 50,25-50,24 0,-49-25,50 25,-50-25,25 25,-25-24,49-26,-49-24,0 49,0-25,0 1,0 24,0-25,0 25,-49 25,24-24,0 24,-25 0,50 24</inkml:trace>
  <inkml:trace contextRef="#ctx0" brushRef="#br0" timeOffset="175395.0656">9575 16867,'25'0,"24"0,-49 25,0 25,25-50,-25 24,0 51,-25-50,-24 24,24-24,-25 25,50-26</inkml:trace>
  <inkml:trace contextRef="#ctx0" brushRef="#br0" timeOffset="176032.8748">9997 16867,'0'0,"0"-25,0 1,0-1,24 25,-24 49,0 26,25-1,-25 1,0-26,75 1,-75-25,49-25,-49 74</inkml:trace>
  <inkml:trace contextRef="#ctx0" brushRef="#br0" timeOffset="176301.0553">10567 16966,'0'0,"0"25,50 0,-50 0,0 24,0-24,0 25,-25-50,25 25</inkml:trace>
  <inkml:trace contextRef="#ctx0" brushRef="#br0" timeOffset="176776.0639">11014 16793,'0'-50,"24"50,-24-49,50 49,0 0,-1 0,-24 0,-25 49,0-24,0 25,0-1,-25 26,25-26,-49 26,24-51,25 1,-75-25,75 75,50-75,0 0,-1-25,1 25,-1 0,1-25,0 25,-25 0</inkml:trace>
  <inkml:trace contextRef="#ctx0" brushRef="#br0" timeOffset="177053.0013">11634 16966,'0'0,"0"25,49 25,-49-1,0-24,0 0,0 25,0-26,-24 1,24 25,-75-25,75-1</inkml:trace>
  <inkml:trace contextRef="#ctx0" brushRef="#br0" timeOffset="177614.5033">12204 17090,'0'0,"50"0,-25 0,-1 0</inkml:trace>
  <inkml:trace contextRef="#ctx0" brushRef="#br0" timeOffset="177757.9596">12626 17090,'50'0,"-1"0,-49-49,75 49</inkml:trace>
  <inkml:trace contextRef="#ctx0" brushRef="#br0" timeOffset="177900.9283">13196 17041,'0'-25,"50"25,-25 0</inkml:trace>
  <inkml:trace contextRef="#ctx0" brushRef="#br0" timeOffset="178049.9161">13593 17016,'0'0,"50"0,-25 0,0 0</inkml:trace>
  <inkml:trace contextRef="#ctx0" brushRef="#br0" timeOffset="178184.4444">14089 17090,'0'0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5:03:07.7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17388 8706,'-24'0,"-1"0,-25 0,1 0,24 0,0 0,50 0,24 0,-24 25,25-25,-1 0,-24 0,0 0,0 0,24 0,1 0,0 0,-26 0,51 0,-25 0,-26 0,1 0,25 0,-1 0,1 0,0 0,24 0,-24 0,-26 0,26 0,0 0,24 0,-49 0,0 0,24 0,-24 0,0 0,0 0,24 0,-24 0,0 0,24 0,-24 0,0 0,0 0,24 0,-24 0,0 0,0 0,25 0,-26 0,1 0,25 0,-1 0,1 0,0 0,-1 0,1 0,-1 0,1 0,-25 0,0 0,24 0,-24 0,0 0,24-25,1 25,24 0,-49 0,0 0,0 0,24 0,-24 0,25 0,0 0,-1 0,26 0,-26 0,1-49,-1 49,1 0,0 0,-1 0,26 0,-26 0,-24 0,25 0,-1 0,1 0,24 0,1 0,-1 0,-24-25,24 25,-24 0,-1 0,1 0,0 0,-1 0,26 0,-26 0,1 0,-1 0,26 0,-1 0,1 0,-26 0,-24 0,25 0,-26 0,1 0,25 0,-25 0,-1 0,1 0,25 0,0-50,-26 50</inkml:trace>
  <inkml:trace contextRef="#ctx0" brushRef="#br0" timeOffset="1763.2816">19373 7689,'0'25,"49"-25,-49 50,0-1,0 26,0 24,50 25,-50 0,0 0,50 25,-50-25,0 25,74 0,-74-25,0 49,0-24,0 50,50 49,-50-50,0 1,0-1,0 25,0-24,49 24,-49-25,0 1,0 24,0 0,50 25,-50 25,0-25,49 0,-49-49,0-1,50-49,-50-25,0 0,0 0,0-25,0-24,0-1,0 25,0-24,0-1,0-24,0-25,25-25,-25-50,0-49,0-1,0 1</inkml:trace>
  <inkml:trace contextRef="#ctx0" brushRef="#br0" timeOffset="3143.5885">18157 8037,'0'-25,"0"-25,0 25,50 25,-50-24,50 24,-26 0,1 0,25 0,-25 0,-25 74,24-24,-24-1,0 1,0 0,0-1,0-24,0 25,0-26,-49-24,49 25,-25-25,25-25,0 1,0-26,0 25,25 0,-25-24,49 24,-49-25,50 50,-50-49,50 24,-1 25,-24-50,49-24,-74 49,0 0,-24 25,-1 0,25 25,-50 25,50-1,-49 26,49-26,0 1,0 0,0-26,24-24,26 50,-25-50,24 0,1 0,24 0,-24 0</inkml:trace>
  <inkml:trace contextRef="#ctx0" brushRef="#br0" timeOffset="19413.0955">20439 7789,'0'-25,"0"0,0-25,0 26,0-1,0 0,0-25,0 75,0 25,25-1,0 1,49 0,-24-50,0 0,-26 0,-24-25,25 25,-25-25,0-25,0 26,0-26,0 25,0 100,0-51,0 26,0 0,0 24,0-24,25 24,-25 1,0-26,25 1,-25-1,0-24,0 25,0-25,0 24,0-24,-25-25,-25 0,26 0,-51 0,50 0,25-50,-24 50,24-24,0-26,-50 25,50-49,0 24,0 25,25 1,24-51,-24 75,25-50,-1 50,1-24,0 24,24 0,-49 0,25 0,-1 0</inkml:trace>
  <inkml:trace contextRef="#ctx0" brushRef="#br0" timeOffset="177115.0804">17240 9128,'0'-25,"0"-24,24 49,1 0,25 0,-50 25,25-1,-25 26,0 0,0-1,-25-49,25 75,-25-75,25 24,-50-24,50-24,25-26,25 0,24-24,-24 74,-25-50,24 26,1 24,-50-50,0 25,-25 25,-25 0,26 0,24 50,-25-1,25 26,0-26,0-24,0 25,0-25,0 24,0-24,49-25,-24 0,25 0,-1 0</inkml:trace>
  <inkml:trace contextRef="#ctx0" brushRef="#br0" timeOffset="177714.2075">17785 9475,'0'-24,"25"24,0 0,-25 49,0 1,0-1,-25-24,-24-25,24 0,0 0,25-74,0 24,0 25,0-24,50 49,-1 0,-24 0</inkml:trace>
  <inkml:trace contextRef="#ctx0" brushRef="#br0" timeOffset="178196.1013">18207 9277,'74'0,"-24"0,0 0,24 0,-49 0,0 0</inkml:trace>
  <inkml:trace contextRef="#ctx0" brushRef="#br0" timeOffset="178375.089">18356 9451,'49'0,"1"-25,0 25,-26 0,26 0</inkml:trace>
  <inkml:trace contextRef="#ctx0" brushRef="#br0" timeOffset="179183.8316">19075 9153,'0'-50,"-49"50,24 0,25-24,-25 24,-25 24,26-24,24 50,-25-50,25 25,-50-25,50 49,0 1,0 0,0 24,25-24,0-26,24-24,-49 25,50-25,-25 0,0 0,24 0,-24 0,-25-25,25-24,-25 24,0 0,0 0,0-24,0 24,0 0,0-24,-25 49,25-25,-74 25,49 0,25-25</inkml:trace>
  <inkml:trace contextRef="#ctx0" brushRef="#br0" timeOffset="180461.0754">20067 9128,'0'-25,"0"1,0-26,25 50,-25 50,25-26,-25 1,25 25,24-1,-24-24,25-25,-25 0,-25-25,0 1,0-1,24-25,-24 1,0 123,0-49,0 24,0 26,0-1,0 1,0-26,0 1,0-25,0 24,0-24,0 0,-24-25,-51 0,26-50,24 1,25-1,-75 0,75 26,0-26,0 25,0-24,50 49,24 0,-24 0,0 0,-26 0</inkml:trace>
  <inkml:trace contextRef="#ctx0" brushRef="#br0" timeOffset="181036.1674">20514 9649,'0'-25,"0"0,25 25,-1 0,1 0,0 0,-25 25,0 25,0-25,0-1,-25-24,0 0,-24 0,49-49,-25-1,25 25,74-24,-49 49</inkml:trace>
  <inkml:trace contextRef="#ctx0" brushRef="#br0" timeOffset="181488.0507">20861 9252,'0'0,"0"-25,50 25,-1 0,1 0,-25-24,24 24,-24 0,0 0</inkml:trace>
  <inkml:trace contextRef="#ctx0" brushRef="#br0" timeOffset="181675.7353">20960 9426,'0'0,"50"-25,0 25,-1 0,1 0,-1 0,1 0</inkml:trace>
  <inkml:trace contextRef="#ctx0" brushRef="#br0" timeOffset="182153.8094">21630 9029,'0'-25,"0"-25,0 75,0 25,0 24,0-24,0 0,0-1,25 1,-25-1,0-24,49-25,-49 25</inkml:trace>
  <inkml:trace contextRef="#ctx0" brushRef="#br0" timeOffset="188155.8959">893 8434,'0'-25,"0"-25,0 25,-24 25,24-24,-50 24,25 0,0 0,0 0,-49 0,24 49,26-24,24 25,0-1,0 1,0-25,24-25,26 24,-25-24,24 0,-24 50,0-50,25 25,-1 49,-24-24,-25-1,0 1,0 0,-25-50,-24 49,24-49,0 25,-25-25,26 0,-1 0,-25 0,1-50,49 1,24 49,1 0,25 0,-50 25</inkml:trace>
  <inkml:trace contextRef="#ctx0" brushRef="#br0" timeOffset="188597.3816">1092 8855,'0'-49,"0"24,0 0,49-25,26 50,-50 0,24 0,1 25,-50 25,49-25,-49 49,-24-49,-26 0,0-25,1 0,-1-25,50 0,0-25,0 1,25 49,0 0,0 0</inkml:trace>
  <inkml:trace contextRef="#ctx0" brushRef="#br0" timeOffset="189025.0372">1389 8334,'0'-24,"25"24,-25 49,25 1,-25-1,0 26,0 24,50-49,-50-1,0-24,0 25,24-1,26-49,-25 0</inkml:trace>
  <inkml:trace contextRef="#ctx0" brushRef="#br0" timeOffset="189571.6487">1613 8706,'0'-74,"0"49,0 50,0 25,0 24,0-24,0-1,49-24,-24 49,0-49,24-25,-24 0,-25-49,0-26,0 26,0 24,0-25,0 25,0 50,0 0,0 0,50-25,-50 49,25-49,-25 50,74-50</inkml:trace>
  <inkml:trace contextRef="#ctx0" brushRef="#br0" timeOffset="190111.7838">1811 8409,'0'-25,"25"25,0 74,-25-49,0 50,0-26,0-74,0-24,0 24,0 0,0-24,0 24,25 25,49 0,-24 25,-50-1,24 26,-24 0,0-1</inkml:trace>
  <inkml:trace contextRef="#ctx0" brushRef="#br0" timeOffset="191192.2096">819 9426,'-50'0,"25"0,100-25,-25 25,24 0,25-25,0 25,25 0,25-49,25 49,-1-50,1 50,-50 0,-49-50,-26 50,1 0,-25 0</inkml:trace>
  <inkml:trace contextRef="#ctx0" brushRef="#br0" timeOffset="191837.8378">2431 8607</inkml:trace>
  <inkml:trace contextRef="#ctx0" brushRef="#br0" timeOffset="192091.9443">2481 8930,'49'0,"-49"49,25-49,-25 25</inkml:trace>
  <inkml:trace contextRef="#ctx0" brushRef="#br0" timeOffset="198871.373">4490 8285,'0'-25,"-25"-25,25 26,-25 24,-24 0,24 0,-25 49,50-24,0 25,0 24,0 0,25 1,-25-1,25-24,-25 49,0-49,0 24,0-49,0 0,0-1,-25-24,-24 0,-26 0</inkml:trace>
  <inkml:trace contextRef="#ctx0" brushRef="#br0" timeOffset="199060.1902">4093 8756,'0'0,"0"-50,0 26,50-26,-1 50,26 0,24 0,-25-25,1 25,-1 0,-24 0</inkml:trace>
  <inkml:trace contextRef="#ctx0" brushRef="#br0" timeOffset="199624.0161">4837 8334,'0'0,"0"-24,0-1,-25 50,25 24,-49 50,49-24,-50-1,50 25,0 1,0-1,0-50,25 1,0-50,24 25,1-25,0 0,-1 0,1 0</inkml:trace>
  <inkml:trace contextRef="#ctx0" brushRef="#br0" timeOffset="209698.6717">5110 8508,'-49'-50,"49"26,0-1,24 25,51 0,-50 0,-1 0,1 0,50 49,-75-24,0 0,0 0,0 24,0-24,-25 0,-25 49,25-74,25-24,0-26,0 25,0 0,75-24,-26 24,-49-25,50 50,-50-74,25 74,-25-25,0 0,-25 25,25 25,-50 25,50-25,0 24,0-24,0 0,50-25,-25 74,24-74</inkml:trace>
  <inkml:trace contextRef="#ctx0" brushRef="#br0" timeOffset="209937.5442">5705 8582,'0'25,"0"25,0-25,0-1,0 26,0-25,-49-25,49 25</inkml:trace>
  <inkml:trace contextRef="#ctx0" brushRef="#br0" timeOffset="210635.824">5879 8359,'0'0,"0"-25,0-24,0 74,25 24,-25-24,49 25,-49-26,25-24,-25 25,50-25,-1 0,-24-25,-25 1,0-26,25 50,-25-50,0 26,0 48,0 1,0 50,0-26,0 1,0 24,50 1,-50-26,0 1,0-1,0 1,0-25,0 0,-50-25,-24 0,49 0,0-50,-25 0,50 1,0 24,0-25,0 1,50 49,-25 0,0-25,24 25,-24 0</inkml:trace>
  <inkml:trace contextRef="#ctx0" brushRef="#br0" timeOffset="211019.8122">6251 8334,'0'-49,"0"24,25 50,25 0,-26 24,26 50,0 25,-26 25,-24-74,50-26,-50 1,0 24,-25-24,-49 0,24 24,-74-24</inkml:trace>
  <inkml:trace contextRef="#ctx0" brushRef="#br0" timeOffset="214828.1144">6995 8607,'-25'0,"50"0,25-25,-1 25,26 0,-1-49,-24 49,0 0,-26 0,26 0,-25 0</inkml:trace>
  <inkml:trace contextRef="#ctx0" brushRef="#br0" timeOffset="215646.2041">7094 8830,'-49'0,"24"0,0 0,25 50,25-50,25 0,24 0,25-25,1 25,-26 0,-24 0,-26 0,1 0,-25-25</inkml:trace>
  <inkml:trace contextRef="#ctx0" brushRef="#br0" timeOffset="218639.2069">8360 8508,'-50'0,"50"-50,0 26,50 24,-26 0,1 0,0 0,25 0,-1 24,-49 26,0-25,0 0,0-1,0 26,0-25,-99 49,74-74,-24 0,49-25,0-24,0 24,49 25,-24-50,0 50,24-74,-24 74,25-25,-25-24,-1 24,-24 0,-24 25,-26 25,50 24,0-24,0 25,0-25,25-1,24 26,-24-50,25 0,-25 0</inkml:trace>
  <inkml:trace contextRef="#ctx0" brushRef="#br0" timeOffset="219365.8626">8831 8409,'0'0,"0"-25,25 25,-25 25,24 24,-24-24,50-25,-50 25,25-25,0 0,24 0,-49-50,0 26,0-26,0 0,0 75,0 25,0 24,0 1,0-1,25 0,-25 1,0-1,0 1,0-26,0-24,0 0,0 25,-25-50,-24 0,-1-50,50 25,-50-25,50 1,0-1,-49-24,49 49,0 0,25-49,-1 74,1-50,25 50,-25-25,-1 25</inkml:trace>
  <inkml:trace contextRef="#ctx0" brushRef="#br0" timeOffset="219755.8117">9302 8582,'-50'0,"75"0,0 0,0 0,25 0,24 0,-24 0,-26 0,1 0,25 0</inkml:trace>
  <inkml:trace contextRef="#ctx0" brushRef="#br0" timeOffset="220069.8619">9476 8483,'0'0,"-25"0,25-49,0 24,0 74,0 1,0 0,0-1,0 1,50-1,-50-24,0 0,24-25,-24 50</inkml:trace>
  <inkml:trace contextRef="#ctx0" brushRef="#br0" timeOffset="220956.0237">9798 8384,'0'-25,"25"25,25 0,-50 25,24-25,-24 50,50-50,-50 49,25-49,24 0,-24 0,-25-25,0-24,0 24,0-25,0 1,0 98,0 1,0 24,0 1,0-1,0 1,0-1,50 25,-50-49,0-1,0-24,0 0,0 25,-50-50,1-25,49 0,-50-25,50 26,-50-1,50-25,0 25,-49 1,49-51,0 50,25 25,-1-49,1 49,50-50,-51 50,1 0,25-49,-25 49</inkml:trace>
  <inkml:trace contextRef="#ctx0" brushRef="#br0" timeOffset="221795.7969">10245 8086,'0'25,"0"0,-25-25,25-74,0 49,0 0,49-25,1 50,0 0,-25 50,-25-25,0 24,0 1,0-25,0 24,0-24,0 0,0 49,-50-74,50 50,50-50,-1 0,-24 0,25-25,-1 25,1 0,24-25,-24 25,-25 0</inkml:trace>
  <inkml:trace contextRef="#ctx0" brushRef="#br0" timeOffset="264666.7092">17463 10393,'-25'0,"0"0,0 0,75-49,0 49,-1 24,26 51,-75-50,0 24,0-24,0 25,0-26,0 26,-50-50,50 50,-50-50,50 24,-24-24,-1 0,25-24,0-51,25 26,24 49,1-50,-1 50,-24-50,25 50,-50-24,50 24,-50-25,0 0,0-25,-50 50,25 25,-25 0,50 0,-24 49,24-24,0-1,0-24,0 25,0-25,24-25,26 24,0-24,-25 0,-1 0,26 0</inkml:trace>
  <inkml:trace contextRef="#ctx0" brushRef="#br0" timeOffset="265199.6206">17959 10740,'0'-24,"0"-26,25 50,-25 25,0 0,0 24,0 1,0-1,0-24,0 0,0 25,25-50,-25 24,24-24,-24 50</inkml:trace>
  <inkml:trace contextRef="#ctx0" brushRef="#br0" timeOffset="266098.0943">18331 10542,'-25'0,"0"0,-24 0,74 0,-1 0,26 0,0 0,-26 0,26 0,-25 0,0 0</inkml:trace>
  <inkml:trace contextRef="#ctx0" brushRef="#br0" timeOffset="266332.9253">18281 10716,'0'0,"25"0,25 0,-1 0,1 0,-25 0,24 0,-24 0,0 49</inkml:trace>
  <inkml:trace contextRef="#ctx0" brushRef="#br0" timeOffset="271422.1999">5085 10046,'0'-25,"0"0,0-24,0 24,0 50,0 49,0 25,-24 25,24-24,0-26,0-24,0-1,0 1,0-1,0-73,0-26,0 25,0 0,24-24,-24 24,0-25,25 50,-25-24,50 24,-25 0,24 0,-24 24,-25 1,0 0,0 25,0 24,0-49,0 0,50 24,-26-49,1 0,25-25,-1 25</inkml:trace>
  <inkml:trace contextRef="#ctx0" brushRef="#br0" timeOffset="271771.9194">5656 10368,'0'-24,"49"24,51-50,-76 50,1 0,25 0</inkml:trace>
  <inkml:trace contextRef="#ctx0" brushRef="#br0" timeOffset="271960.7581">5705 10517,'0'-25,"25"25,25-49,24 49,-24 0,-1 0,1 0</inkml:trace>
  <inkml:trace contextRef="#ctx0" brushRef="#br0" timeOffset="272845.8418">6598 10120,'0'-49,"-49"49,-1 0,25 0,25 49,-24-49,24 50,0-25,-50 0,50 24,0-24,0 0,0 24,25-24,24 0,-24-25,25 50,-25-50,-1 0,26 0,0 0,-26-25,-24 0,25 25,-25-25,0 0,0-49,0 49,0 0,0-24,-49 24,49 0,-25 25,25-49,-50 49,25 0,1 0</inkml:trace>
  <inkml:trace contextRef="#ctx0" brushRef="#br0" timeOffset="273288.175">7045 10244,'25'0,"-25"25,0 0,-25-25</inkml:trace>
  <inkml:trace contextRef="#ctx0" brushRef="#br0" timeOffset="273626.8166">7417 10096,'0'0,"0"-50,0 25,0 50,0 0,50 49,-50-24,0 24,0-24,24-1,-24-24,0 25,50-50,-50 49,25-24,-25 0</inkml:trace>
  <inkml:trace contextRef="#ctx0" brushRef="#br0" timeOffset="275571.1161">18951 10418,'0'-25,"0"0,-25 25,1 0,-1 50,25 0,-50-26,50 1,0 25,0-25,0 24,0 1,75-50,-75 49,49-49,-24 0,25 0,-50-49,24 49,-24-25,50 0,-50-24,0-1,0 0,0 1,-50 24,50-25,-24 50,-1 0,25 25</inkml:trace>
  <inkml:trace contextRef="#ctx0" brushRef="#br0" timeOffset="275968.5621">19323 10492,'0'25</inkml:trace>
  <inkml:trace contextRef="#ctx0" brushRef="#br0" timeOffset="276319.4801">19422 10368,'0'0,"25"0,-25 50,0 24,0 26,0 24,0-50,0-24,0-1,0-24,50-25,-50 50</inkml:trace>
  <inkml:trace contextRef="#ctx0" brushRef="#br0" timeOffset="277679.9167">19274 10592,'0'-25,"49"25,-49-50,25 50,0 0,-25 25,0 0,-25-25,25-25,25 0,24 25,-49 25</inkml:trace>
  <inkml:trace contextRef="#ctx0" brushRef="#br0" timeOffset="278802.9387">20167 10368,'0'-24,"0"48,0 1,0 25,24-1,26-24,0-25,-26 0,1-25,-25-49,0 24,0 26,0 48,0 1,0 50,0-26,50 1,-50 24,0 1,0-26,0 1,0-1,0 1,0 0,0-26,-25-24,25 25,-25-25,-49 0,49-49,25-1,-50-24,50-1,0 26,0-1,25 25,0 25,0-25,24 25,1 0,0 0,-26 0</inkml:trace>
  <inkml:trace contextRef="#ctx0" brushRef="#br0" timeOffset="279101.7927">20687 10666,'-24'0,"24"50,0-26,0 51,0-50,0-1,0 1,0 25,0-25</inkml:trace>
  <inkml:trace contextRef="#ctx0" brushRef="#br0" timeOffset="279567.6939">21010 10517,'0'0,"50"0,24-49,-49 49,0 0,-1 0,26 0,-25 0,24 0</inkml:trace>
  <inkml:trace contextRef="#ctx0" brushRef="#br0" timeOffset="279787.7646">21084 10666,'25'0,"0"0,0 0,24 0,-24 0,25 0</inkml:trace>
  <inkml:trace contextRef="#ctx0" brushRef="#br0" timeOffset="283002.4231">17413 11981,'-49'0,"49"-25,24 25,-24-25,25 25,0 0,25 25,-50 0,0 24,0 1,0-1,0 1,0-25,-25 25,25-26,-25-24,25 25,-25-25,25-25,0 1,25-26,0-25,24 51,-24-26,25 50,-50-50,49 50,-49-24,0-1,-24 25,-1 0,0 74,25-49,0 25,0-1,0 26,74-50,1 24,-25-49,-26 25</inkml:trace>
  <inkml:trace contextRef="#ctx0" brushRef="#br0" timeOffset="283708.9177">17885 12328,'-50'0,"50"-50,25 50,-25 25,0 0,-25 0,0-25,0-25,25-25,25 26,25 24,-1 0,-24 0,-25 24,50 1,-50 0,0 25,0-26,0 1,0 25,-25-25,-25-1,26 26,-26-25,25-25,0 49,25-73,0-1,25 25,25 0,-25 0,24 0,1 0,-50 49</inkml:trace>
  <inkml:trace contextRef="#ctx0" brushRef="#br0" timeOffset="283988.9656">18157 12030,'25'-25,"25"25,-25 0,-1 0,1 0</inkml:trace>
  <inkml:trace contextRef="#ctx0" brushRef="#br0" timeOffset="284158.0495">18182 12179,'-25'0,"75"0,-25 0,0 0,-1 0</inkml:trace>
  <inkml:trace contextRef="#ctx0" brushRef="#br0" timeOffset="284826.2212">18604 11881,'-25'0,"25"25,-50 25,50-25,0-1,0 26,0 0,0-26,0 26,25-50,-25 25,50-25,-25 0,-1 0,1 0,25-25,-50 0,25 25,-25-49,0-1,0 0,0 26,0-1,-75-25,50 50,1 0</inkml:trace>
  <inkml:trace contextRef="#ctx0" brushRef="#br0" timeOffset="285155.6033">18976 12005,'-50'0,"50"-24,25 24</inkml:trace>
  <inkml:trace contextRef="#ctx0" brushRef="#br0" timeOffset="285876.0064">19274 11881,'0'0,"-25"0,-25 0,75-49,25 49,-26-25,26 25,-50 25,25-25,-25 74,0-49,0 25,0-1,0 26,-25-26,0 1,-24-25,24-25,0 25,-25-25,50-75,25 75,0 0,25 25,-1-25,-24 50,0-50,-25 24,74-24,-74 25</inkml:trace>
  <inkml:trace contextRef="#ctx0" brushRef="#br0" timeOffset="287009.6181">20018 11832,'0'-25,"25"25,49 99,-74-74,50-25,-26 25,26-25,0 0,-26 0,-24-25,50-49,-50 49,0 0,0-25,0 75,0 0,0 25,0 24,25 0,-25 1,0-1,0 1,0-1,0-24,0-1,0-24,0 0,-50-25,25 0,25-25,-74-24,74-1,-25-24,25 49,0 0,0-25,25 1,0 49,49-25,-24 25,-1 0,1 0,-25 0</inkml:trace>
  <inkml:trace contextRef="#ctx0" brushRef="#br0" timeOffset="287495.3076">20712 12129,'-25'-24,"25"-1,25-25,25 50,-25 0,-1 0,-24 75,0-26,0 26,0-26,-24 1,-26 0,25 24,0-49,-24-25,74 0,24 0,1 0,-25-50,24 50,-24-25,25 25,-1 0</inkml:trace>
  <inkml:trace contextRef="#ctx0" brushRef="#br0" timeOffset="287743.2667">21084 12005,'0'-24,"50"-26,-25 50,0 0,-1 0,-24 25</inkml:trace>
  <inkml:trace contextRef="#ctx0" brushRef="#br0" timeOffset="287892.9526">21084 12105,'0'0,"25"0,25 0,-25 0,-1 0</inkml:trace>
  <inkml:trace contextRef="#ctx0" brushRef="#br0" timeOffset="289348.3759">17612 13469,'0'0,"-25"0,25-25,25-24,49 49,-49 0,0 24,-25 1,0 25,0-1,0 26,0-50,0-1,-25-24,25 25,-25-25,25-25,0 1,0-26,0 25,75-49,-26-1,-24 51,-25-1,0 50,0 24,0-24,0 0,0 0,0 49,74-74,-49 25,0-25</inkml:trace>
  <inkml:trace contextRef="#ctx0" brushRef="#br0" timeOffset="289805.7367">18033 13618,'0'-50,"50"50,-25 0,24 25,-49 25,0-1,0 1,-24-50,24 49,-75-49,100 0,0 0,0 0,24 0,-24 0,25 25,-50 25,0-25,0 24,-50 1,-24-50,49 0,25-25,0 0</inkml:trace>
  <inkml:trace contextRef="#ctx0" brushRef="#br0" timeOffset="290051.3375">18381 13494,'0'0,"49"-50,-24 50,25 0</inkml:trace>
  <inkml:trace contextRef="#ctx0" brushRef="#br0" timeOffset="290194.4064">18430 13593,'0'0,"25"0,0 0,24-50,-24 50,0 0</inkml:trace>
  <inkml:trace contextRef="#ctx0" brushRef="#br0" timeOffset="290757.7018">18852 13295,'0'0,"-50"0,50 25,-25 0,25 0,0 24,0-24,0 0,0 25,0-26,25-24,25 0,-25 0,0 0,24 0,-49-24,0-26,0 0,0 1,-25 49,25-50,-24 50,-1 0,-25 0,50 25</inkml:trace>
  <inkml:trace contextRef="#ctx0" brushRef="#br0" timeOffset="290990.7657">19075 13370,'0'25,"25"-25,-25 24</inkml:trace>
  <inkml:trace contextRef="#ctx0" brushRef="#br0" timeOffset="291649.1653">19298 13246,'0'0,"0"-25,25 25,0 0,-25-25,25 25,24 0,-24 0,0 0,-25 25,0 0,0 0,0 24,0-24,0 0,0 0,-50-25,26 0,73 0,-24 0,25 0,-26 49,-24-24,0 0,0 24,0 26,0-26,-74 1,24 0,1-26,-1-24,1 0,-1 0,50-49,0 24,0 0,25-24,24 49,-24 0,0 0,49 0,-49 0,0 24</inkml:trace>
  <inkml:trace contextRef="#ctx0" brushRef="#br0" timeOffset="292737.4705">20142 13295,'0'0,"0"-24,0-26,25 50,-25 25,49 24,-49-24,25-25,-25 50,50-50,-26 0,26 0,-50-25,0-25,0 26,0-26,0 25,25 50,-25 0,0 24,0 1,49 0,-49 24,0 0,50 1,-50-1,0-24,0-1,0-24,-25 25,0-50,-24-25,49 0,-50-24,50 24,-49 0,49-25,0 26,0-26,24 0,1 50,25-49,24 49,-24 0,24 0</inkml:trace>
  <inkml:trace contextRef="#ctx0" brushRef="#br0" timeOffset="293223.1719">20737 13593,'0'0,"0"-25,25 25,-25-25,49 25,1 0,0 0,-25 25,-25 25,0-25,0-1,0 26,-50-50,50-25,25 25,0 0,-1 25,-24 25,0-1,0-24,-24-25,-51 0,25 0,50-25</inkml:trace>
  <inkml:trace contextRef="#ctx0" brushRef="#br0" timeOffset="293487.4646">21084 13395,'0'0,"0"-25,75 25,-50 0,-1 0,26 0</inkml:trace>
  <inkml:trace contextRef="#ctx0" brushRef="#br0" timeOffset="293639.0733">21159 13519,'0'0,"25"0,-1 0,1 0,25-25</inkml:trace>
  <inkml:trace contextRef="#ctx0" brushRef="#br0" timeOffset="294928.8945">17785 14883,'0'0,"0"-25,0-25,0 26,25-1,25 25,-25-50,-1 50,26 0,-25 0,24 50,-49-25,0 24,0 1,0-25,0-1,-24 26,-1-25,25-50,0 0,25-24,-1 24,26-25,-25 50,-25-49,25 49,-25-50,0 25,0 75,0 24,0-24,0-1,0 1,24-25,1 24,25-49,-1 25,-24-25</inkml:trace>
  <inkml:trace contextRef="#ctx0" brushRef="#br0" timeOffset="295490.6474">18529 15081,'-74'0,"24"0,26 0,-1 0,25-25,0-24,25 24,-25-25,49 26,-49-26,25 50,-25-25,0 50,50 25,-50-1,0 26,0-1,0-24,0-1,24 1,-24-1,25-49,25 0</inkml:trace>
  <inkml:trace contextRef="#ctx0" brushRef="#br0" timeOffset="295759.699">18753 14858,'0'-25,"24"25,26 0,0 0,-25 0</inkml:trace>
  <inkml:trace contextRef="#ctx0" brushRef="#br0" timeOffset="295911.2982">18802 14957,'-25'0,"50"0,0 0,0 0,0 0,24 0,-24 0</inkml:trace>
  <inkml:trace contextRef="#ctx0" brushRef="#br0" timeOffset="297081.3383">19943 14263,'-24'0,"24"-25,-25 25,25 25,0 24,0 51,0 73,0 26,0-1,0 0,0 1,0-25,0-1,25-74,-25-24,0-26,0 1,0-75</inkml:trace>
  <inkml:trace contextRef="#ctx0" brushRef="#br0" timeOffset="297959.1259">19323 14784,'0'0,"-49"0,49-25,-25 25,0 0,-25 0,50 25,-24 24,24 1,0-25,0-1,0 1,0 25,0-25,0-1,49-24,-24 0,0 0,-25-24,25 24,-25-25,0 0,0-25,0 26,0-1,0 0,-25 50</inkml:trace>
  <inkml:trace contextRef="#ctx0" brushRef="#br0" timeOffset="298377.9817">19373 14982,'49'0</inkml:trace>
  <inkml:trace contextRef="#ctx0" brushRef="#br0" timeOffset="299089.9804">19670 14982,'-24'0,"-1"0,0 0,-25 25,26-25,24-25,24-25,-24 26,25 24,-25-50,25 50,-25-50,25 50,-25-49,0 24,0 50,49 24,-49 26,0-1,0 25,50 50,-50-50,0-24,0-25,25-1,-25 1</inkml:trace>
  <inkml:trace contextRef="#ctx0" brushRef="#br0" timeOffset="300207.9157">20340 14759,'-25'-25,"1"-25,24 75,24 25,26-1,-25-49,24 50,1-50,-25-74,-25 24,0 25,0 0,0 75,0 0,0 24,49 0,-49 26,0-26,0 0,0 1,0-1,0-24,0-25,0 0,-49-25,-26 0,75-50,-74-25,74 26,0-1,-50-24,50 49,0 0,25 25,0-49,0 49,49 0,-49 0,0 0,24 0</inkml:trace>
  <inkml:trace contextRef="#ctx0" brushRef="#br0" timeOffset="300838.8845">20960 15230,'-49'0,"-26"0,26 25,49-75,24 1,51-26,-75 26,50 24,-50 0,49 25,-49-74,0 123,0 1,0-1,0 26,0 24,0 0,0 1,0-26,0-24,0-26,0 26,25-50,-25-25,0 0</inkml:trace>
  <inkml:trace contextRef="#ctx0" brushRef="#br0" timeOffset="301309.7265">21208 15081,'0'-25,"50"25,0 0,-50-24,24 24,1 0</inkml:trace>
  <inkml:trace contextRef="#ctx0" brushRef="#br0" timeOffset="301502.908">21208 15205,'0'0,"50"0,24 0,-49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5:09:18.3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2224 6834,'0'-16,"0"1,0-1,0 32,0-1,0 16,0-16,0 1,19-1,1 32,-1-47,20 0,-20 0,-19-16,20 16,-20-31,0 0,0 16,0 0,0-16,0 46,0 16,0 15,0 16,0 15,0 16,0-16,0 1,38-1,-38-15,0-16,0 0,0-15,0-15,0 15,-19-47,-20 1,39-16,-39-16,39 32,-38-16,38 0,-39 0,39 0,-20 1,20-1,0 0,0 0,0 0,0 15,59 16,-21-30,1 30,-19 0,18 0,1 0</inkml:trace>
  <inkml:trace contextRef="#ctx0" brushRef="#br0" timeOffset="1">2534 7328,'0'0,"0"-15,20 15,-1 0,20 0,-39 30,19 17,-19-32,0 1,0 15,0-1,0-60,0-1,0 15,0 1,0-16,39 0,0 31,-20 0,-19 15,0 1,0-1,20 16,-20 16,0-32,0 0,0 1,0 15,38-31,-38 15,20-15</inkml:trace>
  <inkml:trace contextRef="#ctx0" brushRef="#br0" timeOffset="2">2980 7405,'20'0,"19"0,-20 0,0 0,20 0,-39-15,39 15</inkml:trace>
  <inkml:trace contextRef="#ctx0" brushRef="#br0" timeOffset="3">3097 7313,'0'0,"0"-31,0 46,0 16,0 0,0 0,0 0,0-16,0 16,0-16,0 1,0 15</inkml:trace>
  <inkml:trace contextRef="#ctx0" brushRef="#br0" timeOffset="4">3407 7359,'0'-16,"0"-14,0 60,0 1,0 0,0 16,0-17,0-14,39-1,-39 16,0-15,39-16</inkml:trace>
  <inkml:trace contextRef="#ctx0" brushRef="#br0" timeOffset="5">3737 7019,'-20'0,"40"-15,19 15,19 0,19-16,-18 16,-1 0,-19 0,-1 0,-18 0</inkml:trace>
  <inkml:trace contextRef="#ctx0" brushRef="#br0" timeOffset="6">3737 7220,'0'0,"19"0,1 0,-1 0,20 0,0 0,19 0,0 0,-39 0,1-16,19 16</inkml:trace>
  <inkml:trace contextRef="#ctx0" brushRef="#br0" timeOffset="7">4745 6911,'0'-16,"-19"16,58 62,-39-46,0-1,19-15,-19 31,39-31,-39 31,19-31,1 0,19-16,-39 1,19 0,-19-32,0 32,0-1,0 32,0 30,0 0,0 16,0 15,0 1,0-32,0 0,0-15,0 16,0-32,0 16,-39-31,0 0,20 0,-20-46,39 15,-39-16,39 17,0-1,0 0,0-16,0 32,39-16,0 31,0 0,-20 0,1 0,18 0</inkml:trace>
  <inkml:trace contextRef="#ctx0" brushRef="#br0" timeOffset="8">5075 7359,'0'-31,"0"16,39 15,-20 0,-19 15,20 16,-20 0,0 0,0-16,0-46,0 16,58-16,-58 15,19 16,-19-30,20 30,19-31,-20 31,-19 15,0 1,19-1,-19 16,0-16,0 1,0 15,0 0</inkml:trace>
  <inkml:trace contextRef="#ctx0" brushRef="#br0" timeOffset="9">5909 7189,'0'0,"0"-16,-19 16,58 0,-1 0,21 0,18 0,1-30,-1 30,-38 0,0 0,-20 0</inkml:trace>
  <inkml:trace contextRef="#ctx0" brushRef="#br0" timeOffset="10">6142 7004,'0'0,"0"-16,-19 16,19 16,0 30,0 0,0 1,38 14,-38-14,0-1,20-15,-20-16</inkml:trace>
  <inkml:trace contextRef="#ctx0" brushRef="#br0" timeOffset="11">6840 7158,'20'0,"19"0,19 0,58 0,-19 0,0 0,0 0,-19 0,-20 0,-39 0,1 0,-20-15</inkml:trace>
  <inkml:trace contextRef="#ctx0" brushRef="#br0" timeOffset="12">7151 6880,'0'0,"0"-31,0 77,0 1,0-1,0-15,19 0,-19-16,39 16</inkml:trace>
  <inkml:trace contextRef="#ctx0" brushRef="#br0" timeOffset="13">7286 7328,'0'-15,"-19"15,-20 0,0 0,1 30,-1 17,19-1,20 0,-38 1,38-16,0 0,0-16,38 16,-18-16,-1-15,20 0,-20 0,1 0,-1 0,20-15,-39-16,0 16,-39 15,20 0,-1 0,-18 0</inkml:trace>
  <inkml:trace contextRef="#ctx0" brushRef="#br0" timeOffset="14">8159 6787,'0'0,"-19"0,-20 0,20 16,19 30,-39 16,39 15,0 31,0 0,0 16,0-31,19-16,20-31,0-15,19 0,0-31,0 0,20 0</inkml:trace>
  <inkml:trace contextRef="#ctx0" brushRef="#br0" timeOffset="15">8373 7081,'0'0,"0"-31,0 15,0 47,0 16,0-1,0 0,0-15,0 0,0 0,0-15,0-1,38-46,-38 0,39-15,0 15,-39 0,39 0,-39 16,19 15,-19-16,20 16,18 0,-57 31,-20 0,0-16,1-15,38 31,0-15,19-16,-19 15,39-15,-20 31,20-31,-20 16,1-16,19 15</inkml:trace>
  <inkml:trace contextRef="#ctx0" brushRef="#br0" timeOffset="16">8799 7282,'0'0,"0"-16,0 32,20 15,-20-1,0-14,0-1,0 16,0 0,39-15</inkml:trace>
  <inkml:trace contextRef="#ctx0" brushRef="#br0" timeOffset="17">9187 7220,'-38'0,"57"0,0 0,1 0,19 0,-1 0,-18 0,-1 0,1 0</inkml:trace>
  <inkml:trace contextRef="#ctx0" brushRef="#br0" timeOffset="18">9265 7127,'-19'0,"19"-15,0 61,0-15,0 0,0 0,0 0,0-16,0 16,0-16,19 16</inkml:trace>
  <inkml:trace contextRef="#ctx0" brushRef="#br0" timeOffset="19">9963 7050,'0'15,"-39"-15,39 31,0-46,20 15,-20 15,0 1,-20-16,20-47,39 16,19 16,-19 15,-19 0,18 0,1 15,-39 16,0 0,0 0,0 0,-19 0,-1 0,1 0,-39-16,19-15,20 31,-20-31,0 0,20-15,19-16,0 0,38 31,1 0,-19 0,-1 0,20 0,-20 46,20-46,-39 16,19-16,1 0</inkml:trace>
  <inkml:trace contextRef="#ctx0" brushRef="#br0" timeOffset="20">10312 7081,'0'0,"0"-16,0 47,20 0,-20 0,0 0,0 0,0 15,0-30,0 15,39-62,-39 15,19 1,-19-16,39 15,-39 1,19 15,-19-46,20 46,-20-16,38 16,-18 0,-20-15,-20 46,1-16,0-15,19 15,0 16,0 0,0 0,38 0,1 0,0-16,-20-15</inkml:trace>
  <inkml:trace contextRef="#ctx0" brushRef="#br0" timeOffset="21">10797 7297,'0'0,"0"-15,0-1,39 16,-20 0,20 0,-39 16,0-1,0 16,-39-16,39 16,-58-15,39 15,-20 0,20-31,19 30,38-30,1 0,19 0,-38 0,19 0,-1 0</inkml:trace>
  <inkml:trace contextRef="#ctx0" brushRef="#br0" timeOffset="22">11127 7204,'19'0,"1"0,19 0,19 0,0-31,0 31,0 0,-38 0,-1 0</inkml:trace>
  <inkml:trace contextRef="#ctx0" brushRef="#br0" timeOffset="23">11321 7081,'0'-16,"0"47,0 0,39 15,-39 1,0-1,0-15,0-15,0-1,39-15,-39 31</inkml:trace>
  <inkml:trace contextRef="#ctx0" brushRef="#br0" timeOffset="24">11961 7034,'0'0,"19"0,-19 31,-19-31,-20-15,39-16,20 31,-20-15,38 15,1 0,0 0,0 0,-39 15,0 16,0-16,0 16,0 0,-39-15,20-1,-20-15,0 46,20-46,-1 0,20-15,0-16,39 31,0 0,19 0,-19 15,-20-15,-19 31,20-31</inkml:trace>
  <inkml:trace contextRef="#ctx0" brushRef="#br0" timeOffset="25">12368 6988,'0'-31,"39"31,-39 16,0 15,0-1,0 1,0 0,0 0,0 0,0-16,0 1,0-32,20-14,-20-1,38 0,1 0,-39 15,39 16,-39-15,39 15,-39-31,19 31,20 0,-58 0,19 31,-39-31,39 15,-39-15,39 16,-39-16,39 15,0 16,0-15,58 15,-38-31,-20 15,39-15,-39 15,19-15</inkml:trace>
  <inkml:trace contextRef="#ctx0" brushRef="#br0" timeOffset="26">12737 7173,'39'0,"-39"-15,39 15,-1 0,-18 0,19 0,-39 15,0 1,0-1,0 16,-20 0,1-15,-20-16,58 0,1 0,-1 0,1 0,-20 31,0-1,0 1,0-15,-20-16,1 0,-1 0,-18 0,-1 0,-19 0</inkml:trace>
  <inkml:trace contextRef="#ctx0" brushRef="#br0" timeOffset="27">13377 7143,'39'0,"0"0,-1 0,21 0,-21 0,21 0,-21 0,-18 0,-1 0,20 0</inkml:trace>
  <inkml:trace contextRef="#ctx0" brushRef="#br0" timeOffset="28">13649 7034,'0'-30,"0"14,0 1,0 46,0-1,0 17,0 15,0-1,0-14,0-16,19 0,-19-1,0-14,0-1</inkml:trace>
  <inkml:trace contextRef="#ctx0" brushRef="#br0" timeOffset="29">14172 7019,'0'-31,"0"16,0-1,39 16,-39 31,0 15,0 1,0-16,0 15,0 0,0-30,0-1,20-46,-20 0,38-15,1 15,-19 0,18 16,-18-16,38 0,-39 0,-19 47,0 15,-39-31,39 15,-38-15,38 15,-20-15,20 31,0 0,20 16,-20-32,19 31,-19-30,58-16,-19 15,-20-15</inkml:trace>
  <inkml:trace contextRef="#ctx0" brushRef="#br0" timeOffset="30">14774 7282,'0'0,"-20"0,-19 0,20 0,-20 0,20 0,19-31,19 15,20-15,-20-15,20 31,-39 45,0 17,-19-1,19-15,0 0,0 0,0-16,0 1,0 15,-20 0</inkml:trace>
  <inkml:trace contextRef="#ctx0" brushRef="#br0" timeOffset="31">14017 7158,'-39'-15,"1"15,18 0,-19 0,-19 0,0 0,19 0,-19 0</inkml:trace>
  <inkml:trace contextRef="#ctx0" brushRef="#br0" timeOffset="32">15103 6787,'0'-15,"20"46,-20 0,39 30,-39 17,0 30,0 0,0 0,0-15,0-1,-20-30,1 0,-20-16,0-15,0 0,1-15,-1 15,0-31,20 30</inkml:trace>
  <inkml:trace contextRef="#ctx0" brushRef="#br0" timeOffset="33">1914 8487,'0'-16,"0"1,-20 15,1 31,19 0,0 0,-39-1,39-14,0-1,19 32,1-47,-1 0,20 0,-39-16,39 16,-39-31,0 16,19-16,-19 16,0-1,0 32,0 30,19-46,-19 15,39-15,-19 16,-1-16,20 0,-39-31,0 0,0-15,0 15,-20 31,20-16,-19 16,38 0,20 0,-19 0,-1 0,0 0</inkml:trace>
  <inkml:trace contextRef="#ctx0" brushRef="#br0" timeOffset="34">2301 8255,'0'0,"-19"0,19-15,0 45,0 17,0-1,0 16,0-16,39 1,-39-16,0 15,19-46,-19 31,0-47,0 1,39-1,-39-14,0 14,0 1,19 15,-19-16,20 16,19 0,-20 0,-19 47,19-32,20 16,0-31,0 0,0 0,-1 0,-38-31,39 31,-39-31,0 16,0-16,0 0,0 15,-19 16,-1 0,20 47,0-32,0 16,39 0,0-31,0 0,0 0,-1 0,-38-31,20 0,-20 16,0-1,0-15,19 31,39 0,-38 0,-1 0,-19 16,0 15,0-16,0 1,39 15,-39-16,0 16,19-31,-19 31,20-31,-1 0,39 0,-19-31,-39 15,39-14,-39 14,19 1,-19-1,0-15,0 0,0 16,-19 15,19 15,0 16,0 0,0-15,0-1,19 16,20-31,0 0,0 0,19 0</inkml:trace>
  <inkml:trace contextRef="#ctx0" brushRef="#br0" timeOffset="35">5347 8425,'0'-16,"0"-14,0 14,0 1,0 46,0 15,0 16,0 30,0-30,0-15,0-17,0-14,0 15,0-16,0-46,0 16,19-16,-19 0,39 0,-39 0,19 0,-19 1,39 14,-39 1,20-16,-20 15,38 16,-38 31,-19 0,19-15,-39 14,0 1,39-15,-38-16,38 15,19 16,0-31,1 31,19-31,-20 31,20 0,-20 0</inkml:trace>
  <inkml:trace contextRef="#ctx0" brushRef="#br0" timeOffset="36">5793 8688,'0'0,"0"-16,39 32,-39-1,0 16,19 0,-19-16,0 1,0 15</inkml:trace>
  <inkml:trace contextRef="#ctx0" brushRef="#br0" timeOffset="37">6278 8564,'0'0,"-20"0,40 0,19 0,19 0,-19-15,-1 15,-18 0,-1 0</inkml:trace>
  <inkml:trace contextRef="#ctx0" brushRef="#br0" timeOffset="38">6355 8641,'-19'0,"58"0,19 0,0 0,20 0,19-15,-58 15</inkml:trace>
  <inkml:trace contextRef="#ctx0" brushRef="#br0" timeOffset="39">7054 8317,'0'0,"0"-31,0 46,0 16,0 16,0-1,0 31,0 0,0 16,0-31,0-16,0-15,0-15,0 15,0-47,38 1,-38-1,0-15,20 16,-20-1,0-30,39 31,-39-1,19 16,-19-31,19 31,-19-15,39 15,-19 0,-1 31,-19 0,39-1,-39 1,0-15,0-1,19 16,20-15,-20-16,1 0,-1 0,20 0</inkml:trace>
  <inkml:trace contextRef="#ctx0" brushRef="#br0" timeOffset="40">8334 8317,'0'-31,"0"15,-20 16,-18 0,18 0,1 0,-1 0,20 16,-38-16,38 46,0-30,0 15,0 15,0 16,0 15,19-31,-19 1,39-1,-39-15,19 0,-19 0,0-16,0 1,0 15,0-1,-19-30,-20-15</inkml:trace>
  <inkml:trace contextRef="#ctx0" brushRef="#br0" timeOffset="41">8043 8657,'0'0,"-19"0,19-16,0-15,38 31,1 0,19 0,0 0,1 0,-1 0,0 0,0 0,-19 0</inkml:trace>
  <inkml:trace contextRef="#ctx0" brushRef="#br0" timeOffset="42">8993 8255,'0'-15,"0"-16,-38 31,-1 0,0 31,20-16,-20 31,39 47,-58 15,58-31,0 16,0-31,19-16,0-15,20 0,19-15,-19-16,0 0,0 0,0 0</inkml:trace>
  <inkml:trace contextRef="#ctx0" brushRef="#br0" timeOffset="43">9052 8533,'0'0,"0"-15,0-16,0 15,38 16,1-31,0 31,-20 0,-19 16,0-1,39 16,-39 0,0 0,0 0,0 0,-58-31,58 15,-19-15,19-15,19-16,0 0,1 31,19-31,-1 31,-18-31,19 31,-39-15,19 15,-19-31,0 15,-39 16,20 16,19 15,0-16,0 1,0-1,0 31,39-15,-20-31,0 0,20 16,-20-16</inkml:trace>
  <inkml:trace contextRef="#ctx0" brushRef="#br0" timeOffset="44">9536 8579,'20'-15,"-1"15,20 0,-39 31,0 0,0-16,0 1,19-63,-19 32,59-16,-40 16,0 15,-19 15,0 16,0 0,0-16,39-15,-19 0</inkml:trace>
  <inkml:trace contextRef="#ctx0" brushRef="#br0" timeOffset="45">9963 8533,'0'0,"39"0,-39 16,0-1,0 0,0 16,-19-31,19 31,0-15</inkml:trace>
  <inkml:trace contextRef="#ctx0" brushRef="#br0" timeOffset="46">10196 8379,'0'0,"0"-31,19 15,20 16,-39 16,20-1,-20 16,19-31,-19 15,39-15,-20 0,1 0,-20-15,0 0,19 15,-19-31,0 15,0 47,0-15,0 14,0 17,0-16,0 0,0 0,0-16,0 16,0 0,0-16,0 1,-39-16,20 0,-20-16,39-15,0 0,0-15,0 31,0-1,0-15,39 31,0-15,-1 15,1 0</inkml:trace>
  <inkml:trace contextRef="#ctx0" brushRef="#br0" timeOffset="47">10603 8533,'0'0,"20"0,-1 16,-19 14,0 1,0 0,0-15,0-32,0 1,39 15,-39-31,19 31,-19-31,20 31,18 0,-38 15,0 1,0-1,0 32,20-32,-1 1</inkml:trace>
  <inkml:trace contextRef="#ctx0" brushRef="#br0" timeOffset="48">10972 8178,'0'0,"39"0,-1 15,-38 16,39 31,-39-16,0 1,0 14,0 17,0-17,0-14,0-1,0 0,-39-15,20 0,-20-15,20 15,-39-16</inkml:trace>
  <inkml:trace contextRef="#ctx0" brushRef="#br0" timeOffset="49">5424 9584,'0'-16,"0"1,0 46,0 0,-19 15,19 0,0 1,0-1,0-15,0 15,0-15,0-46,19-32,-19 16,39 0,-39 1,39-17,-39 32,39-1,-20-30,20 31,-20 15,-57 0,38 30,-20-30,20 16,-58-16,58 15,-19-15,19 31,0-15,0-1,19 16,39-16,-38-15,-20 31,58-31,-19 31</inkml:trace>
  <inkml:trace contextRef="#ctx0" brushRef="#br0" timeOffset="50">5832 9846,'0'-31,"19"31,-19 16,0-1,-19-15,19-31,19 16,20 15,-20 0,20 46,-39-15,0-15,0 15,-19-1,-1 17,-19-16,1-16,18-15,-19 31,20-31,19-15,0-1,0 1,19 15,-19-16,39 16,-19 0,38 16,-58 15,39-16,-1 16</inkml:trace>
  <inkml:trace contextRef="#ctx0" brushRef="#br0" timeOffset="51">6394 9754,'-19'0,"58"0,19-31,0 31,0 0,-38 0,38 0</inkml:trace>
  <inkml:trace contextRef="#ctx0" brushRef="#br0" timeOffset="52">6355 9908,'20'0,"19"0,19 0,19 0,-18-15,-1 15,-39 0</inkml:trace>
  <inkml:trace contextRef="#ctx0" brushRef="#br0" timeOffset="53">7267 9460,'0'-15,"0"46,0 15,0 0,0 1,0-1,0-15,19 0,-19-16,0 16,0-46,20-1,-20-15,19 16,-19-1,58 16,-58-46,20 46,-20-15,19 15,1 0,-20 30,38 1,-38-15,0 15,0 0,0-16,20 16,-20-16,39-15,-20 0,0 0,20 0,-19-31,-1 31,20-30</inkml:trace>
  <inkml:trace contextRef="#ctx0" brushRef="#br0" timeOffset="54">8741 9352,'0'-31,"0"16,0-1,-39 16,20 0,0 0,-20 16,39 14,0 1,0-15,0-1,0 16,0-15,19 15,-19-1,0 1,20 16,-20-16,0-1,0 1,0 0,0-15,0 15,0-16,0 0,-20 16,-19-31,20 0</inkml:trace>
  <inkml:trace contextRef="#ctx0" brushRef="#br0" timeOffset="55">8489 9553,'0'-16,"39"16,0 0,19 0,19-31,1 31,0 0,-1 0</inkml:trace>
  <inkml:trace contextRef="#ctx0" brushRef="#br0" timeOffset="56">9498 9182,'0'0,"-20"0,1 0,-1 0,1 0,-20 15,1 32,18 30,-19-15,1 46,38-15,0-1,0 16,0-46,19 0,39-31,-19 0,19 0,-19-31,19 15,-19-15,-20 0,1 0</inkml:trace>
  <inkml:trace contextRef="#ctx0" brushRef="#br0" timeOffset="57">9517 9491,'0'0,"0"-31,0 16,19 15,20 0,0 0,-20 0,-19 15,0 1,0 14,0-14,0-1,0 16,0 0,-38-31,-1 0,39-15,19-32,1 47,18-31,-18 31,-1-15,20 15,-20-31,1 16,-40 15,-18 0,38 15,0 16,0-16,0 1,0 15,0-16,19-15,-19 31,58-31,-38 0,-1 0,20 0,-20 0,1 0</inkml:trace>
  <inkml:trace contextRef="#ctx0" brushRef="#br0" timeOffset="58">9944 9568,'0'0,"19"0,1 16,-20-1,0 16,0 0,0-16,0-61,0 15,38 31,-38-31,20 31,-1 0,1 0,-20 16,0 15,0-1,0-14,0-1,38-15</inkml:trace>
  <inkml:trace contextRef="#ctx0" brushRef="#br0" timeOffset="59">10351 9537,'0'0,"39"0,0 0,0 0,-1 0,59 0</inkml:trace>
  <inkml:trace contextRef="#ctx0" brushRef="#br0" timeOffset="60">10468 9429,'0'0,"0"-15,0 46,0 0,0 15,0-15,0 0,0-16,0 16,19-16,-19 16</inkml:trace>
  <inkml:trace contextRef="#ctx0" brushRef="#br0" timeOffset="61">11069 9244,'0'-16,"0"-15,0 16,-20 15,20 31,0 15,0 1,0-1,0-15,0 0,0-16,0 32,0-78,0 15,20 1,38-32,-39 47,1 0,-20 16,0-1,0 1,0-1,39-15,-39 31,0-15</inkml:trace>
  <inkml:trace contextRef="#ctx0" brushRef="#br0" timeOffset="62">10991 9553,'0'0,"20"0,18 0,21 0,-1 0,0 0,0 0,-19 0,-20 0</inkml:trace>
  <inkml:trace contextRef="#ctx0" brushRef="#br0" timeOffset="63">11166 9723,'0'-16,"0"32,0-1,-39-15,39 16,-19-16,19-16,0-15,19 31,-19-15,39 15,0 0,-20 0,-19 46,0-15,0 0,0 0,-19-16,-20 1,19-16,1 46,-20-46,39-15,0-16,20 31,-1 0,0 0,-19 15,20-15,-20 31,58-31,-39 0,-19 16</inkml:trace>
  <inkml:trace contextRef="#ctx0" brushRef="#br0" timeOffset="64">11690 9599,'0'-15,"19"15,-19 15,0 1,0-1,0 16,0-16,0 16,0-15,-19 15,-40-16,21-15,-40 0</inkml:trace>
  <inkml:trace contextRef="#ctx0" brushRef="#br0" timeOffset="65">12039 9336,'0'-30,"0"14,19 47,-19-16,0 1,39-16,-39 46,39-46,-39 31,19-31,0 0,20-15,-39-32,20 32,-20-1,0-30,0 31,0 46,0-1,0 17,0-1,0 1,0-1,0 0,0 1,0-17,0 17,0-32,0 1,0-1,-20-15,-19 0,1 0,-21-15,59-1,0-15,0 0,0 1,20-1,-1 31,20 0,0 0,-20 0,1 0,18 15</inkml:trace>
  <inkml:trace contextRef="#ctx0" brushRef="#br0" timeOffset="66">12368 9784,'20'0,"-20"-30,39 30,-20 0,0 30,-19 1,0 0,0 0,0-15,0-63,0 32,0-16,39 0,-19 31,-20-15,19 15,20 0,-39 46,0-31,19 16,-19 0,0-15</inkml:trace>
  <inkml:trace contextRef="#ctx0" brushRef="#br0" timeOffset="67">12989 9553,'-39'0,"59"0,19 0,19 0,0 0,0-31,0 31,-19 0,-20 0,-19-16,39 16</inkml:trace>
  <inkml:trace contextRef="#ctx0" brushRef="#br0" timeOffset="68">13164 9429,'0'0,"0"-15,0 30,0 32,0-1,0 0,19 1,-19-17,0-14,0-1,19 16</inkml:trace>
  <inkml:trace contextRef="#ctx0" brushRef="#br0" timeOffset="69">13843 9213,'0'0,"0"-31,0 0,0 16,0-1,0 32,0 15,0-1,0 1,0 16,0-32,0 1,0-1,38-30,-38-1,0 1,39-16,-39 15,39-15,0 16,0 15,-1 0,-38-15,-19 15,-20 30,20-30,19 16,-20-16,20 31,0 0,0-16,20 16,-1-31,1 15,18-15,1 0,0 0</inkml:trace>
  <inkml:trace contextRef="#ctx0" brushRef="#br0" timeOffset="70">14231 9275,'0'-16,"19"16,0 0,-19 47,0-17,0 1</inkml:trace>
  <inkml:trace contextRef="#ctx0" brushRef="#br0" timeOffset="71">13804 9522,'19'0,"39"0,20 0,0 0,19 0,-20-31,-19 31,-19 0,0 0</inkml:trace>
  <inkml:trace contextRef="#ctx0" brushRef="#br0" timeOffset="72">14134 9676,'0'0,"0"16,-39-16,58 0,20 0,-20 0,-19 15,0 32,0-32,0 16,-19-16,19 1,-58-16,19 31,20-31,19-16,19 16,20 0,0 0,-1 0,1 0,-19 0</inkml:trace>
  <inkml:trace contextRef="#ctx0" brushRef="#br0" timeOffset="73">14502 9151,'0'-31,"19"31,1 16,19 30,-20 0,20 1,0 30,-39 0,38 0,-38-15,0 0,0 0,-19 15,-20-31,20 1,-39-16,38 15,-19-31,20 16,0-31,19 16,-39-16</inkml:trace>
  <inkml:trace contextRef="#ctx0" brushRef="#br0" timeOffset="74">5405 10681,'0'0,"0"-31,0 15,0 63,0-1,0 16,0-16,0 0,0-15,0-15,0-1,19-15,-19-31,39 0,-39 1,20-1,-20 0,38 15,-38 1,20 15,-20-47,19 47,-19-15,39 15,-39 15,0 16,-19 0,-20 0,19-31,-18 31,18-31,20 16,39-1,-20-15,1 46,19-46,-39 31,38-31,-38 31,39-31</inkml:trace>
  <inkml:trace contextRef="#ctx0" brushRef="#br0" timeOffset="75">5773 10990,'0'-16,"0"-15,20 31,19-15,-20 15,0 0,-19 15,0 16,0-15,0-1,0 16,-38-31,38 31,0-47,19 16,20 0,-20 0,-19 16,39 30,-39-30,0 15,0-16,-39 0,20 16,-1-31,-18 16,18-16,-19 0,39-47,0 17,0 14,20 16,19 0,-20 0,0 0,20 16</inkml:trace>
  <inkml:trace contextRef="#ctx0" brushRef="#br0" timeOffset="76">6355 10742,'0'0,"20"0,-1 0,20 0,19 0,-38 0,-1 0,0 0</inkml:trace>
  <inkml:trace contextRef="#ctx0" brushRef="#br0" timeOffset="77">6355 10959,'0'0,"20"0,38-16,0 16,0 0,1-15,-21 15,-18 0</inkml:trace>
  <inkml:trace contextRef="#ctx0" brushRef="#br0" timeOffset="78">7519 10372,'0'-16,"0"47,0 31,0 31,0-16,0 0,0-15,0 15,0-31,20-15,-20-15,0-1,0-46,0 16,19-31,-19 15,39 0,-39 0,39 15,-1-30,21 46,-40 15,-19 1,19 15,-19-16,0 1,39 15,-39 0,20-31,-20 15,19-15</inkml:trace>
  <inkml:trace contextRef="#ctx0" brushRef="#br0" timeOffset="79">8780 10511,'0'-16,"0"1,0-1,-19-15,-1 31,1 16,19-1,0 1,-39 15,39 15,0 0,19 16,-19-16,39 1,-39-1,58-15,-58-15,20 14,-20 1,0-15,-39-16,-19 0,58-16</inkml:trace>
  <inkml:trace contextRef="#ctx0" brushRef="#br0" timeOffset="80">8625 10789,'0'0,"0"-31,0 15,39 16,19 0,-19-31,19 31,-19 0,-1 0,1 0</inkml:trace>
  <inkml:trace contextRef="#ctx0" brushRef="#br0" timeOffset="81">9246 10325,'0'-15,"-20"15,1 0,19 15,-20 32,20 14,0 63,0 15,0-15,0-1,0-30,39-31,19-16,-19-15,0-31,0 15,-1-15</inkml:trace>
  <inkml:trace contextRef="#ctx0" brushRef="#br0" timeOffset="82">9556 10634,'0'-46,"0"30,0 1,19-16,20 31,-20 0,1 0,-20 16,58-1,-58 0,19 16,-19 0,0 0,0 0,0 0,-19-16,19 1,-39-16,39 31,-39-31,39-16,0 1,0-1,0-15,20 31,19-30,-20 30,20-16,-20-15,-19 16,0-1,0 32,-39 15,39 0,0-1,0-14,20 15,-20-16,39-15,-20 31,20-31,-20 0,1 0</inkml:trace>
  <inkml:trace contextRef="#ctx0" brushRef="#br0" timeOffset="83">9963 10742,'0'0,"0"-15,39 15,-39 31,0-16,0 1,0 15,0-16,0-46,0 16,0-16,19 31,-19-31,20 31,-1 0,-19 15,39-15,-39 47,0-16,19 0,-19-16</inkml:trace>
  <inkml:trace contextRef="#ctx0" brushRef="#br0" timeOffset="84">9847 10588,'0'-16,"-20"16,-18 0,18 31,20-15,0 15,0 0,0-16,20 16,-1-31</inkml:trace>
  <inkml:trace contextRef="#ctx0" brushRef="#br0" timeOffset="85">10390 10665,'58'0,"-19"0,-20 0,1 0,-1 0,20 0,0 0</inkml:trace>
  <inkml:trace contextRef="#ctx0" brushRef="#br0" timeOffset="86">10487 10557,'0'-31,"0"47,0 14,0 17,0-1,39-15,-39 0,0 0,0 0,0-16,0 1</inkml:trace>
  <inkml:trace contextRef="#ctx0" brushRef="#br0" timeOffset="87">11069 10402,'0'-15,"0"-16,0 16,0 46,0 15,0 0,0 1,0-1,0-15,0 0,0-16,39-15,-39 16,19-32,-19-15,39 16,-39-16,19 31,-19-15,39 15,-20 0,1 0,-20 46,39-15,-39 0,0-16</inkml:trace>
  <inkml:trace contextRef="#ctx0" brushRef="#br0" timeOffset="88">11030 10789,'0'0,"39"0,38 0,20-16,-19 16,-20 0,-19 0,-20 0</inkml:trace>
  <inkml:trace contextRef="#ctx0" brushRef="#br0" timeOffset="89">11321 10897,'-19'0,"38"-16,20 16,0 0,-1 0,-38 16,20-16,-20 46,0-30,0-1,0 1,-20 14,1-14,-20-16,20 46,-20-46,39-15,0-1,39 16,-39-15,39 15,-20 0,0 0,20 0,-19 0,-1 0</inkml:trace>
  <inkml:trace contextRef="#ctx0" brushRef="#br0" timeOffset="90">11845 10711,'0'0,"19"0,1 16,-20-1,38 16,-38 16,0-32,0 1,0-1,-19 16,-20-16</inkml:trace>
  <inkml:trace contextRef="#ctx0" brushRef="#br0" timeOffset="91">12368 10495,'0'-15,"0"-1,39 47,-39 0,20 0,-20 0,38-16,1-15,-19 31,-1-31,39 0,-58-31,0 16,0-1,0 1,0-16,0 16,-19-1,19 32,0 15,0 15,0 0,0 16,19 0,-19 0,0 15,39-31,-39 1,0-17,0-14,-19 15,-20-31,19 0,-18 0,38-31,-39-15,39 15,-20 0,20-16,0 1,0 31,20-16,-1 31,20 0,0 0,19 0,-19 0,0 31,-20-16</inkml:trace>
  <inkml:trace contextRef="#ctx0" brushRef="#br0" timeOffset="92">12873 10851,'0'-31,"19"31,1 0,-1 0,-19 15,0 1,39 14,-39-14,0-1,0 16,-20-31,20-15,0-1,0 1,0-1,20-14,-20 14,39 16,-20 0,20 0,-39 31,0-16,0 1,0-1,0 32,0-32</inkml:trace>
  <inkml:trace contextRef="#ctx0" brushRef="#br0" timeOffset="93">13299 10727,'39'-16,"-19"16,18 0,1 0</inkml:trace>
  <inkml:trace contextRef="#ctx0" brushRef="#br0" timeOffset="94">13358 10619,'0'0,"0"31,0 0,0 15,19-15,-19 0,0 0,0-16,19 16</inkml:trace>
  <inkml:trace contextRef="#ctx0" brushRef="#br0" timeOffset="95">14017 10341,'0'-16,"0"47,0 15,0 32,0-16,0-16,0-15,0 0,0-16,0-30,0-16,39 0,-39 0,39 0,-20 0,20-15,-20 30,20 16,-39-15,20 15,-20 15,0 1,0 15,-39-31,39 15,-58-15,38 0,20 31,20 0,38 0,0 0,-39-31,-19 31,39-31</inkml:trace>
  <inkml:trace contextRef="#ctx0" brushRef="#br0" timeOffset="96">14424 10634,'0'-46,"0"30,39 16,-58 31,-1-31,20-15,0-16,0 0,39 31,-19 0,-1 0,-19 16,0 14,0-14,0-1,0 16,0-15,-19-1,19 16,-39-16,19 1,59-16,-19 0,-1 0,20 0,-20 0,1 0</inkml:trace>
  <inkml:trace contextRef="#ctx0" brushRef="#br0" timeOffset="97">13998 10881,'-20'0,"40"0,19 0,38 0,1 0,38-15,-38 15,-20 0,0 0,0-15,-38 15,18 0</inkml:trace>
  <inkml:trace contextRef="#ctx0" brushRef="#br0" timeOffset="98">14269 11005,'20'0,"-20"15,0 1,-39-16,39-16,19 16,-19-30,39 30,-19 0,-1 0,20 15,-39 16,0 0,0 0,0-16,-39 16,20-15,-1 14,-19-30,20 31,0-31,19-31,19 31,0 0,20 0,0 0,-39 16,19-16,1 0</inkml:trace>
  <inkml:trace contextRef="#ctx0" brushRef="#br0" timeOffset="99">14696 10294,'58'16,"-19"15,19 46,20 16,-1 15,1 46,0-30,-1 15,-77-15,0-32,0 1,-39-31,-58 0,-19-16,19 0,19 1,-19-1</inkml:trace>
  <inkml:trace contextRef="#ctx0" brushRef="#br0" timeOffset="100">5521 12056,'0'0,"0"-16,0 32,0 30,0 16,0 0,0-1,0-14,0-1,0-30,0-1,0-61,59-1,-59 1,58-16,-19 31,-20 16,20-16,-20 31,-19-16,39 16,-39 31,-20 0,20-15,-38 15,18-16,-18-15,38 31,-39-31,39 15,19-15,-19 31,20-15,-1-16,20 31,-20-31,0 31,20-31,-19 15</inkml:trace>
  <inkml:trace contextRef="#ctx0" brushRef="#br0" timeOffset="101">6142 12411,'-19'0,"-1"0,1 0,-20 0,20 0,-20 0,97-31,-58 0,39 16,-39-1,39 16,-39-31,0 16,19 15,-19 31,0 15,0 1,0-1,0 0,0 1,0-32,0 0,0 1,39 15</inkml:trace>
  <inkml:trace contextRef="#ctx0" brushRef="#br0" timeOffset="102">7092 12133,'-19'0,"-20"0,78-16,-20 16,20 0,19 0,1-30,-21 30,1 0,0 0,-20 0,1 0</inkml:trace>
  <inkml:trace contextRef="#ctx0" brushRef="#br0" timeOffset="103">7054 12287,'0'0,"19"0,0 0,40 0,-21 0,1-15,0 15,0 0,0-16,-20 16</inkml:trace>
  <inkml:trace contextRef="#ctx0" brushRef="#br0" timeOffset="104">7907 11870,'0'-15,"0"-1,0-15,0 16,0 46,0 0,0 15,0 16,0 31,20-32,-20-14,0-1,0-15,0 0,38 0,-38-16,0 1</inkml:trace>
  <inkml:trace contextRef="#ctx0" brushRef="#br0" timeOffset="105">7985 12133,'0'-16,"0"1,19 15,20 0,-20 0,-19 31,20-16,-20 16,0-15,39-1,-39 16,0 0,0-16,0 1,19 15,-19 0,0-16,19-15,-19 16,39-16,0 0,-20 0,1 0,18-16,-18 16,-20-31</inkml:trace>
  <inkml:trace contextRef="#ctx0" brushRef="#br0" timeOffset="106">8799 11808,'0'-15,"0"0,-19 15,19-31,-19 31,-1 0,20 15,-39-15,39 16,0 30,0-15,0 0,0 0,0-1,0 1,20 16,-20-16,0-16,0 1,19 14,-19-14,0-1,0 32,0-32,-39 1,20-16,0 0</inkml:trace>
  <inkml:trace contextRef="#ctx0" brushRef="#br0" timeOffset="107">8586 12087,'0'0,"0"-16,19 16,1-15,19 15,19 0,-39 0,1-31,18 31,1 0</inkml:trace>
  <inkml:trace contextRef="#ctx0" brushRef="#br0" timeOffset="108">9187 11685,'0'15,"-38"-15,38 31,-20-31,20 47,0-1,0 16,0 30,0 17,0-17,39-15,0 1,-20-32,20 0,-39-30,39-1,0 16,-20-31,0 0,1 0,18 0,-18 16</inkml:trace>
  <inkml:trace contextRef="#ctx0" brushRef="#br0" timeOffset="109">9401 11917,'0'-31,"0"15,19 16,-19-15,19 15,20 0,0 0,-20 0,20 0,-39 31,0 0,0-1,0-14,0 30,0-30,0-1,-19 16,19-15,-39-1,20 16,19-47,0 1,0 0,19-16,-19 15,39 1,-20-16,-19 15,58-15,-38 1,-20 14,39 1,-39-16,19 31,-19-16,-39 16,20 16,19-1,0 16,0-15,0-1,0 16,0-16,0 1,19-16,20 31,19 0,-38-31,-1 15</inkml:trace>
  <inkml:trace contextRef="#ctx0" brushRef="#br0" timeOffset="110">9847 12087,'0'-16,"0"1,19-16,1 31,-20-16,38 16,-18 31,-20-15,0-1,0 16,0-16,0 1,0 15,0-62,0-15,19 46,-19-16,39 16,-39-15,19 15,1 0,-20 15,0 1,0 14,0-14,0-1,0 1,19-16,-19 31,0-16,39-15</inkml:trace>
  <inkml:trace contextRef="#ctx0" brushRef="#br0" timeOffset="111">10390 11917,'-39'0,"20"0,-1 0,59 0,19 0,1 0,-1-16,0 16,-19 0,0 0,-20 0,-19-15,19 15</inkml:trace>
  <inkml:trace contextRef="#ctx0" brushRef="#br0" timeOffset="112">10526 11731,'-39'0,"39"-31,0 47,0 15,0 15,0 16,0-16,0-15,19 0,-19 0,0 0,20 0,-20-16</inkml:trace>
  <inkml:trace contextRef="#ctx0" brushRef="#br0" timeOffset="113">11011 11638,'0'0,"-20"0,20-15,0 30,0 16,0 0,0 16,0-16,0-1,0 1,0-15,0-1,0 16,0-15</inkml:trace>
  <inkml:trace contextRef="#ctx0" brushRef="#br0" timeOffset="114">10991 11870,'0'-15,"0"-16,0 15,0 1,39 15,-39-15,19 15,1 0,-1 0,-19 30,0-14,39 15,-39-16,0 1,0 15,0-1,0-14,39-16,-20 0,20 0,-20 0,20 0</inkml:trace>
  <inkml:trace contextRef="#ctx0" brushRef="#br0" timeOffset="115">11709 11901,'0'16,"0"-1,0 16,0-16,0 1,0-1,0 16,0-15,-39 15,20-31,-20 46,20-46,-1 31</inkml:trace>
  <inkml:trace contextRef="#ctx0" brushRef="#br0" timeOffset="116">12233 11731,'0'-15,"-39"15,39-16,0 32,19-16,-19 15,20-15,-20 16,19-16,-19 31,39-31,-20 0,20 0,-39-16,0-30,0 15,0 15,0 47,0 0,0 16,0 14,0 1,0 0,0-16,0 1,0-1,0-15,0-16,0 1,0 15,-19-31,-1 0,-19-31,39 0,-38 0,38 0,0 0,0 16,0-16,58-16,-39 47,1 0,-1 0,20 0,-20 0</inkml:trace>
  <inkml:trace contextRef="#ctx0" brushRef="#br0" timeOffset="117">12543 12025,'19'0,"-19"-16,39 32,-39-1,0 1,39 15,-39-16,0 16,0-62,0 0,0 16,19-16,20 0,-19 31,-1 0,-19 15,0 16,0-15,39-16,-39 46,0-15,0-16,19-15</inkml:trace>
  <inkml:trace contextRef="#ctx0" brushRef="#br0" timeOffset="118">13493 11824,'0'-16,"0"1,0 0,0-16,0 0,0 15,0 1,0-16,0 15,0 32,0 15,0 15,0-15,0 0,0 0,0-16,0 1,0 15,0-16,0 16,20-62,-20 0,19-15,-19 30,39 16,-39-30,19-1,-19 15,20 16,-20-15,39 15,-20 0,-19 15,-39-15,39 31,-19-31,19 16,-20-16,20 15,-19-15,19 31,19-31,1 46,19-46,-20 16,0-16,20 15,-19 16,-20-16</inkml:trace>
  <inkml:trace contextRef="#ctx0" brushRef="#br0" timeOffset="119">13804 11886,'0'0,"0"-16,39 16,-1 0,1 0,0 0,-20 0,-19 31,0 0,0 0,0-16,-38-15,57-15,20 15,-20 15,1 1,-20-1,0 16,-20-15,-19-16,-19 31,39-31,-1 0,-18 0,38-16,19 1,20 15,-20 0,20 0</inkml:trace>
  <inkml:trace contextRef="#ctx0" brushRef="#br0" timeOffset="120">12892 11855,'-19'-31,"38"31,1 0,18 0,1 0,0 0,19 0,0-16,-19 16,-20 0,20 0,-39-30</inkml:trace>
  <inkml:trace contextRef="#ctx0" brushRef="#br0" timeOffset="121">13047 11685,'0'-31,"0"15,0 47,0 0,0 16,0-1,0 0,0 1,0-32,0 1,0-1,39 16,-58-47</inkml:trace>
  <inkml:trace contextRef="#ctx0" brushRef="#br0" timeOffset="122">14095 11608,'-20'0,"20"-31,39 62,-19-16,18 31,1 47,-39 15,39-31,-39 16,0 15,0-30,-19 14,-20 1,-19-31,-1 15,1-31,0 1,19-32,20 16,-20-31,58 0</inkml:trace>
  <inkml:trace contextRef="#ctx0" brushRef="#br0" timeOffset="123">4125 13199,'0'-31,"19"31,20 0,-20 0,-19 31,0 0,0-16,0 1,-38 30,-21 0,-18 16</inkml:trace>
  <inkml:trace contextRef="#ctx0" brushRef="#br0" timeOffset="124">5773 13106,'0'0,"0"16,0 15,0-1,0 17,0-16,0-16,0 16,0-46,20-16,-20 0,39-16,-39 32,38 0,1-16,-19 31,-1 0,0 0,20 0,-39 15,0 31,0-15,0 16,0-32,0 1,20 14,18 1,-18-31,19 0,19 0,0-15</inkml:trace>
  <inkml:trace contextRef="#ctx0" brushRef="#br0" timeOffset="125">6879 13214,'-39'-31,"59"31,38-15,-19 15,19 0,-19-31,-1 31,1 0,0 0</inkml:trace>
  <inkml:trace contextRef="#ctx0" brushRef="#br0" timeOffset="126">6918 13292,'39'0,"-1"0,21 0,18-16,-19 16,-19 0</inkml:trace>
  <inkml:trace contextRef="#ctx0" brushRef="#br0" timeOffset="127">7674 13013,'0'0,"0"-15,-19 15,0 0,-20 0,19 0,-18 15,18 32,20-32,0 16,-39-15,39-1,0 16,0-16,20 1,-20 15,19 0,1-16,38-15,-58 31,19-31,20 0,-39-15,39 15,-39-16,19 16,-19-15,39-16,-39-16,0 32,0-16,0 0,0 16,0-16,0 15,-39 16,20-15,-1 15,-18 0,38 15</inkml:trace>
  <inkml:trace contextRef="#ctx0" brushRef="#br0" timeOffset="128">7888 13060,'19'0,"20"0,-39 15,0 16,19-31,-19 16,0 30,-19-31,-20 16,20-15,-20 15,39-16</inkml:trace>
  <inkml:trace contextRef="#ctx0" brushRef="#br0" timeOffset="129">8217 13060,'0'0,"0"-16,0 1,0-1,20 16,-20 31,0 16,19-1,-19 0,0-15,58 0,-58-15,39-16,-39 46</inkml:trace>
  <inkml:trace contextRef="#ctx0" brushRef="#br0" timeOffset="130">8664 13122,'0'0,"0"15,38 1,-38-1,0 16,0-16,0 16,-19-31,19 16</inkml:trace>
  <inkml:trace contextRef="#ctx0" brushRef="#br0" timeOffset="131">9013 13013,'0'-30,"19"30,-19-31,39 31,0 0,0 0,-20 0,-19 31,0-16,0 16,0 0,-19 15,19-15,-39 15,19-30,20-1,-58-15,58 47,39-47,0 0,0-16,-1 16,1 0,0-15,0 15,-20 0</inkml:trace>
  <inkml:trace contextRef="#ctx0" brushRef="#br0" timeOffset="132">9498 13122,'0'0,"0"15,38 16,-38 0,0-16,0 1,0 15,0-16,-19 1,19 14,-58-14,58-1</inkml:trace>
  <inkml:trace contextRef="#ctx0" brushRef="#br0" timeOffset="133">9944 13199,'0'0,"39"0,-20 0,0 0</inkml:trace>
  <inkml:trace contextRef="#ctx0" brushRef="#br0" timeOffset="134">10274 13199,'38'0,"1"0,-39-31,58 31</inkml:trace>
  <inkml:trace contextRef="#ctx0" brushRef="#br0" timeOffset="135">10720 13168,'0'-15,"38"15,-18 0</inkml:trace>
  <inkml:trace contextRef="#ctx0" brushRef="#br0" timeOffset="136">11030 13153,'0'0,"39"0,-20 0,1 0</inkml:trace>
  <inkml:trace contextRef="#ctx0" brushRef="#br0" timeOffset="137">11418 13199,'0'0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8:42:55.376"/>
    </inkml:context>
    <inkml:brush xml:id="br0">
      <inkml:brushProperty name="width" value="0.05292" units="cm"/>
      <inkml:brushProperty name="height" value="0.05292" units="cm"/>
      <inkml:brushProperty name="color" value="#5F4B79"/>
    </inkml:brush>
  </inkml:definitions>
  <inkml:trace contextRef="#ctx0" brushRef="#br0">4316 7491,'-24'0,"-26"0,25 0,0 0,1 0,48 0,1 0,25 0,-25 0,-1 0,26 0,0 0,-1 0,-24 0,25 0,-1 0,26 0,-26 0,1 0,-1 0,1 0,-50 25,50-25,-26 0,26 0,-25 0,0 0,24 0,-24 0,0 0,0 0,24 0,-24 0,0 0,25 0,-26 0,1 0,0 0,25 0,-1 0,1 0,-1 0,1 0,0 25,24-25,-24 0,-1 0,1 0,-1 0,1 0,0 0,24 49,-24-49,-25 0,24 0,-24 0,25 0,-26 0,1 0,25 0,-25 0,-1 0,1 0,25 0,-50 25</inkml:trace>
  <inkml:trace contextRef="#ctx0" brushRef="#br0" timeOffset="1972.6071">10766 8855,'-25'0,"74"-25,26 25,24-49,25 49,-25-99,0 99,1-75,-51 75,-24 0,25-25,-25 25,-50 0</inkml:trace>
  <inkml:trace contextRef="#ctx0" brushRef="#br0" timeOffset="2428.353">10989 8979,'0'25,"25"-75,49 1,50 24,0-25,0 50,-25-74,-24 74,-26 0,1 0,-50-25,-25 25</inkml:trace>
  <inkml:trace contextRef="#ctx0" brushRef="#br0" timeOffset="4730.7218">8037 10220,'0'0,"-50"0,26 0,-1 0,0 0,50 0,0 0,24-25,-24 25,0 0,24 0,-24-50,0 50,50 0</inkml:trace>
  <inkml:trace contextRef="#ctx0" brushRef="#br0" timeOffset="5204.1158">7987 10393,'50'0,"24"0,1-74,-1 74,1-25,-1 25,-24 0,-1 0</inkml:trace>
  <inkml:trace contextRef="#ctx0" brushRef="#br0" timeOffset="16498.0629">17215 9847,'25'0,"-1"0,1 0,25 0,-25 0,24 0,-24 0,0 0,24 0,1 0,-25 0,-25 25,25-25,24 0,-24 0,25 0,-1 0,-24 0,25 0,-25 0,-1 0,26 0,0 0,-26 0,1 0,25 0,-1 0,1 0,0 0,-1 0,1 0,24 0,-24 0,-1 0,26 0,-1 0,-24 0,-25 0,-1 0,-24 25,75-25,-25 0,-1 0,1 0,-25 0,-1 0,26 0,-25 0,0 0</inkml:trace>
  <inkml:trace contextRef="#ctx0" brushRef="#br0" timeOffset="17592.1454">20142 9996,'-50'0,"75"0,49 0,-49 0,25 0,24-49,25 49,75 0,-25 0,49 0,1 0,-1 0,-49 0,-50 0,-24 0,-1 0,-49 0,0 24,24-24,-74 0</inkml:trace>
  <inkml:trace contextRef="#ctx0" brushRef="#br0" timeOffset="21375.2809">348 10716,'0'0,"-50"0,50-25,0 0,0 0,0 75,0-1,25 26,-25 24,0 0,25 0,-25-49,0-25,0 0,49-25,-49-75,0 1,0-25,0-1,0-24,0 50,0 24,0 1,0-1,0 25,25 25,0-49,24 49,-24 0,0 0,25 0,-50 49,0 26,-25-26,0 1,-25 0,26 24,-26-49,25 0,-24 24,98-24,-24-25,0 50,24-50,26 49,-50-49,-1 25,26-25,-25 0,0 50,24-50</inkml:trace>
  <inkml:trace contextRef="#ctx0" brushRef="#br0" timeOffset="21647.2967">794 10815,'0'-25,"25"25,25-50,-26 50,1 0</inkml:trace>
  <inkml:trace contextRef="#ctx0" brushRef="#br0" timeOffset="22374.8847">993 10592,'0'0,"0"-25,0 0,0-25,0 26,0 73,0 1,0-1,0 26,0-26,0 1,0 0,0-1,24-24,-24-99,0-1,50-24,-50 0,50-25,-50 49,49 26,-49-1,50 1,-1-1,1 0,-50 100,-25 0,-24-1,24 1,-25 24,50-49,-49 0,49 24,49-49,26 0,24 0,25-24,-50 24,-24 0,-25 0,-50 74</inkml:trace>
  <inkml:trace contextRef="#ctx0" brushRef="#br0" timeOffset="22708.0338">397 11311,'-25'0,"25"25,-24-25,48 0,51 0,24-50,50 1,0-1,-25 0,25 25,-50 25,-50-49,1 49</inkml:trace>
  <inkml:trace contextRef="#ctx0" brushRef="#br0" timeOffset="22901.0386">472 11658,'0'0,"-50"0,75 0,24 0,51-74,73-1,51 1,-26 0,-24 24,-50 50,-50 0</inkml:trace>
  <inkml:trace contextRef="#ctx0" brushRef="#br0" timeOffset="23911.929">3175 11906,'25'0</inkml:trace>
  <inkml:trace contextRef="#ctx0" brushRef="#br0" timeOffset="25846.0347">15553 11435,'0'0,"0"-25,49-24,26 49,-1 0,-24-25,-25 25,0 0,49 0</inkml:trace>
  <inkml:trace contextRef="#ctx0" brushRef="#br0" timeOffset="26009.6328">15578 11509,'24'0,"51"0,-1 0,1 0,-1 0,-24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5:10:10.9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17388 8706,'-24'0,"-1"0,-25 0,1 0,24 0,0 0,50 0,24 0,-24 25,25-25,-1 0,-24 0,0 0,0 0,24 0,1 0,0 0,-26 0,51 0,-25 0,-26 0,1 0,25 0,-1 0,1 0,0 0,24 0,-24 0,-26 0,26 0,0 0,24 0,-49 0,0 0,24 0,-24 0,0 0,0 0,24 0,-24 0,0 0,24 0,-24 0,0 0,0 0,24 0,-24 0,0 0,0 0,25 0,-26 0,1 0,25 0,-1 0,1 0,0 0,-1 0,1 0,-1 0,1 0,-25 0,0 0,24 0,-24 0,0 0,24-25,1 25,24 0,-49 0,0 0,0 0,24 0,-24 0,25 0,0 0,-1 0,26 0,-26 0,1-49,-1 49,1 0,0 0,-1 0,26 0,-26 0,-24 0,25 0,-1 0,1 0,24 0,1 0,-1 0,-24-25,24 25,-24 0,-1 0,1 0,0 0,-1 0,26 0,-26 0,1 0,-1 0,26 0,-1 0,1 0,-26 0,-24 0,25 0,-26 0,1 0,25 0,-25 0,-1 0,1 0,25 0,0-50,-26 50</inkml:trace>
  <inkml:trace contextRef="#ctx0" brushRef="#br0" timeOffset="1">19373 7689,'0'25,"49"-25,-49 50,0-1,0 26,0 24,50 25,-50 0,0 0,50 25,-50-25,0 25,74 0,-74-25,0 49,0-24,0 50,50 49,-50-50,0 1,0-1,0 25,0-24,49 24,-49-25,0 1,0 24,0 0,50 25,-50 25,0-25,49 0,-49-49,0-1,50-49,-50-25,0 0,0 0,0-25,0-24,0-1,0 25,0-24,0-1,0-24,0-25,25-25,-25-50,0-49,0-1,0 1</inkml:trace>
  <inkml:trace contextRef="#ctx0" brushRef="#br0" timeOffset="2">18157 8037,'0'-25,"0"-25,0 25,50 25,-50-24,50 24,-26 0,1 0,25 0,-25 0,-25 74,24-24,-24-1,0 1,0 0,0-1,0-24,0 25,0-26,-49-24,49 25,-25-25,25-25,0 1,0-26,0 25,25 0,-25-24,49 24,-49-25,50 50,-50-49,50 24,-1 25,-24-50,49-24,-74 49,0 0,-24 25,-1 0,25 25,-50 25,50-1,-49 26,49-26,0 1,0 0,0-26,24-24,26 50,-25-50,24 0,1 0,24 0,-24 0</inkml:trace>
  <inkml:trace contextRef="#ctx0" brushRef="#br0" timeOffset="3">20439 7789,'0'-25,"0"0,0-25,0 26,0-1,0 0,0-25,0 75,0 25,25-1,0 1,49 0,-24-50,0 0,-26 0,-24-25,25 25,-25-25,0-25,0 26,0-26,0 25,0 100,0-51,0 26,0 0,0 24,0-24,25 24,-25 1,0-26,25 1,-25-1,0-24,0 25,0-25,0 24,0-24,-25-25,-25 0,26 0,-51 0,50 0,25-50,-24 50,24-24,0-26,-50 25,50-49,0 24,0 25,25 1,24-51,-24 75,25-50,-1 50,1-24,0 24,24 0,-49 0,25 0,-1 0</inkml:trace>
  <inkml:trace contextRef="#ctx0" brushRef="#br0" timeOffset="4">17240 9128,'0'-25,"0"-24,24 49,1 0,25 0,-50 25,25-1,-25 26,0 0,0-1,-25-49,25 75,-25-75,25 24,-50-24,50-24,25-26,25 0,24-24,-24 74,-25-50,24 26,1 24,-50-50,0 25,-25 25,-25 0,26 0,24 50,-25-1,25 26,0-26,0-24,0 25,0-25,0 24,0-24,49-25,-24 0,25 0,-1 0</inkml:trace>
  <inkml:trace contextRef="#ctx0" brushRef="#br0" timeOffset="5">17785 9475,'0'-24,"25"24,0 0,-25 49,0 1,0-1,-25-24,-24-25,24 0,0 0,25-74,0 24,0 25,0-24,50 49,-1 0,-24 0</inkml:trace>
  <inkml:trace contextRef="#ctx0" brushRef="#br0" timeOffset="6">18207 9277,'74'0,"-24"0,0 0,24 0,-49 0,0 0</inkml:trace>
  <inkml:trace contextRef="#ctx0" brushRef="#br0" timeOffset="7">18356 9451,'49'0,"1"-25,0 25,-26 0,26 0</inkml:trace>
  <inkml:trace contextRef="#ctx0" brushRef="#br0" timeOffset="8">19075 9153,'0'-50,"-49"50,24 0,25-24,-25 24,-25 24,26-24,24 50,-25-50,25 25,-50-25,50 49,0 1,0 0,0 24,25-24,0-26,24-24,-49 25,50-25,-25 0,0 0,24 0,-24 0,-25-25,25-24,-25 24,0 0,0 0,0-24,0 24,0 0,0-24,-25 49,25-25,-74 25,49 0,25-25</inkml:trace>
  <inkml:trace contextRef="#ctx0" brushRef="#br0" timeOffset="9">20067 9128,'0'-25,"0"1,0-26,25 50,-25 50,25-26,-25 1,25 25,24-1,-24-24,25-25,-25 0,-25-25,0 1,0-1,24-25,-24 1,0 123,0-49,0 24,0 26,0-1,0 1,0-26,0 1,0-25,0 24,0-24,0 0,-24-25,-51 0,26-50,24 1,25-1,-75 0,75 26,0-26,0 25,0-24,50 49,24 0,-24 0,0 0,-26 0</inkml:trace>
  <inkml:trace contextRef="#ctx0" brushRef="#br0" timeOffset="10">20514 9649,'0'-25,"0"0,25 25,-1 0,1 0,0 0,-25 25,0 25,0-25,0-1,-25-24,0 0,-24 0,49-49,-25-1,25 25,74-24,-49 49</inkml:trace>
  <inkml:trace contextRef="#ctx0" brushRef="#br0" timeOffset="11">20861 9252,'0'0,"0"-25,50 25,-1 0,1 0,-25-24,24 24,-24 0,0 0</inkml:trace>
  <inkml:trace contextRef="#ctx0" brushRef="#br0" timeOffset="12">20960 9426,'0'0,"50"-25,0 25,-1 0,1 0,-1 0,1 0</inkml:trace>
  <inkml:trace contextRef="#ctx0" brushRef="#br0" timeOffset="13">21630 9029,'0'-25,"0"-25,0 75,0 25,0 24,0-24,0 0,0-1,25 1,-25-1,0-24,49-25,-49 25</inkml:trace>
  <inkml:trace contextRef="#ctx0" brushRef="#br0" timeOffset="14">893 8434,'0'-25,"0"-25,0 25,-24 25,24-24,-50 24,25 0,0 0,0 0,-49 0,24 49,26-24,24 25,0-1,0 1,0-25,24-25,26 24,-25-24,24 0,-24 50,0-50,25 25,-1 49,-24-24,-25-1,0 1,0 0,-25-50,-24 49,24-49,0 25,-25-25,26 0,-1 0,-25 0,1-50,49 1,24 49,1 0,25 0,-50 25</inkml:trace>
  <inkml:trace contextRef="#ctx0" brushRef="#br0" timeOffset="15">1092 8855,'0'-49,"0"24,0 0,49-25,26 50,-50 0,24 0,1 25,-50 25,49-25,-49 49,-24-49,-26 0,0-25,1 0,-1-25,50 0,0-25,0 1,25 49,0 0,0 0</inkml:trace>
  <inkml:trace contextRef="#ctx0" brushRef="#br0" timeOffset="16">1389 8334,'0'-24,"25"24,-25 49,25 1,-25-1,0 26,0 24,50-49,-50-1,0-24,0 25,24-1,26-49,-25 0</inkml:trace>
  <inkml:trace contextRef="#ctx0" brushRef="#br0" timeOffset="17">1613 8706,'0'-74,"0"49,0 50,0 25,0 24,0-24,0-1,49-24,-24 49,0-49,24-25,-24 0,-25-49,0-26,0 26,0 24,0-25,0 25,0 50,0 0,0 0,50-25,-50 49,25-49,-25 50,74-50</inkml:trace>
  <inkml:trace contextRef="#ctx0" brushRef="#br0" timeOffset="18">1811 8409,'0'-25,"25"25,0 74,-25-49,0 50,0-26,0-74,0-24,0 24,0 0,0-24,0 24,25 25,49 0,-24 25,-50-1,24 26,-24 0,0-1</inkml:trace>
  <inkml:trace contextRef="#ctx0" brushRef="#br0" timeOffset="19">819 9426,'-50'0,"25"0,100-25,-25 25,24 0,25-25,0 25,25 0,25-49,25 49,-1-50,1 50,-50 0,-49-50,-26 50,1 0,-25 0</inkml:trace>
  <inkml:trace contextRef="#ctx0" brushRef="#br0" timeOffset="20">2431 8607</inkml:trace>
  <inkml:trace contextRef="#ctx0" brushRef="#br0" timeOffset="21">2481 8930,'49'0,"-49"49,25-49,-25 25</inkml:trace>
  <inkml:trace contextRef="#ctx0" brushRef="#br0" timeOffset="22">4490 8285,'0'-25,"-25"-25,25 26,-25 24,-24 0,24 0,-25 49,50-24,0 25,0 24,0 0,25 1,-25-1,25-24,-25 49,0-49,0 24,0-49,0 0,0-1,-25-24,-24 0,-26 0</inkml:trace>
  <inkml:trace contextRef="#ctx0" brushRef="#br0" timeOffset="23">4093 8756,'0'0,"0"-50,0 26,50-26,-1 50,26 0,24 0,-25-25,1 25,-1 0,-24 0</inkml:trace>
  <inkml:trace contextRef="#ctx0" brushRef="#br0" timeOffset="24">4837 8334,'0'0,"0"-24,0-1,-25 50,25 24,-49 50,49-24,-50-1,50 25,0 1,0-1,0-50,25 1,0-50,24 25,1-25,0 0,-1 0,1 0</inkml:trace>
  <inkml:trace contextRef="#ctx0" brushRef="#br0" timeOffset="25">5110 8508,'-49'-50,"49"26,0-1,24 25,51 0,-50 0,-1 0,1 0,50 49,-75-24,0 0,0 0,0 24,0-24,-25 0,-25 49,25-74,25-24,0-26,0 25,0 0,75-24,-26 24,-49-25,50 50,-50-74,25 74,-25-25,0 0,-25 25,25 25,-50 25,50-25,0 24,0-24,0 0,50-25,-25 74,24-74</inkml:trace>
  <inkml:trace contextRef="#ctx0" brushRef="#br0" timeOffset="26">5705 8582,'0'25,"0"25,0-25,0-1,0 26,0-25,-49-25,49 25</inkml:trace>
  <inkml:trace contextRef="#ctx0" brushRef="#br0" timeOffset="27">5879 8359,'0'0,"0"-25,0-24,0 74,25 24,-25-24,49 25,-49-26,25-24,-25 25,50-25,-1 0,-24-25,-25 1,0-26,25 50,-25-50,0 26,0 48,0 1,0 50,0-26,0 1,0 24,50 1,-50-26,0 1,0-1,0 1,0-25,0 0,-50-25,-24 0,49 0,0-50,-25 0,50 1,0 24,0-25,0 1,50 49,-25 0,0-25,24 25,-24 0</inkml:trace>
  <inkml:trace contextRef="#ctx0" brushRef="#br0" timeOffset="28">6251 8334,'0'-49,"0"24,25 50,25 0,-26 24,26 50,0 25,-26 25,-24-74,50-26,-50 1,0 24,-25-24,-49 0,24 24,-74-24</inkml:trace>
  <inkml:trace contextRef="#ctx0" brushRef="#br0" timeOffset="29">6995 8607,'-25'0,"50"0,25-25,-1 25,26 0,-1-49,-24 49,0 0,-26 0,26 0,-25 0</inkml:trace>
  <inkml:trace contextRef="#ctx0" brushRef="#br0" timeOffset="30">7094 8830,'-49'0,"24"0,0 0,25 50,25-50,25 0,24 0,25-25,1 25,-26 0,-24 0,-26 0,1 0,-25-25</inkml:trace>
  <inkml:trace contextRef="#ctx0" brushRef="#br0" timeOffset="31">8360 8508,'-50'0,"50"-50,0 26,50 24,-26 0,1 0,0 0,25 0,-1 24,-49 26,0-25,0 0,0-1,0 26,0-25,-99 49,74-74,-24 0,49-25,0-24,0 24,49 25,-24-50,0 50,24-74,-24 74,25-25,-25-24,-1 24,-24 0,-24 25,-26 25,50 24,0-24,0 25,0-25,25-1,24 26,-24-50,25 0,-25 0</inkml:trace>
  <inkml:trace contextRef="#ctx0" brushRef="#br0" timeOffset="32">8831 8409,'0'0,"0"-25,25 25,-25 25,24 24,-24-24,50-25,-50 25,25-25,0 0,24 0,-49-50,0 26,0-26,0 0,0 75,0 25,0 24,0 1,0-1,25 0,-25 1,0-1,0 1,0-26,0-24,0 0,0 25,-25-50,-24 0,-1-50,50 25,-50-25,50 1,0-1,-49-24,49 49,0 0,25-49,-1 74,1-50,25 50,-25-25,-1 25</inkml:trace>
  <inkml:trace contextRef="#ctx0" brushRef="#br0" timeOffset="33">9302 8582,'-50'0,"75"0,0 0,0 0,25 0,24 0,-24 0,-26 0,1 0,25 0</inkml:trace>
  <inkml:trace contextRef="#ctx0" brushRef="#br0" timeOffset="34">9476 8483,'0'0,"-25"0,25-49,0 24,0 74,0 1,0 0,0-1,0 1,50-1,-50-24,0 0,24-25,-24 50</inkml:trace>
  <inkml:trace contextRef="#ctx0" brushRef="#br0" timeOffset="35">9798 8384,'0'-25,"25"25,25 0,-50 25,24-25,-24 50,50-50,-50 49,25-49,24 0,-24 0,-25-25,0-24,0 24,0-25,0 1,0 98,0 1,0 24,0 1,0-1,0 1,0-1,50 25,-50-49,0-1,0-24,0 0,0 25,-50-50,1-25,49 0,-50-25,50 26,-50-1,50-25,0 25,-49 1,49-51,0 50,25 25,-1-49,1 49,50-50,-51 50,1 0,25-49,-25 49</inkml:trace>
  <inkml:trace contextRef="#ctx0" brushRef="#br0" timeOffset="36">10245 8086,'0'25,"0"0,-25-25,25-74,0 49,0 0,49-25,1 50,0 0,-25 50,-25-25,0 24,0 1,0-25,0 24,0-24,0 0,0 49,-50-74,50 50,50-50,-1 0,-24 0,25-25,-1 25,1 0,24-25,-24 25,-25 0</inkml:trace>
  <inkml:trace contextRef="#ctx0" brushRef="#br0" timeOffset="37">17463 10393,'-25'0,"0"0,0 0,75-49,0 49,-1 24,26 51,-75-50,0 24,0-24,0 25,0-26,0 26,-50-50,50 50,-50-50,50 24,-24-24,-1 0,25-24,0-51,25 26,24 49,1-50,-1 50,-24-50,25 50,-50-24,50 24,-50-25,0 0,0-25,-50 50,25 25,-25 0,50 0,-24 49,24-24,0-1,0-24,0 25,0-25,24-25,26 24,0-24,-25 0,-1 0,26 0</inkml:trace>
  <inkml:trace contextRef="#ctx0" brushRef="#br0" timeOffset="38">17959 10740,'0'-24,"0"-26,25 50,-25 25,0 0,0 24,0 1,0-1,0-24,0 0,0 25,25-50,-25 24,24-24,-24 50</inkml:trace>
  <inkml:trace contextRef="#ctx0" brushRef="#br0" timeOffset="39">18331 10542,'-25'0,"0"0,-24 0,74 0,-1 0,26 0,0 0,-26 0,26 0,-25 0,0 0</inkml:trace>
  <inkml:trace contextRef="#ctx0" brushRef="#br0" timeOffset="40">18281 10716,'0'0,"25"0,25 0,-1 0,1 0,-25 0,24 0,-24 0,0 49</inkml:trace>
  <inkml:trace contextRef="#ctx0" brushRef="#br0" timeOffset="41">5085 10046,'0'-25,"0"0,0-24,0 24,0 50,0 49,0 25,-24 25,24-24,0-26,0-24,0-1,0 1,0-1,0-73,0-26,0 25,0 0,24-24,-24 24,0-25,25 50,-25-24,50 24,-25 0,24 0,-24 24,-25 1,0 0,0 25,0 24,0-49,0 0,50 24,-26-49,1 0,25-25,-1 25</inkml:trace>
  <inkml:trace contextRef="#ctx0" brushRef="#br0" timeOffset="42">5656 10368,'0'-24,"49"24,51-50,-76 50,1 0,25 0</inkml:trace>
  <inkml:trace contextRef="#ctx0" brushRef="#br0" timeOffset="43">5705 10517,'0'-25,"25"25,25-49,24 49,-24 0,-1 0,1 0</inkml:trace>
  <inkml:trace contextRef="#ctx0" brushRef="#br0" timeOffset="44">6598 10120,'0'-49,"-49"49,-1 0,25 0,25 49,-24-49,24 50,0-25,-50 0,50 24,0-24,0 0,0 24,25-24,24 0,-24-25,25 50,-25-50,-1 0,26 0,0 0,-26-25,-24 0,25 25,-25-25,0 0,0-49,0 49,0 0,0-24,-49 24,49 0,-25 25,25-49,-50 49,25 0,1 0</inkml:trace>
  <inkml:trace contextRef="#ctx0" brushRef="#br0" timeOffset="45">7045 10244,'25'0,"-25"25,0 0,-25-25</inkml:trace>
  <inkml:trace contextRef="#ctx0" brushRef="#br0" timeOffset="46">7417 10096,'0'0,"0"-50,0 25,0 50,0 0,50 49,-50-24,0 24,0-24,24-1,-24-24,0 25,50-50,-50 49,25-24,-25 0</inkml:trace>
  <inkml:trace contextRef="#ctx0" brushRef="#br0" timeOffset="47">18951 10418,'0'-25,"0"0,-25 25,1 0,-1 50,25 0,-50-26,50 1,0 25,0-25,0 24,0 1,75-50,-75 49,49-49,-24 0,25 0,-50-49,24 49,-24-25,50 0,-50-24,0-1,0 0,0 1,-50 24,50-25,-24 50,-1 0,25 25</inkml:trace>
  <inkml:trace contextRef="#ctx0" brushRef="#br0" timeOffset="48">19323 10492,'0'25</inkml:trace>
  <inkml:trace contextRef="#ctx0" brushRef="#br0" timeOffset="49">19422 10368,'0'0,"25"0,-25 50,0 24,0 26,0 24,0-50,0-24,0-1,0-24,50-25,-50 50</inkml:trace>
  <inkml:trace contextRef="#ctx0" brushRef="#br0" timeOffset="50">19274 10592,'0'-25,"49"25,-49-50,25 50,0 0,-25 25,0 0,-25-25,25-25,25 0,24 25,-49 25</inkml:trace>
  <inkml:trace contextRef="#ctx0" brushRef="#br0" timeOffset="51">20167 10368,'0'-24,"0"48,0 1,0 25,24-1,26-24,0-25,-26 0,1-25,-25-49,0 24,0 26,0 48,0 1,0 50,0-26,50 1,-50 24,0 1,0-26,0 1,0-1,0 1,0 0,0-26,-25-24,25 25,-25-25,-49 0,49-49,25-1,-50-24,50-1,0 26,0-1,25 25,0 25,0-25,24 25,1 0,0 0,-26 0</inkml:trace>
  <inkml:trace contextRef="#ctx0" brushRef="#br0" timeOffset="52">20687 10666,'-24'0,"24"50,0-26,0 51,0-50,0-1,0 1,0 25,0-25</inkml:trace>
  <inkml:trace contextRef="#ctx0" brushRef="#br0" timeOffset="53">21010 10517,'0'0,"50"0,24-49,-49 49,0 0,-1 0,26 0,-25 0,24 0</inkml:trace>
  <inkml:trace contextRef="#ctx0" brushRef="#br0" timeOffset="54">21084 10666,'25'0,"0"0,0 0,24 0,-24 0,25 0</inkml:trace>
  <inkml:trace contextRef="#ctx0" brushRef="#br0" timeOffset="55">17413 11981,'-49'0,"49"-25,24 25,-24-25,25 25,0 0,25 25,-50 0,0 24,0 1,0-1,0 1,0-25,-25 25,25-26,-25-24,25 25,-25-25,25-25,0 1,25-26,0-25,24 51,-24-26,25 50,-50-50,49 50,-49-24,0-1,-24 25,-1 0,0 74,25-49,0 25,0-1,0 26,74-50,1 24,-25-49,-26 25</inkml:trace>
  <inkml:trace contextRef="#ctx0" brushRef="#br0" timeOffset="56">17885 12328,'-50'0,"50"-50,25 50,-25 25,0 0,-25 0,0-25,0-25,25-25,25 26,25 24,-1 0,-24 0,-25 24,50 1,-50 0,0 25,0-26,0 1,0 25,-25-25,-25-1,26 26,-26-25,25-25,0 49,25-73,0-1,25 25,25 0,-25 0,24 0,1 0,-50 49</inkml:trace>
  <inkml:trace contextRef="#ctx0" brushRef="#br0" timeOffset="57">18157 12030,'25'-25,"25"25,-25 0,-1 0,1 0</inkml:trace>
  <inkml:trace contextRef="#ctx0" brushRef="#br0" timeOffset="58">18182 12179,'-25'0,"75"0,-25 0,0 0,-1 0</inkml:trace>
  <inkml:trace contextRef="#ctx0" brushRef="#br0" timeOffset="59">18604 11881,'-25'0,"25"25,-50 25,50-25,0-1,0 26,0 0,0-26,0 26,25-50,-25 25,50-25,-25 0,-1 0,1 0,25-25,-50 0,25 25,-25-49,0-1,0 0,0 26,0-1,-75-25,50 50,1 0</inkml:trace>
  <inkml:trace contextRef="#ctx0" brushRef="#br0" timeOffset="60">18976 12005,'-50'0,"50"-24,25 24</inkml:trace>
  <inkml:trace contextRef="#ctx0" brushRef="#br0" timeOffset="61">19274 11881,'0'0,"-25"0,-25 0,75-49,25 49,-26-25,26 25,-50 25,25-25,-25 74,0-49,0 25,0-1,0 26,-25-26,0 1,-24-25,24-25,0 25,-25-25,50-75,25 75,0 0,25 25,-1-25,-24 50,0-50,-25 24,74-24,-74 25</inkml:trace>
  <inkml:trace contextRef="#ctx0" brushRef="#br0" timeOffset="62">20018 11832,'0'-25,"25"25,49 99,-74-74,50-25,-26 25,26-25,0 0,-26 0,-24-25,50-49,-50 49,0 0,0-25,0 75,0 0,0 25,0 24,25 0,-25 1,0-1,0 1,0-1,0-24,0-1,0-24,0 0,-50-25,25 0,25-25,-74-24,74-1,-25-24,25 49,0 0,0-25,25 1,0 49,49-25,-24 25,-1 0,1 0,-25 0</inkml:trace>
  <inkml:trace contextRef="#ctx0" brushRef="#br0" timeOffset="63">20712 12129,'-25'-24,"25"-1,25-25,25 50,-25 0,-1 0,-24 75,0-26,0 26,0-26,-24 1,-26 0,25 24,0-49,-24-25,74 0,24 0,1 0,-25-50,24 50,-24-25,25 25,-1 0</inkml:trace>
  <inkml:trace contextRef="#ctx0" brushRef="#br0" timeOffset="64">21084 12005,'0'-24,"50"-26,-25 50,0 0,-1 0,-24 25</inkml:trace>
  <inkml:trace contextRef="#ctx0" brushRef="#br0" timeOffset="65">21084 12105,'0'0,"25"0,25 0,-25 0,-1 0</inkml:trace>
  <inkml:trace contextRef="#ctx0" brushRef="#br0" timeOffset="66">17612 13469,'0'0,"-25"0,25-25,25-24,49 49,-49 0,0 24,-25 1,0 25,0-1,0 26,0-50,0-1,-25-24,25 25,-25-25,25-25,0 1,0-26,0 25,75-49,-26-1,-24 51,-25-1,0 50,0 24,0-24,0 0,0 0,0 49,74-74,-49 25,0-25</inkml:trace>
  <inkml:trace contextRef="#ctx0" brushRef="#br0" timeOffset="67">18033 13618,'0'-50,"50"50,-25 0,24 25,-49 25,0-1,0 1,-24-50,24 49,-75-49,100 0,0 0,0 0,24 0,-24 0,25 25,-50 25,0-25,0 24,-50 1,-24-50,49 0,25-25,0 0</inkml:trace>
  <inkml:trace contextRef="#ctx0" brushRef="#br0" timeOffset="68">18381 13494,'0'0,"49"-50,-24 50,25 0</inkml:trace>
  <inkml:trace contextRef="#ctx0" brushRef="#br0" timeOffset="69">18430 13593,'0'0,"25"0,0 0,24-50,-24 50,0 0</inkml:trace>
  <inkml:trace contextRef="#ctx0" brushRef="#br0" timeOffset="70">18852 13295,'0'0,"-50"0,50 25,-25 0,25 0,0 24,0-24,0 0,0 25,0-26,25-24,25 0,-25 0,0 0,24 0,-49-24,0-26,0 0,0 1,-25 49,25-50,-24 50,-1 0,-25 0,50 25</inkml:trace>
  <inkml:trace contextRef="#ctx0" brushRef="#br0" timeOffset="71">19075 13370,'0'25,"25"-25,-25 24</inkml:trace>
  <inkml:trace contextRef="#ctx0" brushRef="#br0" timeOffset="72">19298 13246,'0'0,"0"-25,25 25,0 0,-25-25,25 25,24 0,-24 0,0 0,-25 25,0 0,0 0,0 24,0-24,0 0,0 0,-50-25,26 0,73 0,-24 0,25 0,-26 49,-24-24,0 0,0 24,0 26,0-26,-74 1,24 0,1-26,-1-24,1 0,-1 0,50-49,0 24,0 0,25-24,24 49,-24 0,0 0,49 0,-49 0,0 24</inkml:trace>
  <inkml:trace contextRef="#ctx0" brushRef="#br0" timeOffset="73">20142 13295,'0'0,"0"-24,0-26,25 50,-25 25,49 24,-49-24,25-25,-25 50,50-50,-26 0,26 0,-50-25,0-25,0 26,0-26,0 25,25 50,-25 0,0 24,0 1,49 0,-49 24,0 0,50 1,-50-1,0-24,0-1,0-24,-25 25,0-50,-24-25,49 0,-50-24,50 24,-49 0,49-25,0 26,0-26,24 0,1 50,25-49,24 49,-24 0,24 0</inkml:trace>
  <inkml:trace contextRef="#ctx0" brushRef="#br0" timeOffset="74">20737 13593,'0'0,"0"-25,25 25,-25-25,49 25,1 0,0 0,-25 25,-25 25,0-25,0-1,0 26,-50-50,50-25,25 25,0 0,-1 25,-24 25,0-1,0-24,-24-25,-51 0,25 0,50-25</inkml:trace>
  <inkml:trace contextRef="#ctx0" brushRef="#br0" timeOffset="75">21084 13395,'0'0,"0"-25,75 25,-50 0,-1 0,26 0</inkml:trace>
  <inkml:trace contextRef="#ctx0" brushRef="#br0" timeOffset="76">21159 13519,'0'0,"25"0,-1 0,1 0,25-25</inkml:trace>
  <inkml:trace contextRef="#ctx0" brushRef="#br0" timeOffset="77">17785 14883,'0'0,"0"-25,0-25,0 26,25-1,25 25,-25-50,-1 50,26 0,-25 0,24 50,-49-25,0 24,0 1,0-25,0-1,-24 26,-1-25,25-50,0 0,25-24,-1 24,26-25,-25 50,-25-49,25 49,-25-50,0 25,0 75,0 24,0-24,0-1,0 1,24-25,1 24,25-49,-1 25,-24-25</inkml:trace>
  <inkml:trace contextRef="#ctx0" brushRef="#br0" timeOffset="78">18529 15081,'-74'0,"24"0,26 0,-1 0,25-25,0-24,25 24,-25-25,49 26,-49-26,25 50,-25-25,0 50,50 25,-50-1,0 26,0-1,0-24,0-1,24 1,-24-1,25-49,25 0</inkml:trace>
  <inkml:trace contextRef="#ctx0" brushRef="#br0" timeOffset="79">18753 14858,'0'-25,"24"25,26 0,0 0,-25 0</inkml:trace>
  <inkml:trace contextRef="#ctx0" brushRef="#br0" timeOffset="80">18802 14957,'-25'0,"50"0,0 0,0 0,0 0,24 0,-24 0</inkml:trace>
  <inkml:trace contextRef="#ctx0" brushRef="#br0" timeOffset="81">19943 14263,'-24'0,"24"-25,-25 25,25 25,0 24,0 51,0 73,0 26,0-1,0 0,0 1,0-25,0-1,25-74,-25-24,0-26,0 1,0-75</inkml:trace>
  <inkml:trace contextRef="#ctx0" brushRef="#br0" timeOffset="82">19323 14784,'0'0,"-49"0,49-25,-25 25,0 0,-25 0,50 25,-24 24,24 1,0-25,0-1,0 1,0 25,0-25,0-1,49-24,-24 0,0 0,-25-24,25 24,-25-25,0 0,0-25,0 26,0-1,0 0,-25 50</inkml:trace>
  <inkml:trace contextRef="#ctx0" brushRef="#br0" timeOffset="83">19373 14982,'49'0</inkml:trace>
  <inkml:trace contextRef="#ctx0" brushRef="#br0" timeOffset="84">19670 14982,'-24'0,"-1"0,0 0,-25 25,26-25,24-25,24-25,-24 26,25 24,-25-50,25 50,-25-50,25 50,-25-49,0 24,0 50,49 24,-49 26,0-1,0 25,50 50,-50-50,0-24,0-25,25-1,-25 1</inkml:trace>
  <inkml:trace contextRef="#ctx0" brushRef="#br0" timeOffset="85">20340 14759,'-25'-25,"1"-25,24 75,24 25,26-1,-25-49,24 50,1-50,-25-74,-25 24,0 25,0 0,0 75,0 0,0 24,49 0,-49 26,0-26,0 0,0 1,0-1,0-24,0-25,0 0,-49-25,-26 0,75-50,-74-25,74 26,0-1,-50-24,50 49,0 0,25 25,0-49,0 49,49 0,-49 0,0 0,24 0</inkml:trace>
  <inkml:trace contextRef="#ctx0" brushRef="#br0" timeOffset="86">20960 15230,'-49'0,"-26"0,26 25,49-75,24 1,51-26,-75 26,50 24,-50 0,49 25,-49-74,0 123,0 1,0-1,0 26,0 24,0 0,0 1,0-26,0-24,0-26,0 26,25-50,-25-25,0 0</inkml:trace>
  <inkml:trace contextRef="#ctx0" brushRef="#br0" timeOffset="87">21208 15081,'0'-25,"50"25,0 0,-50-24,24 24,1 0</inkml:trace>
  <inkml:trace contextRef="#ctx0" brushRef="#br0" timeOffset="88">21208 15205,'0'0,"50"0,24 0,-49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5:10:25.4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1340 4812,'0'-25,"0"50,25-25,-25 50,49-1,-24-24,0-25,-25 25,49-25,-24 0,0-50,-25 26,0-26,0 25,0 75,0-25,0 24,0 26,0-1,0 0,25 1,-25-26,0 26,0-26,0 1,0 0,0-26,0 1,0 50,-25-75,25 24,-25-24,0 0,-24-24,-26-51,75 50,-24 1,24-51,-25 75,25-25,0-24,0-1,25 1,24 49,-24 0,25 0,24 0,-24 49</inkml:trace>
  <inkml:trace contextRef="#ctx0" brushRef="#br0" timeOffset="448.0359">1861 5457,'0'-50,"0"100,0 0,0-1,0 1,0-1,0-24,49 50,-49-51,25-24,0 0</inkml:trace>
  <inkml:trace contextRef="#ctx0" brushRef="#br0" timeOffset="898.1367">2183 5184,'-25'-25,"75"25,0-49,-1 49,1 0,-25 0,-1 0,26 0</inkml:trace>
  <inkml:trace contextRef="#ctx0" brushRef="#br0" timeOffset="1109.6881">2282 5383,'-24'0,"24"24,24-24,1 0,0 0,49 0,-24 0,0-24,-1 24,-24 0</inkml:trace>
  <inkml:trace contextRef="#ctx0" brushRef="#br0" timeOffset="8480.9728">3002 4862,'0'-25,"0"0,0 50,0 25,25-50,-25 24,24-24,-24 50,25-50,0 0,25 0,-50-25,24 0,-24 1,0-26,0 25,0 75,0-25,0 24,0 1,50 24,-50 1,0-1,0 0,0-24,25 24,-25-49,0 25,-25-50,-25 0,50-50,-24 50,24-74,-25 74,25-50,0 1,0 24,0 0,0-25,25 1,49 49,-49 0,24 0</inkml:trace>
  <inkml:trace contextRef="#ctx0" brushRef="#br0" timeOffset="8977.5305">3498 5333,'49'0,"-24"0,0 0,-25 74,25-74,-25 50,0-25,-25-25,0 0,-49 0,74-25,0 0,0-24,49 49,1 0,-25 0</inkml:trace>
  <inkml:trace contextRef="#ctx0" brushRef="#br0" timeOffset="9551.7588">3919 5184,'0'0,"50"0,0 0,-1-25,1 25,0 0,-1 0,-24-49,25 49</inkml:trace>
  <inkml:trace contextRef="#ctx0" brushRef="#br0" timeOffset="9852.9702">4068 4936,'0'0,"0"-49,0 73,0 26,25 24,-25 1,0-1,0-24,25-25,-25 24,0-24,25 0</inkml:trace>
  <inkml:trace contextRef="#ctx0" brushRef="#br0" timeOffset="11075.8895">4912 4688,'0'-25,"0"75,0-1,0 1,0-25,0 0,49 24,-49 1,0-25</inkml:trace>
  <inkml:trace contextRef="#ctx0" brushRef="#br0" timeOffset="11329.6875">4664 5110,'0'0,"49"0,26 0,-1 0,0 0,1 0,-1 0,-24 0</inkml:trace>
  <inkml:trace contextRef="#ctx0" brushRef="#br0" timeOffset="11831.9676">5011 5358,'-25'0,"0"0,25 25,-49-1,49 26,0 0,0 24,0-49,0 0,0-1,24-24,-24 50,50-50,0 0,-1 0,1-25,-50 0,0 1,-50 24,1 0,24 0,0 0,-25 0</inkml:trace>
  <inkml:trace contextRef="#ctx0" brushRef="#br0" timeOffset="12351.8115">5631 4614,'0'-25,"-25"25,-24 25,49 49,-25 0,25 26,0 24,0 49,0 1,0-75,0 0,0-24,49-1,-24-49,0-25,25 25,-1-25,26 0,-26 0</inkml:trace>
  <inkml:trace contextRef="#ctx0" brushRef="#br0" timeOffset="13259.3697">5978 4986,'0'0,"0"-25,0 0,0 75,0-1,0 1,0 0,0-26,0 1,0 0,50-50,-50-24,74 24,-74-25,50 1,-50 24,25 25,-25-25,25 25,24 0,-74 25,-24 49,-26 1,50-75,25 24,50-24,-25 0,25 0,-1 25,-24-25,0 0,0 50</inkml:trace>
  <inkml:trace contextRef="#ctx0" brushRef="#br0" timeOffset="13521.6333">6474 5184,'0'0,"0"-25,0 50,0 25,0-25,0-1,0 26,0 0,0-1</inkml:trace>
  <inkml:trace contextRef="#ctx0" brushRef="#br0" timeOffset="14051.9685">6772 5135,'0'0,"25"0,0 0,24 0,1 0,24-25,-24 25,-1 0,-24 0</inkml:trace>
  <inkml:trace contextRef="#ctx0" brushRef="#br0" timeOffset="14293.717">6921 4936,'0'0,"0"75,0-1,0-24,0-1,0 1,25-1,-25-24,74-25,-74 25</inkml:trace>
  <inkml:trace contextRef="#ctx0" brushRef="#br0" timeOffset="14729.9335">7417 4887,'0'0,"0"-25,25 25,-25-25,25 25,-1 0,51 0,-26 0,-24 0,-25 25,0 24,0-24,0 0,0 25,0-26,-74 1,24-25,50 75,-49-75,73 0,26 0,24 0,-24-25,0 25,-26 0,26 0,0 0</inkml:trace>
  <inkml:trace contextRef="#ctx0" brushRef="#br0" timeOffset="15268.058">7913 4887,'0'0,"0"24,0 1,0 25,0-1,0-24,0 25,0-100,50 25,-50-24,24-26,-24 51,50-1,0-25,-75 50,25 75,-50-75,50 49,-25-49,25 25,0 0,0 24,75-24,-26-25,-24 0,0 50</inkml:trace>
  <inkml:trace contextRef="#ctx0" brushRef="#br0" timeOffset="15628.9296">8260 5085,'0'0,"50"0,-50-25,25 25,0 0,-1 0,26 50,-50-1,0-24,0 0,0 25,-25-26,25 1,-74-25,24 75,25-75,50 0,25 0,-25 0,-1-25,26 25,-25 0</inkml:trace>
  <inkml:trace contextRef="#ctx0" brushRef="#br0" timeOffset="16241.0067">8806 4961,'25'0,"24"0,1-25,24 25,-24 0,-25 0,0 0</inkml:trace>
  <inkml:trace contextRef="#ctx0" brushRef="#br0" timeOffset="16491.4391">8955 4837,'0'0,"0"25,0 24,0 1,0 0,0-1,49 26,-49-51,25 1,0-25,-25 50</inkml:trace>
  <inkml:trace contextRef="#ctx0" brushRef="#br0" timeOffset="16933.0574">9377 4812,'0'0,"0"-25,24 25,26-49,0 49,-1 0,-24 0,-25 24,0 26,50 0,-50-25,0-1,-25 26,25-25,-25 24,-49 26,49-50,74-25,1 0,-25-25,0 25,24 0,-24 0,25 0,-26 0</inkml:trace>
  <inkml:trace contextRef="#ctx0" brushRef="#br0" timeOffset="17502.1768">9873 4812,'0'0,"0"-50,0 100,0-25,0 25,49-26,-49 26,0-25,0 0,0 24,25-98,-25 24,0 0,50-49,-50 49,24 0,26-25,-25 50,-25 25,-75 0,51 25,24-26,0 26,0-25,74-25,-74 49,50-49</inkml:trace>
  <inkml:trace contextRef="#ctx0" brushRef="#br0" timeOffset="17922.9268">10269 5060,'0'-25,"50"25,-25-49,25 49,-26 0,26 0,-50 25,0 49,0-49,0 24,-25-49,25 25,-49-25,49 50,-25-50,50 0,-1 0,-24 49,50-49,-50 50,0-25,-50-25,1 49,-1-49,0 0,1 0</inkml:trace>
  <inkml:trace contextRef="#ctx0" brushRef="#br0" timeOffset="18779.0589">7839 4911,'0'-24,"0"-26,0 75,24 24,-24 26,25-50,-25 24,0 26,0-51,25 1</inkml:trace>
  <inkml:trace contextRef="#ctx0" brushRef="#br0" timeOffset="19789.8789">10964 4986,'-50'0,"75"0,50-25,-26 25,1 0,-1 0,-24 0,25-25</inkml:trace>
  <inkml:trace contextRef="#ctx0" brushRef="#br0" timeOffset="20051.818">11113 4713,'0'-50,"0"75,0 49,0 1,0-1,0-24,0 0,49-26,-49 26,25-50,-25 25</inkml:trace>
  <inkml:trace contextRef="#ctx0" brushRef="#br0" timeOffset="20654.0621">11485 4713,'0'-75,"25"75,-25 50,49 0,-49-1,0 1,0 0,25-1,-25-24,0 0,25-25,-25-25,50-25,-50 1,49-26,-49 26,50-1,-50 25,74 25,-74-49,25 49,-50 0,25 24,-49-24,-1 25,25 25,25-25,0-1,25 51,25-50,-1-25,-24 49,0-49,24 25,-24-25,-25 25</inkml:trace>
  <inkml:trace contextRef="#ctx0" brushRef="#br0" timeOffset="21209.3763">12204 5011,'-25'0,"-24"0,24 0,0 0,25-50,75 0,-51 1,26-26,-50 50,0 75,0 25,0-1,0 0,0-24,0 0,0-26,0 1,0 25,0-25,25-25,0 0</inkml:trace>
  <inkml:trace contextRef="#ctx0" brushRef="#br0" timeOffset="21522.6361">12552 4316,'0'0,"24"0,26 0,-25 50,24 24,1 50,-50-25,74 25,-74-24,25 24,-25 0,0-50,0 0,0-24,-49 24,-26 1,-24-26,25 26</inkml:trace>
  <inkml:trace contextRef="#ctx0" brushRef="#br0" timeOffset="23427.9406">1315 6945,'0'0,"0"-49,0 24,0 75,0 24,0 0,0 1,0-26,0 1,0-25,0 0,0 24,0-74,0 1,25-26,-25 0,74-24,-74 49,50 0,-50-24,49 24,1-25,-25 50,-25-24,0 48,-25 26,25-25,-74 0,24 49,0-24,26-50,73 49,1 26,24-26,-49-24</inkml:trace>
  <inkml:trace contextRef="#ctx0" brushRef="#br0" timeOffset="23741.9223">1836 7268,'0'0,"0"-25,50 25,-50 25,0 49,0-49,24 0,-24 24,0-24,0 25</inkml:trace>
  <inkml:trace contextRef="#ctx0" brushRef="#br0" timeOffset="24117.5885">2332 7020,'25'0,"24"0,1-50,0 50,-1 0,-24 0,25 0</inkml:trace>
  <inkml:trace contextRef="#ctx0" brushRef="#br0" timeOffset="24311.5458">2382 7243,'24'0,"26"0,24 0,1 0,-1 0,-24-50</inkml:trace>
  <inkml:trace contextRef="#ctx0" brushRef="#br0" timeOffset="28504.0041">3572 6623,'0'0,"0"-25,-25 25,25-25,0 50,0 25,0 49,0 0,0 0,0-24,0-1,0-49,0 25,0-26,0-73,0 24,0-49,0 24,50 0,-25 1,0 49,-25 25,49-25,-49 49,0-24,0 0,0 24,0-24,0 0,25-25,-25 25,50-25,-1 0</inkml:trace>
  <inkml:trace contextRef="#ctx0" brushRef="#br0" timeOffset="29562.8882">4639 6573,'0'-25,"-50"25,50-24,-25 24,1 0,-1 0,-25 24,50 26,0 24,0 1,0 24,0 25,25-25,-25-24,0-26,50 1,-50 0,0-26,0 1,-25-25,25 50,-50-50,1 0,49-50,0 25,-25 25</inkml:trace>
  <inkml:trace contextRef="#ctx0" brushRef="#br0" timeOffset="29742.9154">4341 7020,'0'0,"0"-25,50 25,-25 0,24 0,1 0,-1-50,1 50</inkml:trace>
  <inkml:trace contextRef="#ctx0" brushRef="#br0" timeOffset="30177.7319">4986 6474,'0'-50,"0"100,-50 24,50 26,-49-1,49 50,0-50,0 0,0-24,0-26,25-24,24 25,-24-50,25 24,-25-24,-1 0,1 0</inkml:trace>
  <inkml:trace contextRef="#ctx0" brushRef="#br0" timeOffset="31825.9086">5383 6747,'-50'0,"26"0,24 25,-25-1,25 1,0 25,0-25,0 0,0-1,0 26,0 0,0-26,25-24,24 0,1 0,-50-49,25 49,-25-25,0 0,0 0,24 25,-24-49,0 24,0 0,0-25,-24 50,-26 0</inkml:trace>
  <inkml:trace contextRef="#ctx0" brushRef="#br0" timeOffset="32217.9746">5730 6945,'25'0,"0"0,-25 25,0 25,0-1,0-24,-25-25,25 25</inkml:trace>
  <inkml:trace contextRef="#ctx0" brushRef="#br0" timeOffset="32660.826">6053 6796,'0'-24,"0"73,0-24,0 0,0 0,0 24,0 1,24-50,1 0</inkml:trace>
  <inkml:trace contextRef="#ctx0" brushRef="#br0" timeOffset="32996.8235">6251 6499,'0'-50,"0"25,25 25,-25 25,25 0,-25 25,74-1,-74 1,50-1,-50 26,49-26,-49 1,0 0,0-1,0 1,0 24,-24-24,-26 0,-24-1,-1 26,-24-1</inkml:trace>
  <inkml:trace contextRef="#ctx0" brushRef="#br0" timeOffset="34773.9275">1439 8483,'0'0,"0"-25,0 1,0 48,0 26,0 24,0-24,0 24,0-24,0-25,0 24,0-73,25-1,-25-25,0 25,49 1,-49-26,25 50,-25-50,25 50,-25-24,50 24,-50-25,24 25,-24 49,0-24,-49 25,49-25,-25 24,25-24,-50-25,100-25,0 25,-26 0,1 0,25 25,-25-25,24 25</inkml:trace>
  <inkml:trace contextRef="#ctx0" brushRef="#br0" timeOffset="35481.7512">1960 8706,'0'25,"0"-50,0 50,0 0,0 0,0-75,0 25,25 25,0 0,24 0,-49 25,0 25,0-25,0-1,0 1,0 25,-25-1,-49-49,49 0,100 0,-51 0,1 0,25 0,-25 0,-25 25</inkml:trace>
  <inkml:trace contextRef="#ctx0" brushRef="#br0" timeOffset="35815.8563">2382 8483,'0'0,"49"0,-24 0,25-49,-26 49,1 0,0 0</inkml:trace>
  <inkml:trace contextRef="#ctx0" brushRef="#br0" timeOffset="35991.3862">2382 8682,'0'0,"24"0,1 0,0 0,49-25,1 25,-50 0,-1-25</inkml:trace>
  <inkml:trace contextRef="#ctx0" brushRef="#br0" timeOffset="37767.0546">3423 8111,'0'-25,"0"-24,0 24,0 0,0 50,0 25,0 24,0 0,0 1,0-26,0 1,0 0,0-75,0 0,0-25,50 50,-50-49,25 49,-25-50,25 50,24 50,-49-25,0-1,25 26,-25 0,50-26,-26-24,26 0,0-24,-26 24,-24-50,50 50</inkml:trace>
  <inkml:trace contextRef="#ctx0" brushRef="#br0" timeOffset="39349.4776">4664 7764,'0'-25,"24"25,-24-25,0-24,-24 49,-26 0,50 24,-25 26,25-25,0 0,0 24,0 1,0-1,0 1,0 0,0-1,0 26,0-1,0-49,0 0,0 0,0 24,0-24</inkml:trace>
  <inkml:trace contextRef="#ctx0" brushRef="#br0" timeOffset="39581.081">4490 8111,'0'-25,"25"25,0 0,24 0,-24-24,0 24,24 0</inkml:trace>
  <inkml:trace contextRef="#ctx0" brushRef="#br0" timeOffset="40288.8116">5160 7739,'-25'0,"0"0,0 25,25 24,0 26,-49 24,49 25,0 25,0 0,25 0,-25-50,99 0,-74-49,-25-1,49 1,1-50,-50 25,49-25,-24 0</inkml:trace>
  <inkml:trace contextRef="#ctx0" brushRef="#br0" timeOffset="45859.6887">5606 8086,'0'-49,"-25"49,1 0,24 25,-25-1,25 26,-50 0,50-26,0 26,0-25,0 24,0 1,0-25,25 0,0-25,0 0,24 0,26 0,-51 0,-24-25,0-50,0 51,0-1,0 0,0-25,0 1,-49 49,49-50,-25 50,25-25</inkml:trace>
  <inkml:trace contextRef="#ctx0" brushRef="#br0" timeOffset="46331.7495">6077 8260,'0'0,"-24"0,-1 0,50 0,24 0,26 0,-1 0,1-25,-51 25,1 0,25 0</inkml:trace>
  <inkml:trace contextRef="#ctx0" brushRef="#br0" timeOffset="46735.8286">6251 8086,'0'0,"0"-49,0 24,0 99,0 1,0 24,0 0,0-24,0-26,0 1,50-1,-50-24</inkml:trace>
  <inkml:trace contextRef="#ctx0" brushRef="#br0" timeOffset="48956.0752">6970 7913,'0'-25,"0"-25,0 25,0 1,0 48,0 51,0-26,-24 26,24-25,0-26,0 1,0 25,0-75,0 0,0 0,24 25,-24-49,50 49,-25 0,-25 49,0-24,0 25,0-25,25-25,-25 49</inkml:trace>
  <inkml:trace contextRef="#ctx0" brushRef="#br0" timeOffset="49203.6253">6797 8334,'-25'0,"50"0,0 0,24 0,1-24,-1 24,1 0,0-25,-1 25</inkml:trace>
  <inkml:trace contextRef="#ctx0" brushRef="#br0" timeOffset="49713.9187">6970 8508,'-24'0,"24"25,-25-25,50 0,-1 0,1 0,-25 25,50-1,-50 1,0 50,0-51,0 26,-25-25,0 24,-24-24,49-74,24-1,51 50,-50 0,24 0,-24 0,0 0</inkml:trace>
  <inkml:trace contextRef="#ctx0" brushRef="#br0" timeOffset="50001.3655">7591 8136,'24'25,"-24"24,0-24,25 0,-25 25,0-26,0 1,0 25,-124-25</inkml:trace>
  <inkml:trace contextRef="#ctx0" brushRef="#br0" timeOffset="51347.8887">8583 7863,'0'-25,"0"75,0 24,0 1,0-1,0 1,0-1,25-49,-25 0,24-25</inkml:trace>
  <inkml:trace contextRef="#ctx0" brushRef="#br0" timeOffset="51678.0762">8880 8062,'0'0,"25"0,25 0,-25 0,-1 0,26-25,-25 25,0 0,24-50</inkml:trace>
  <inkml:trace contextRef="#ctx0" brushRef="#br0" timeOffset="51993.7631">9029 7863,'0'0,"0"50,0-26,0 26,0 0,0-1,0 1,0 24,0-24,0-25</inkml:trace>
  <inkml:trace contextRef="#ctx0" brushRef="#br0" timeOffset="53185.7028">9674 7739,'0'0,"0"-25,0 0,0 50,0 50,0-26,0 1,25-25,-25-1,0 26,25-75,-25 0,0 1,25-26,-25 0,49 26,-24-26,25 25,-1 25,-49 25,-25 25,-49-26,49-24,25 50,-49-50,49 25,24-25,26 25,-25-25,0 0,24 49,-24-49,25 0</inkml:trace>
  <inkml:trace contextRef="#ctx0" brushRef="#br0" timeOffset="53413.8604">10145 7838,'0'0,"0"25,0 25,0-26,0 26,0 0,-24-50</inkml:trace>
  <inkml:trace contextRef="#ctx0" brushRef="#br0" timeOffset="53665.7106">9649 8260,'0'0,"25"0,25 0,-1 0,1 0,24 0,1-50,-26 50,1 0</inkml:trace>
  <inkml:trace contextRef="#ctx0" brushRef="#br0" timeOffset="54185.997">9947 8409,'-50'0,"50"25,-24-25,48-50,26 50,-25 0,0 0,-25 25,0 0,0-1,0 1,0 25,0-1,-50-49,50 50,-50-50,1 25,74-25,-1 0,26 0,-25 0,24 0,1 0</inkml:trace>
  <inkml:trace contextRef="#ctx0" brushRef="#br0" timeOffset="54627.3389">10394 7491,'0'0,"0"-25,0 50,49 25,-49 24,75 50,-51-50,-24 50,75 25,-75 0,0-50,0-24,0-1,0 1,0-1,-50 0,1 1,-1-50,25-1,-24 26</inkml:trace>
  <inkml:trace contextRef="#ctx0" brushRef="#br0" timeOffset="57350.8916">1464 11385,'0'0,"0"-49,0 24,0 0,0 0,0 75,0 0,0-1,0 1,0-1,0 1,0-25,25-25,-25 25,0-75,49 0,-49 1,25-26,25 26,-50-1,74 1,-24-1,-1 50,-49 50,-25-26,25 1,-24 25,-26-1,0-49,50 25,50 25,-25-25,0 24,49-24,-49-25,0 74,24-74</inkml:trace>
  <inkml:trace contextRef="#ctx0" brushRef="#br0" timeOffset="58005.0083">2258 11559,'-25'0,"0"0,25 25,-25-25,25-50,0 1,50 49,-1 0,-24 0,-25 24,25 1,-25 25,0-1,0 1,0 0,0-1,0-24,-50 25,1-26,49-48,0-26,74 50,-49 0,25 0,-1 0,-49 25</inkml:trace>
  <inkml:trace contextRef="#ctx0" brushRef="#br0" timeOffset="58228.3809">2654 11361,'25'-25,"25"25,-1 0,-24 0,0 0,0 0</inkml:trace>
  <inkml:trace contextRef="#ctx0" brushRef="#br0" timeOffset="58399.7928">2679 11534,'50'0,"-25"0,-1-25,51 25,-50 0,-1-24</inkml:trace>
  <inkml:trace contextRef="#ctx0" brushRef="#br0" timeOffset="59016.98">3126 11137,'0'-25,"0"1,0 48,0 51,0-1,49 1,-49-1,0-24,0-1,25 1,-25-25,0-75,0 1,25 24,25-25,-26 50,26 0,-25 25,24 25,-24 24,-25-24,0-26</inkml:trace>
  <inkml:trace contextRef="#ctx0" brushRef="#br0" timeOffset="59774.5782">4292 11088,'0'-25,"-25"25,25-50,0 25,0-24,-25 49,25-25,-25 25,0 0,25 50,-49-1,49 26,0-1,25 1,-25 24,99 25,-99-50,49-24,-49-1,25 1,-25-25,0 24,0-24,-49-25</inkml:trace>
  <inkml:trace contextRef="#ctx0" brushRef="#br0" timeOffset="59938.971">4168 11609,'0'-50,"0"25,24 25,-24-25,50 25,-25 0,0-49,24 49,-24 0,0 0,-25-25</inkml:trace>
  <inkml:trace contextRef="#ctx0" brushRef="#br0" timeOffset="60276.8817">4713 10864,'0'0,"0"-24,0 48,0 51,0 49,0 0,0 25,0-50,0 0,75 0,-51-49,26 0,0-50,-1 49,1-49,0 0</inkml:trace>
  <inkml:trace contextRef="#ctx0" brushRef="#br0" timeOffset="62128.0985">5284 11088,'0'-25,"-25"25,0 0,0 0,1 0,24 49,0-24,-50-25,50 25,0 0,0 25,0-1,0 26,0-26,25-49,-25 25,25-25,-1 0,1 0,25 0,-1 0,-24 0,-25-25,25 25,-25-49,0 24,0 0,0-25,0-24,-50 49,26 25,24-25,-50 25</inkml:trace>
  <inkml:trace contextRef="#ctx0" brushRef="#br0" timeOffset="62916.5258">5681 11261,'-25'0,"50"0,-1 0,26 0,0 0,-26 0,-24-24,75 24,-50 0,24 0</inkml:trace>
  <inkml:trace contextRef="#ctx0" brushRef="#br0" timeOffset="63253.9604">5805 11137,'0'-49,"0"73,0 26,0 0,0-1,0 1,0 0,49-1,-49-24,0 0,25 24</inkml:trace>
  <inkml:trace contextRef="#ctx0" brushRef="#br0" timeOffset="65069.0226">6276 10815,'0'-25,"0"99,0-24,0 0,0-1,0 1,0-25,0 24,50-49,-50 25,24-25,-24-74,25 74,-25-50,25 50,25 0,-1 0,-49 74,0-49,25-25,-25 50,0 0,0-1</inkml:trace>
  <inkml:trace contextRef="#ctx0" brushRef="#br0" timeOffset="65277.0789">6276 11385,'0'0,"74"-24,1 24,49-25,-50 25,-24 0,-25-50,-1 50</inkml:trace>
  <inkml:trace contextRef="#ctx0" brushRef="#br0" timeOffset="65677.098">6549 11584,'0'-25,"49"0,-24 25,0 0,25 0,-50 50,0-1,0-24,0 0,0 49,0-49,-25 0,-25 25,50-75,50 25,-1 0,-49-25,50 25,-25 0,0 0</inkml:trace>
  <inkml:trace contextRef="#ctx0" brushRef="#br0" timeOffset="65901.5567">7094 11311,'0'-50,"50"50,-25 0,25 25,-26 25,-24-1,25-24,-25 25,0 24,-25-49,-24 25</inkml:trace>
  <inkml:trace contextRef="#ctx0" brushRef="#br0" timeOffset="66607.0177">7690 11013,'0'-49,"0"24,25 25,-25 49,49 26,-49-26,25 1,-25-25,50 49,-50-24,24-50,-24 50,25-50</inkml:trace>
  <inkml:trace contextRef="#ctx0" brushRef="#br0" timeOffset="66979.7398">8111 11112,'50'0,"-25"-24,25 24,-1 0,1 0,-25-50</inkml:trace>
  <inkml:trace contextRef="#ctx0" brushRef="#br0" timeOffset="67241.8557">8260 10988,'0'-24,"0"73,0 26,0-1,0 1,0-1,50-24,-50-1,25-24,-25 25,25-50</inkml:trace>
  <inkml:trace contextRef="#ctx0" brushRef="#br0" timeOffset="68141.7396">8806 10939,'0'-50,"0"25,0 1,0-26,0 75,0 24,0 1,0 24,0-24,25 0,-25-26,0 1,49-25,-49-74,25 24,-25 1,50-1,-50 0,49 1,-24 24,-25 50,0 24,-25-49,25 50,-24-50,24 50,0-1,0-24,24-25,1 25,25-25,-25 0,-1 0,26 0</inkml:trace>
  <inkml:trace contextRef="#ctx0" brushRef="#br0" timeOffset="68488.7101">9277 10964,'0'0,"0"-25,25 25,-25 25,0 49,0 0,-25-24,25-25,-25-25,75 0,25 0,-51 0,26 0</inkml:trace>
  <inkml:trace contextRef="#ctx0" brushRef="#br0" timeOffset="68697.6687">8856 11460,'0'0,"74"0,0-50,1 50,-1-25,1 25,-1-49,-24 49</inkml:trace>
  <inkml:trace contextRef="#ctx0" brushRef="#br0" timeOffset="69072.8927">9203 11509,'25'0,"-1"0,26 0,-50 25,0 25,0-25,0 24,0-24,-25 25,-24 24,-1-74,75 0,0 0,-1 0,26 0,-25-50,0 50,24-24,-24 24,0-50</inkml:trace>
  <inkml:trace contextRef="#ctx0" brushRef="#br0" timeOffset="69657.7518">9575 10765,'0'25,"50"49,-26 1,26-1,-50 1,74 24,-74 0,25 0,-25 1,0 24,0-50,0-24,0-1,0-24,0 0</inkml:trace>
  <inkml:trace contextRef="#ctx0" brushRef="#br0" timeOffset="71960.9581">1712 14387,'-25'0,"25"-50,0 75,0 49,0 26,25-1,-25-25,25-24,-25-1,49 1,-49 0,0-26,25-24,-25-49,0-1,25 25,-25-24,0 24,50 0,-50-24,24 24,-24 0,50 25,-50-74,25 74,-25-50,25 50,-25 50,-50-26,25 1,25 25,-25 24,-24-49,74 25,24-1,26 1,-1-50,-74 74,50-74,-26 25</inkml:trace>
  <inkml:trace contextRef="#ctx0" brushRef="#br0" timeOffset="73663.3143">2233 11981,'0'-25,"25"25</inkml:trace>
  <inkml:trace contextRef="#ctx0" brushRef="#br0" timeOffset="74165.9794">2282 11931,'0'0,"0"-25,50-24,-25 49,24-25,1 25,-25 0,-25 25,49-1,-49 26,25-25,-25 0,0 24,0-24,0 0,0 24,-49-24,24 0,0-25,-25 50,26-50,-1 0</inkml:trace>
  <inkml:trace contextRef="#ctx0" brushRef="#br0" timeOffset="75366.1876">2506 14784,'-50'49,"50"-24,0 25,0-26,0 1,0 25,25 24,-25-49,49-25,-49 50,50-50,0 0,-1 0,-49-50,50 0,-50 26,0-26,0 0,0 100,0-25,0 24,0 26,0-1,0 1,0-1,0-49,25 49,-25-49,0 0,49-25</inkml:trace>
  <inkml:trace contextRef="#ctx0" brushRef="#br0" timeOffset="75641.051">3076 14660,'50'-25,"-25"25,-1-50,26 50,0-25,-26 25,26 0</inkml:trace>
  <inkml:trace contextRef="#ctx0" brushRef="#br0" timeOffset="75809.6069">3225 14734,'-50'0,"100"0,-25 0,24 0,1 0,0 0,-1 0</inkml:trace>
  <inkml:trace contextRef="#ctx0" brushRef="#br0" timeOffset="76587.8441">4118 14412,'0'0,"0"-25,0-25,0-24,0 49,-25 25,25-25,0 50,0 49,25 26,-25-1,50 25,-50-25,49-25,-49-24,0 0,25-26,-25-48,0-1,25-50,-25 51,74 24,-74-25,25 25,0 0,24 74,-49-24,25-50,-25 74,25-74,-25 50,50-25</inkml:trace>
  <inkml:trace contextRef="#ctx0" brushRef="#br0" timeOffset="77302.2619">5209 14238,'0'-50,"0"25,-24 25,-1 0,-25 25,50 25,0-1,0 26,0-1,25 26,25-1,-26 50,26-25,-50-50,74 0,-74-24,0-25,0 49,-24-74,-26 0</inkml:trace>
  <inkml:trace contextRef="#ctx0" brushRef="#br0" timeOffset="77457.9631">5110 14908,'0'0,"0"-50,0 25,25 25,25-49,-26 49,1 0,25-25,-25 25</inkml:trace>
  <inkml:trace contextRef="#ctx0" brushRef="#br0" timeOffset="77772.9622">5705 13940,'0'0,"-24"0,24-25,0 50,0 50,0 24,0 50,0-25,24 49,26-24,0-50,-26 1,51-26,-26-24,26 24,-1-74,-49 50</inkml:trace>
  <inkml:trace contextRef="#ctx0" brushRef="#br0" timeOffset="78851.9749">6326 14188,'0'0,"-25"0,0 0,-25 50,50-1,0 1,0 25,0-26,0-24,0 0,25 24,-25-24,25-25,-25 25,50-25,-26 0,1 0,25 0,-50-50,0 26,25-26,-25 25,0-24,0-1,0 0,-50 50,50-25,-25 25,25-24,-25 24</inkml:trace>
  <inkml:trace contextRef="#ctx0" brushRef="#br0" timeOffset="79197.9261">6722 14511,'25'0,"25"0,-25-25,-1 25,1 0,-25-50,75 50</inkml:trace>
  <inkml:trace contextRef="#ctx0" brushRef="#br0" timeOffset="79468.0711">6797 14287,'0'25,"25"50,-25-1,0 1,49-26,-49 1,25-25,-25 24,0-24,50-25,-50 25</inkml:trace>
  <inkml:trace contextRef="#ctx0" brushRef="#br0" timeOffset="80008.9736">7194 14163,'0'-49,"0"-1,0 75,0 0,25 24,-25 1,0 0,49 24,-49-24,0-25,0 24,25-49,-25 25,50-25,-50-25,0-24,24-1,-24 25,0 0,25 25,25 25,-50 25,0-25,25-25,-25 49,49-49,-49 25,75-25,-51 0,26 0</inkml:trace>
  <inkml:trace contextRef="#ctx0" brushRef="#br0" timeOffset="80240.7597">7938 14188,'0'0,"25"0,24 25,-49 49,25 1,-25-1,0-24,50 0,-50-1,0 1,0-1,-75 1</inkml:trace>
  <inkml:trace contextRef="#ctx0" brushRef="#br0" timeOffset="81604.4784">8682 13915,'0'-24,"0"73,0 26,0-1,0 0,50 1,-50-1,0-49,24 0,-24 0</inkml:trace>
  <inkml:trace contextRef="#ctx0" brushRef="#br0" timeOffset="81889.9311">9004 14139,'0'-25,"25"25,25 0,-25 0,24 0,1 0,-1 0,1-50,-25 50,0 0</inkml:trace>
  <inkml:trace contextRef="#ctx0" brushRef="#br0" timeOffset="82177.9381">9228 13990,'-25'0,"25"-50,0 100,0 24,0 1,0-1,74 0,-74-24,0 0,25-1,-25 1,0 0</inkml:trace>
  <inkml:trace contextRef="#ctx0" brushRef="#br0" timeOffset="82947.866">9749 13990,'0'0,"0"-25,0 0,24 25,-24-25,0 50,25 25,-25-1,50 1,-50 0,0 24,25-49,-25 0,0 24,49-123,-49 24,0 1,0-1,25 0,-25 1,74 24,-49-25,0 50,-25-49,0 98,0 1,-25-50,25 25,-49-25,49 25,-50-25,50 49,0-24,25-25,-25 50,49-50,-49 49,50-49,-25 50,24-50,-24 25,0-25</inkml:trace>
  <inkml:trace contextRef="#ctx0" brushRef="#br0" timeOffset="83403.7944">10369 14263,'0'-50,"0"25,0 0,49 25,1 0,-25 0,-25 25,0 0,0 0,-25 24,-25 1,26-50,48 0,26 0,-50 50,25-50,-25 49,0 1,25-25,-25 24,-25-49,0 50,-25-50,26 0,-1 0,0-25</inkml:trace>
  <inkml:trace contextRef="#ctx0" brushRef="#br0" timeOffset="83729.6811">10443 13692,'0'-25,"25"25,0-49,24 49,1 25,24-1,-49 51,50 49,-26 0,1 0,-1 0,-49 0,0 50,0-75,0 0,-49 0,-26-24,1 24,0-50,24 26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8:43:41.426"/>
    </inkml:context>
    <inkml:brush xml:id="br0">
      <inkml:brushProperty name="width" value="0.05292" units="cm"/>
      <inkml:brushProperty name="height" value="0.05292" units="cm"/>
      <inkml:brushProperty name="color" value="#5F4B79"/>
    </inkml:brush>
  </inkml:definitions>
  <inkml:trace contextRef="#ctx0" brushRef="#br0">18529 3200,'25'0,"25"0,-25 0,-1 0,-24 25,50-25,0 0,-1 0,-24 0,25 0,-1 0,1 0,24 0,-24 0,0 0,-1 0,1 0,24 0,1 0,24 0,50 0,-25 49,49-49,26 50,-26-50,1 74,0-74,-1 0,-49 50,-24-50,24 0,-25 0,-25 0,25 49,1-49,-26 0,25 0,-24 50,-26-50,1 0</inkml:trace>
  <inkml:trace contextRef="#ctx0" brushRef="#br0" timeOffset="2818.1107">7094 6747,'-49'0,"24"0,99-50,1 50,24 0,0 0,1 0,-51 0,-24 0,25 0</inkml:trace>
  <inkml:trace contextRef="#ctx0" brushRef="#br0" timeOffset="3009.1223">6970 6896,'25'0,"0"0,0 0,24 0,1 0,0 0,-1 0,1 0</inkml:trace>
  <inkml:trace contextRef="#ctx0" brushRef="#br0" timeOffset="4883.7967">8310 6449,'0'0,"-25"0,0 0,-24 0,24 0,-25 50,50-1,-25-49,25 50,0 0,0-1,0 1,50-50,-50 25,25-25,0 0,24 0,-24 0,0 0,-25-50,25 50,-25-25,0 0,49 25,-49-24,0-26,0 25,-24 25,24-25,-25-24,0 24,-25 25,50-25</inkml:trace>
  <inkml:trace contextRef="#ctx0" brushRef="#br0" timeOffset="5385.126">8682 6648,'25'0,"-25"24,-50-24,50-24,25 24,0 0</inkml:trace>
  <inkml:trace contextRef="#ctx0" brushRef="#br0" timeOffset="5827.2101">9079 6325,'0'0,"0"-25,0 50,0 50,0-1,0 0,-50 1,50-1,0-24,-25-25,25 24,0-24,0-50</inkml:trace>
  <inkml:trace contextRef="#ctx0" brushRef="#br0" timeOffset="6905.5285">10145 5953,'0'0,"0"-49,-24 49,-1 0,-25 0,25 0,1 0,-1 0,-25 0,1 0,24 24,25 26,-50-25,50 24,0 26,0-1,-25 25,25 1,0-1,-49-25,49 1,0-26,0-24,0 0,-25 24,25 1,0-25,0 0,-50 24,50-24,50-25,24-25,1 25,-1 0,1 0,-26 0,26 0,-51 0</inkml:trace>
  <inkml:trace contextRef="#ctx0" brushRef="#br0" timeOffset="13614.0733">10369 6350,'0'-50,"0"26,0-1,-25 25,-25 0,25 0,1 0,24 49,-50-24,50 50,0-26,0 1,25-25,24 24,1-49,0 0,-1-25,-24 1,-25-26,0 25,50-24,-50 24,0-25,-25 50,25-49,-50-1,26 50,-26 0,25 0,25 25</inkml:trace>
  <inkml:trace contextRef="#ctx0" brushRef="#br0" timeOffset="14084.2354">10840 6325,'-50'50,"26"-1,-1-49,-25 50,25-25</inkml:trace>
  <inkml:trace contextRef="#ctx0" brushRef="#br0" timeOffset="14326.2584">10666 6350,'0'0,"0"25,0 24,75-24,-26 25,1-1,-25-49</inkml:trace>
  <inkml:trace contextRef="#ctx0" brushRef="#br0" timeOffset="14688.012">11088 6201,'0'-25,"0"50,0 25,0 24,0-24,0 24,0 1,0-26,0-24</inkml:trace>
  <inkml:trace contextRef="#ctx0" brushRef="#br0" timeOffset="15136.9988">11411 6474,'0'0,"-25"0,74 0,26 0,-1 0,1 0,-26 0,1 0,-25 0,24 0</inkml:trace>
  <inkml:trace contextRef="#ctx0" brushRef="#br0" timeOffset="15455.9517">11634 6226,'0'25,"0"24,0 26,0-1,0 1,0-1,0-24,0-26,0 1,0 25</inkml:trace>
  <inkml:trace contextRef="#ctx0" brushRef="#br0" timeOffset="15823.8084">12229 6276,'0'24,"0"26,0 0,-25-1,25 1,0-1,0-24,0 25</inkml:trace>
  <inkml:trace contextRef="#ctx0" brushRef="#br0" timeOffset="16309.6943">12502 6003,'0'-25,"0"-25,25 50,24 0,1 0,-25 0,-25 25,25-25,-25 50,0-25,0-1,0 26,0-25,-50-25,0 49,26-49,24 25,-25-25,50 0,-1 0,26 0,-25 0,0 0,-1 0,26 0</inkml:trace>
  <inkml:trace contextRef="#ctx0" brushRef="#br0" timeOffset="16875.595">12849 5804,'0'-25,"50"25,-1 0,-24 0,25 0,-1 0,-49 50,0 0,0 24,-24 25,24 50,-50-25,50 25,-50-50,50 25,0-49,-24-26,24-24,0 0,0 25,-50-26,25-24,-49 0,-1 0,1 0,0 0,-1 0,1-24,-1 24</inkml:trace>
  <inkml:trace contextRef="#ctx0" brushRef="#br0" timeOffset="17570.3726">13395 6276,'49'0,"1"0,0 0,-1 0,-24 0,25 0,-25 24</inkml:trace>
  <inkml:trace contextRef="#ctx0" brushRef="#br0" timeOffset="17747.8996">13345 6400,'50'0,"24"49,-24-49,0 0,-26 0,26 0,0 0,-26 0</inkml:trace>
  <inkml:trace contextRef="#ctx0" brushRef="#br0" timeOffset="19093.8075">14437 6226,'0'-25,"-25"0,0 25,0 0,0 0,-24 0,49 25,-25 50,25-26,-50-49,50 75,0-51,0 1,0 25,0 24,0-49,0 0,50-25,-25 0,0 0,24 0,1 0,-1 0,-24 0,-25-25,25-25,-25 26,0-1,0-25,0 25,0-24,0 24,0-25,-25 50,-24-49,24 24</inkml:trace>
  <inkml:trace contextRef="#ctx0" brushRef="#br0" timeOffset="19609.737">14710 6424,'0'25,"0"0,0 25,-50-50,75-75,24 75</inkml:trace>
  <inkml:trace contextRef="#ctx0" brushRef="#br0" timeOffset="20024.1489">15032 6276,'0'0,"0"-25,0-25,0 100,0 24,0 1,0-1,0 0,0-24,0-25,0 0,0 24,0-24</inkml:trace>
  <inkml:trace contextRef="#ctx0" brushRef="#br0" timeOffset="23480.0324">2555 9599,'-25'0,"75"0,0 0,-1 0,1 0,-1 0,26 0,-26 0,-24 0</inkml:trace>
  <inkml:trace contextRef="#ctx0" brushRef="#br0" timeOffset="23671.3354">2654 9748,'0'-25,"25"25,0 0,25 0,-26 0,26 0,-25 0,24 0,1 0</inkml:trace>
  <inkml:trace contextRef="#ctx0" brushRef="#br0" timeOffset="26420.3716">3771 9475,'0'-49,"-25"49,0-25,-25 25,26 0,-1 0,-25 0,25 0,25 50,-24-1,24-24,0 0,0 24,0-24,0 0,0 25,49-1,26-49,-51 0,1 0,0 0,25 0,-26 0,-24-49,50 49,-50-25,0 0,0-25,0 1,0-1,-25 50,25-49,-49 49,49-25,-25 25</inkml:trace>
  <inkml:trace contextRef="#ctx0" brushRef="#br0" timeOffset="26795.295">4044 9500,'24'25,"-24"0,0 24,-24-49,24-24,0-26,24 50,-24 25,0 0</inkml:trace>
  <inkml:trace contextRef="#ctx0" brushRef="#br0" timeOffset="27157.2598">4341 9351,'0'0,"0"-24,25 24,-25 74,0-24,0-1,0 1,0-25,0 24,0-24,0 0,0 24,0-24</inkml:trace>
  <inkml:trace contextRef="#ctx0" brushRef="#br0" timeOffset="31401.3968">5284 9500,'49'-49,"-24"49,0 0,25-25,-26 25,26 0,-50-25,25 25,-25-50,0 26,0-1,-50 25,25 0,-24 0,24 0,25 25,0 24,0 1,0-1,0 26,0-1,0-24,0 24,0-24,0-1,0-24,0 25,0-25,-25-25,0 0,-24 0</inkml:trace>
  <inkml:trace contextRef="#ctx0" brushRef="#br0" timeOffset="31611.1336">5234 9748,'0'0,"25"-25,25 25,-26 0,1 0,25 0,-1 0,-24 0</inkml:trace>
  <inkml:trace contextRef="#ctx0" brushRef="#br0" timeOffset="32165.9423">5879 9227,'0'-24,"-74"48,74 1,-25 25,25 24,-75 50,75 0,-49 0,49-25,0-24,0-1,0 1,0-26,25 1,-1-25,26-25,-25 49,0-49,24 0,-24 0,0 0</inkml:trace>
  <inkml:trace contextRef="#ctx0" brushRef="#br0" timeOffset="40159.5201">6102 9525,'0'-25,"-25"25,1 0,-1 0,-25 0,25 50,25-25,-24 24,24 1,-50-25,50-1,0 26,50-25,-26-25,1 0,25 0,-25 0,-1 0,1 0,25 0,-50-25,0-25,0 26,0-1,0-25,0 25,-25 1,0 24,25-50</inkml:trace>
  <inkml:trace contextRef="#ctx0" brushRef="#br0" timeOffset="40688.5049">6375 9649,'25'0,"-25"25,-25-25,25-25,0 0,25 25,25 0,-26 0</inkml:trace>
  <inkml:trace contextRef="#ctx0" brushRef="#br0" timeOffset="41510">6747 9575,'0'-25,"-25"25,1 0,-1 25,25 24,-50 1,50-25,0 24,0 1,0-1,0-24,50-25,-50 25,25-25,-1 0,26 0,-25 0,24 0,-49-50,0 1,25 49,-25-25,0 0,0 0,0-24,0 24,0 0,-25 25,25-49,-49 49,24 0</inkml:trace>
  <inkml:trace contextRef="#ctx0" brushRef="#br0" timeOffset="42305.8779">7144 9525,'0'-25,"0"50,0 0,0 24,0-24,0 0,25-25,25 0,-26 0,-24 25,25-25,-25 49,0-24,0 0,-25-25,25 50,-24-50,-1 0,-25 0,25 0,25-25</inkml:trace>
  <inkml:trace contextRef="#ctx0" brushRef="#br0" timeOffset="42697.6023">7144 9550,'0'0,"50"-50,-25 50,-1 0,26 0,-25 0,0 0,-1 0,51 0,-75 25</inkml:trace>
  <inkml:trace contextRef="#ctx0" brushRef="#br0" timeOffset="44133.1854">7814 9897,'0'-50,"49"50,-24 0,-25 25,0 0,25 0,-25 24,0-24,0 25,0-25,-25-25,-24 0,24 0,0 0</inkml:trace>
  <inkml:trace contextRef="#ctx0" brushRef="#br0" timeOffset="48276.2893">8310 9599,'0'-24,"25"24,-25-25,0 0,0-25,49 50,-49 25,0 0,0 25,0-1,0 1,0-1,0 1,0-25,0 24,0-24</inkml:trace>
  <inkml:trace contextRef="#ctx0" brushRef="#br0" timeOffset="48687.8941">8657 9748,'0'-25,"25"25,25 0,-26 0,1 0,25 0,24 0,-24 0,-1 0,1 0,-25 0</inkml:trace>
  <inkml:trace contextRef="#ctx0" brushRef="#br0" timeOffset="49055.3784">8856 9550,'0'0,"0"-25,0 75,0-1,0 26,0-26,0 1,0-1,24 1,-24-25,0 0,25-25</inkml:trace>
  <inkml:trace contextRef="#ctx0" brushRef="#br0" timeOffset="52624.267">9501 9575,'0'-25,"-25"25,0 0,-25 0,1 0,24 0,-25 49,50 1,-25-50,25 50,-49-1,49 1,0-25,0 49,0-49,25-25,-25 25,49-25,1 0,0 0,-26 0,26 0,-25 0,-25-25,0-25,0 25,0 1,0-26,0 25,0 0,0 1,0-26,0 25,0 0,0 1</inkml:trace>
  <inkml:trace contextRef="#ctx0" brushRef="#br0" timeOffset="53130.153">9749 9699,'24'0</inkml:trace>
  <inkml:trace contextRef="#ctx0" brushRef="#br0" timeOffset="53773.1074">10096 9624,'-25'0,"25"-25,-25 25,0 0,1 0,24 25,-50-25,50 50,0-1,0-24,0 0,0 25,25-50,-25 74,25-74,-1 25,26-25,-25 0,0 0,24-75,-49 51,0-1,0-25,0-24,0-1,-49 75,49-24,-25 24,25 49</inkml:trace>
  <inkml:trace contextRef="#ctx0" brushRef="#br0" timeOffset="54478.1976">10369 9649,'0'-25,"0"-24,0 73,0 26,0-25,0 0,0 24,25-49,24 25,-24-25,0 0,-25 25,49-25,-49 49,25-49,-25 25,0 0,-49-25,49 25,-25-25,0 0,-25 0</inkml:trace>
  <inkml:trace contextRef="#ctx0" brushRef="#br0" timeOffset="54771.0756">10394 9550,'0'0,"49"0,-24 0,25 0,-1 0,-24 0</inkml:trace>
  <inkml:trace contextRef="#ctx0" brushRef="#br0" timeOffset="55371.931">10716 9252,'25'-49,"0"49,24 0,-49 49,25-24,-25 0,50 49,-50-24,24-1,-24 1,50 24,-50 1,0 24,0-25,0-24,0 0,0 24,-25-49,0 0,-24 24,-1-24,1-25,-26 50</inkml:trace>
  <inkml:trace contextRef="#ctx0" brushRef="#br0" timeOffset="56082.1792">11336 9525,'-50'0,"75"0,25 0,-25 0,24 0,-24 0,25 0,-25 0</inkml:trace>
  <inkml:trace contextRef="#ctx0" brushRef="#br0" timeOffset="56233.3421">11386 9624,'25'0,"24"0,1 0,24 0</inkml:trace>
  <inkml:trace contextRef="#ctx0" brushRef="#br0" timeOffset="56900.9206">12105 9401,'0'-25,"-50"25,26 0,-1 0,0 0,-25 0,50 75,-24-75,24 49,0-24,0 0,0 24,0 26,24-75,-24 49,50-49,0 0,-26 0,51 0,-26-24,1-1,0-25,-50 25,0 1,0-26,0 25,-25 25,25-25,-25 25,0 0,25-24,-25 24</inkml:trace>
  <inkml:trace contextRef="#ctx0" brushRef="#br0" timeOffset="57289.2514">12527 9550</inkml:trace>
  <inkml:trace contextRef="#ctx0" brushRef="#br0" timeOffset="57582.2167">12899 9277,'0'0,"0"-25,0 75,0-1,0 1,0 0,0-1,0-24,0 25,0-26,0 26</inkml:trace>
  <inkml:trace contextRef="#ctx0" brushRef="#br0" timeOffset="58790.9269">13792 9351,'0'-49,"0"24,0 0,0 0,-25 25,25-49,0 24,-25 25,0 0,1 0,-26 25,50 24,0 26,0-1,0 1,25-1,-25 0,0-24,0 0,25-26,-25 26,0-25,-25-25,-25 25,1-25,-26 0</inkml:trace>
  <inkml:trace contextRef="#ctx0" brushRef="#br0" timeOffset="58954.4758">13444 9575,'0'-25,"25"25,0 0,0 0,49 0,-49 0,25 0,-1 0,1 0,0 0</inkml:trace>
  <inkml:trace contextRef="#ctx0" brushRef="#br0" timeOffset="59393.3089">14189 9128,'0'-49,"-25"98,25 26,-50 24,1 99,49-74,0-25,0 25,0-74,74 24,-24-74,24 25,-49-25</inkml:trace>
  <inkml:trace contextRef="#ctx0" brushRef="#br0" timeOffset="60305.1843">14610 9401,'0'0,"-24"0,-26 0,25 0,25 50,-50-50,50 74,-49-24,49-26,0 26,0 0,25-50,-1 49,1-49,25 0,-25 0,24 0,-24 0,-25-25,50 25,-50-49,0-1,0 25,49 25,-49-74,0 24,-24 26,-1 24,0 0,50 0</inkml:trace>
  <inkml:trace contextRef="#ctx0" brushRef="#br0" timeOffset="60492.2032">14908 9500,'0'0,"0"25,0 0,25-25</inkml:trace>
  <inkml:trace contextRef="#ctx0" brushRef="#br0" timeOffset="60994.5291">15255 9475,'0'-24,"-25"-26,1 50,-26 25,50 24,0-24,-50 25,50-25,0-1,0 1,25-25,-25 75,25-75,-25 24,25-24,0 0,24 0,-24-24,-25-51,25 75,-25-49,0-1,0 25,-25 25,-25 0,1 0</inkml:trace>
  <inkml:trace contextRef="#ctx0" brushRef="#br0" timeOffset="61550.6067">15553 9500,'-25'0,"25"50,0-25,0-1,50 26,-26-50,1 25,25-25,-50 25,25-25,-25 49,0-24,-50-25,25 0,0 0,-24 0</inkml:trace>
  <inkml:trace contextRef="#ctx0" brushRef="#br0" timeOffset="61744.6907">15528 9525,'0'0,"0"-50,74 26,-24 24,-25 0,0 0,24 0</inkml:trace>
  <inkml:trace contextRef="#ctx0" brushRef="#br0" timeOffset="62367.1504">16049 9525,'0'25,"-25"-25,50 0,0 0,24 0,-24 0,25 0,-25 0,-1 0,26 0,0 0</inkml:trace>
  <inkml:trace contextRef="#ctx0" brushRef="#br0" timeOffset="62617.2874">16148 9376,'0'-25,"0"50,0 25,0-1,0 26,0-26,0-24,0 25,0-1,0 26,0-26,-49 1</inkml:trace>
  <inkml:trace contextRef="#ctx0" brushRef="#br0" timeOffset="63347.776">16744 9451,'24'0,"-24"-25,0 50,0-1,0 26,0 0,0-26,0 1,0 25,25-25,-25 24,50 1,-50-25,49-25</inkml:trace>
  <inkml:trace contextRef="#ctx0" brushRef="#br0" timeOffset="63552.8177">17066 9599,'0'0,"25"0</inkml:trace>
  <inkml:trace contextRef="#ctx0" brushRef="#br0" timeOffset="64121.8083">17438 9475,'0'-49,"-25"49,25 25,-49-25,49 24,0 26,0 0,0-26,0 26,0 0,24-26,1-24,0 0,25 0,-26-24,-24-1,0-25,0 1,0-1,0 0,-49 1,49 24</inkml:trace>
  <inkml:trace contextRef="#ctx0" brushRef="#br0" timeOffset="64790.1568">17860 9500,'-25'0,"25"50,0-25,0-1,25-24,24 0,-24 50,0-50,-25 25,0 0,0 24,-25-49,-24 0,-1 0,25 0</inkml:trace>
  <inkml:trace contextRef="#ctx0" brushRef="#br0" timeOffset="65045.6832">17785 9475,'0'-49,"25"49,0 0,0 0,24 0,-24 0,0 0,25 0,-26 0</inkml:trace>
  <inkml:trace contextRef="#ctx0" brushRef="#br0" timeOffset="65459.3028">18133 9103,'0'-49,"24"49,26 25,0 49,-50-24,49 24,-49 0,0 1,0-1,0-24,0 24,-49 1,24-26,-25 1,-49 24,-25 1,0-26,-50-49</inkml:trace>
  <inkml:trace contextRef="#ctx0" brushRef="#br0" timeOffset="67623.7521">16198 9500,'0'0,"25"0,-25-25,24 25,-24 50,0 0,0-26,0 1,0 25,-74-50,49 0,-24 0,49-25,0-25,0 26,0-1,0 0,49 25,-49-50,50 50,-1 0,-49 25,25 25,-25-1,0 1,0 0,0-26,0 26,-49-25,-1-25,25 0,0 0,1 0,-26-25,50-25,0 26,0-1,0 0,0-25,50 50,-26 0,-24 25,25 0,-25 0,0 24,0-24,0 0,0 25,-49-26,-1-24,0 0,50-74,0 24,0 26,0-1,50 25,-50-50,50 50,-1 0,-49 50,25-25,-25-1,0 26,0-25,0 24,-50-49,-24 50,49-50,25-25,0-24,0 24,0 0,0-25,25 26,25-26,-26 50,1 0,-25 25,0 24,0-24,0 0,0 25,-25-50,25 49,-24-49,24-25,0-24,0 24,24 0,26 25,-25 0,24 25,-49 25,-24-1,-1-49,25 25,-25-25,25-50,0 1,0 24,25 25,-25 50,0-26,-50-24,50-24,0-26,0 0,0 26,25 24,-25-25,50 25,-1 0,1 0,-50 25,25 24,-25 1,0 24,0 1,0-1,0 1,-50-26,25 1,-24-25,-1-25,25 74,-24-74</inkml:trace>
  <inkml:trace contextRef="#ctx0" brushRef="#br0" timeOffset="71674.0195">14809 10096,'-50'0,"75"0,0 0,0 0,-1 0,26 0,0 0,-1 0,1 0,-1 0,26 0,-26 0,26 0,-26 0,1 0,-25 0</inkml:trace>
  <inkml:trace contextRef="#ctx0" brushRef="#br0" timeOffset="73271.9342">16868 10071,'-25'0,"0"0,75 0,-26 0,26 0,0 0,24 0,0 0,1 0,24 0,-25 0,1 0,-26 25,1-25,-25 0,24 0,-24 0</inkml:trace>
  <inkml:trace contextRef="#ctx0" brushRef="#br0" timeOffset="74985.8787">10865 1984,'0'-24,"0"-1,25 25,24-75,-24 75,25-24,-1 24,26-50,-51 50,1 0</inkml:trace>
  <inkml:trace contextRef="#ctx0" brushRef="#br0" timeOffset="75168.0731">10790 2108,'100'-49,"-1"49,0-75,0 75,25-49,-24 49,24-50</inkml:trace>
  <inkml:trace contextRef="#ctx0" brushRef="#br0" timeOffset="181917.3001">12700 10418,'50'0,"-25"0,0 0,24 0,-24 0,0 0,24 0</inkml:trace>
  <inkml:trace contextRef="#ctx0" brushRef="#br0" timeOffset="182105.8947">12849 10567,'-49'0,"73"0,1 0,25 0,-1 0,-24 0</inkml:trace>
  <inkml:trace contextRef="#ctx0" brushRef="#br0" timeOffset="182741.4899">13469 10294,'0'0,"-25"0,25-25,-24 25,-1 0,-25 0,25 0,1 0,24 25,-50 25,50-26,0 1,0 0,0 25,0-26,0 1,0 25,25-50,24 25,-24-25,0 0,25 0,24 0,-49 0,-25-50,25-24,-25 49,0 0,0-25,-50 26,0 24,26-50</inkml:trace>
  <inkml:trace contextRef="#ctx0" brushRef="#br0" timeOffset="183044.0984">13767 10418,'50'50,"-50"-100,24 50,1 0</inkml:trace>
  <inkml:trace contextRef="#ctx0" brushRef="#br0" timeOffset="183394.1488">14114 10294,'0'0,"0"-25,0 50,0 25,0-1,0 26,25-51,-25 1,0 25,50-50,-50 49,24-49</inkml:trace>
  <inkml:trace contextRef="#ctx0" brushRef="#br0" timeOffset="183678.9766">14313 10368,'0'0,"0"-49,0 74,0-1,0 1,0 25,0-25,49 24,-49-24,25 25</inkml:trace>
  <inkml:trace contextRef="#ctx0" brushRef="#br0" timeOffset="184229.4621">14908 10294,'-50'0,"26"0,24 50,-50-50,50 49,0-24,0 0,25-25,24 49,-24-49,50 0,-51 0,26 0,-25 0,-25 25,0 0,-25 25,-25-50,-24 0,49 0</inkml:trace>
  <inkml:trace contextRef="#ctx0" brushRef="#br0" timeOffset="184415.1659">14784 10393,'0'0,"0"-25,25 25,49 0,1 0,24 0</inkml:trace>
  <inkml:trace contextRef="#ctx0" brushRef="#br0" timeOffset="184886.6178">15230 10294,'0'0,"0"50,0-26,0 1,75 25,-26-50,-24 0,-25 25,25-25,-25 24,25-24,-25 50,0-25,-25-25,25 25,-50-25,26 0</inkml:trace>
  <inkml:trace contextRef="#ctx0" brushRef="#br0" timeOffset="185141.3525">15255 10368,'0'-24,"25"24,25-50,-1 50,1 0,24-25,-24 25,-25 0,-1 0</inkml:trace>
  <inkml:trace contextRef="#ctx0" brushRef="#br0" timeOffset="187405.8602">2754 13072,'24'0,"1"0,25-25,-1 25,1 0,0 0</inkml:trace>
  <inkml:trace contextRef="#ctx0" brushRef="#br0" timeOffset="187573.4112">2878 13246,'49'0,"-24"0,25 0,-1 0,1 0</inkml:trace>
  <inkml:trace contextRef="#ctx0" brushRef="#br0" timeOffset="188395.8713">3473 12774,'0'-24,"-25"24,-24 0,49 24,-25 51,25-1,0-24,0-25,0 24,0-24,49 0,51 49,-51-74,-24 0,0 0,24 0,-49-74,0 24,0 1,0-1,-24 0,-26 26,25-1,-24 25,49-50,-25 50,-25 25</inkml:trace>
  <inkml:trace contextRef="#ctx0" brushRef="#br0" timeOffset="188785.4467">3969 12874,'-25'0,"0"0,1 0</inkml:trace>
  <inkml:trace contextRef="#ctx0" brushRef="#br0" timeOffset="189102.1286">4143 12774,'0'0,"0"-24,0-26,0 100,0-1,0 26,0-26,49 1,-49-1,25 1,-25-25,50 0,-50 24</inkml:trace>
  <inkml:trace contextRef="#ctx0" brushRef="#br0" timeOffset="190204.1596">4837 12799,'0'-49,"0"98,0 26,0-26,0-24,0 0,0 24,-49-24,49 0,-25 25</inkml:trace>
  <inkml:trace contextRef="#ctx0" brushRef="#br0" timeOffset="190413.1673">4688 12898,'0'0,"25"0,25 0,-1 0,26 50,-26-50,-24 25</inkml:trace>
  <inkml:trace contextRef="#ctx0" brushRef="#br0" timeOffset="191038.5045">5408 12576,'0'0,"0"-25,49 25,-49-25,0-24,25-1,-25 25,0-24,-49 49,24 0,0 0,25 25,0 24,0 1,0-1,0 1,25 24,-25-24,74 24,-49 1,-25-26,74 51,-74-26,25-24,-25-26,0 1,0 25,0-25,-49-25</inkml:trace>
  <inkml:trace contextRef="#ctx0" brushRef="#br0" timeOffset="191197.2484">5383 13047,'0'0,"0"-49,0 24,25 25,49-25,-24 25,-1 0,1-50,-25 50</inkml:trace>
  <inkml:trace contextRef="#ctx0" brushRef="#br0" timeOffset="191561.8675">5929 12477,'0'-25,"-50"25,50-25,-25 25,25 25,0 49,0 50,0 50,0-25,0-25,50-50,-25-24,24 24,-24-74,25 50,-1-50,1 0,-25 0</inkml:trace>
  <inkml:trace contextRef="#ctx0" brushRef="#br0" timeOffset="194275.7784">6301 12700,'0'-50,"-25"50,-25 0,50 25,-24 0,24 0,0 49,0-49,0 25,0-1,0 1,49-50,-49 49,25-49,-25 25,25-25,24-25,-49 1,50 24,-50-50,0 25,0-24,0 24,0-25,-25 25,0-24,25 24,-24 25,-26 0,25 0</inkml:trace>
  <inkml:trace contextRef="#ctx0" brushRef="#br0" timeOffset="194597.135">6698 12750,'-25'0,"25"-25</inkml:trace>
  <inkml:trace contextRef="#ctx0" brushRef="#br0" timeOffset="195183.3065">6946 12601,'0'-25,"-50"75,50-1,0-24,0 25,0-26,0 1,25 50,0-51,-1 26,26-50,-25 0,0 0,-25-25,0-24,0 24,0-50,0 26,0-1,-50 1,25 49,0 0</inkml:trace>
  <inkml:trace contextRef="#ctx0" brushRef="#br0" timeOffset="195780.03">7268 12601,'0'-25,"-25"25,25 50,0-26,0 26,25-50,0 0,-25 25,25-25,0 0,24 0,-49 25,25-25,-25 24,25-24,-25 50,0-25,0 0,0-1,-25-24,0 0,0 0,-24 0</inkml:trace>
  <inkml:trace contextRef="#ctx0" brushRef="#br0" timeOffset="196003.2897">7268 12601,'0'-25,"25"25,25 0,-26 0,1-50,25 50</inkml:trace>
  <inkml:trace contextRef="#ctx0" brushRef="#br0" timeOffset="196976.3372">8012 12973,'0'-25,"0"50,-25-25,25-25,0 0,25 25,-25-25,50 25,-25 0,24 50,-49 0,0-1,0 1,0-1,0-24,0 25,-25-25,-24 24,24-49,-25 0,1 0,49-24</inkml:trace>
  <inkml:trace contextRef="#ctx0" brushRef="#br0" timeOffset="198025.832">8459 12477,'0'-50,"0"25,0 50,0 25,25 74,-25-25,0-25,24-24,-24 0,50-1,-50-24,25-25</inkml:trace>
  <inkml:trace contextRef="#ctx0" brushRef="#br0" timeOffset="198279.7224">8732 12725,'0'0,"24"0,26 0,0 0,-1-50,1 50,-1 0,-49-25</inkml:trace>
  <inkml:trace contextRef="#ctx0" brushRef="#br0" timeOffset="198567.6628">8856 12477,'0'0,"0"-25,0 50,0 24,49 51,-49-26,25 0,-25-24,50-25,-50 24,0-24,0 0,24-25</inkml:trace>
  <inkml:trace contextRef="#ctx0" brushRef="#br0" timeOffset="200636.2634">9054 12750,'0'-25,"25"25,24 0,-49-50,-24 50,24 25,-75-25,50 25</inkml:trace>
  <inkml:trace contextRef="#ctx0" brushRef="#br0" timeOffset="201268.1502">9625 12204,'-25'0,"-25"0,25 0,1 0,-26 50,50-26,0 26,0-25,0 0,0 24,0 1,74-50,-24 25,-25-25,24 0,1 0,-25-50,-25-24,0 49,0-25,0 25,-50 25,50-49,-25 49,25-25,-24 25,-26 0,75 0</inkml:trace>
  <inkml:trace contextRef="#ctx0" brushRef="#br0" timeOffset="201530.0248">9873 12254,'0'0,"0"24,-25-24,50 0,-1 0,1 0</inkml:trace>
  <inkml:trace contextRef="#ctx0" brushRef="#br0" timeOffset="201898.0385">10071 12080,'0'0,"0"49,0 26,0-25,50-26,-50 1,24-25,-24 50,0-1,25-49</inkml:trace>
  <inkml:trace contextRef="#ctx0" brushRef="#br0" timeOffset="202189.2595">10220 12129,'0'-24,"-25"24,25 49,25-24,-25 0,25-25,-25 74,0-49,24-25,-24 50,50-50</inkml:trace>
  <inkml:trace contextRef="#ctx0" brushRef="#br0" timeOffset="202639.9775">10443 12080,'-25'0,"25"49,25-49,0 25,0-25,24 0,-24 25,0-25,-25 50,50-50,-50 25,0-1,-25-24,-25 0,25 0,1 0</inkml:trace>
  <inkml:trace contextRef="#ctx0" brushRef="#br0" timeOffset="202820.5874">10468 12105,'-25'-50,"50"100,-50-125,100 75,-26 0</inkml:trace>
  <inkml:trace contextRef="#ctx0" brushRef="#br0" timeOffset="203239.4227">10790 12005,'0'0,"0"25,0 0,0 25,25-26,25-24,-50 25,25-25,-25 25,24 25,-24-25,-24-25,-1 0,-25 0</inkml:trace>
  <inkml:trace contextRef="#ctx0" brushRef="#br0" timeOffset="203426.9236">10790 12030,'0'-25,"0"50,25-99,25 49,-1 25,-24 0</inkml:trace>
  <inkml:trace contextRef="#ctx0" brushRef="#br0" timeOffset="204035.2917">10096 12725,'-25'0,"0"0,-24 0,24 0,50 0,24-25,26 25,73-50,1 1,-25 49,0-75,-49 75,-50-49,-1 49,-48 25</inkml:trace>
  <inkml:trace contextRef="#ctx0" brushRef="#br0" timeOffset="204701.5726">10493 12799,'0'25,"-25"-25,25-50,25 50,24 0,-49 25,0 0,-24 0,-1-25,-25 0,1 0,49-25,0-25,24 50,26-24,24 24,-49 0,0 0,25 0,-50 49,0 1,0 24,-25-49,25 0,-50 24,25-49,25 25,-49-25,74 0,24 0,-24 0,25 0,24 0,-49-49,0 24,24 0,-49-25</inkml:trace>
  <inkml:trace contextRef="#ctx0" brushRef="#br0" timeOffset="205241.6443">10939 11832,'0'-25,"25"25,0 0,24 0,1 50,24-1,-49 50,25 1,-50-1,74 25,-74-25,0 0,0 1,0-26,-49 25,24-49,-25-1,50 1,-49 0,49-26,-50-24</inkml:trace>
  <inkml:trace contextRef="#ctx0" brushRef="#br0" timeOffset="206135.775">11857 12204,'0'0,"25"0,0 0,-1 0,1 0,25 0,-25 0,-1 0,-24 50</inkml:trace>
  <inkml:trace contextRef="#ctx0" brushRef="#br0" timeOffset="206287.3677">11931 12402,'50'0,"-100"0,174 0,-74 0,-25 0</inkml:trace>
  <inkml:trace contextRef="#ctx0" brushRef="#br0" timeOffset="206927.2108">12849 12055,'-25'0,"-24"-25,24 25,0 0,25 50,-49 24,49-49,0 0,0 0,0 24,24-49,-24 50,75-50,-75 25,74-25,-24 0,-1 0,-24-25,-25-25,0 1,0 24,0 0,0 0,0-24,-25 49,25-50,-49 50,49-25,-50 25,50-25,-49 25</inkml:trace>
  <inkml:trace contextRef="#ctx0" brushRef="#br0" timeOffset="207249.3922">13172 12080,'0'25,"0"-50,-25 25,50 0</inkml:trace>
  <inkml:trace contextRef="#ctx0" brushRef="#br0" timeOffset="207582.0523">13395 11931,'0'-25,"0"-24,0 98,0 1,74-1,-74 1,25 0,-25-1,25 1,-25-25,0 0,0 24,50-49</inkml:trace>
  <inkml:trace contextRef="#ctx0" brushRef="#br0" timeOffset="208181.3718">14263 12005,'0'-49,"0"98,0 1,-74 0,74-1,-25 1,25-25,0 0,-25-25,25 24,-50-24</inkml:trace>
  <inkml:trace contextRef="#ctx0" brushRef="#br0" timeOffset="208405.8151">14015 12005,'0'0,"25"25,0 0,24 0,-24 24,0-24,24 25,1-50,-25 25,24-25</inkml:trace>
  <inkml:trace contextRef="#ctx0" brushRef="#br0" timeOffset="209208.0126">14710 11906,'0'0,"49"-49,1 24,-1-25,1 25,-50 1,0-26,0 25,0 0,-25 25,25-49,-25 49,1 0,-1 0,25 25,0-1,0 1,0 25,0-1,0 26,25 24,-25 0,74 0,-74-24,50-25,-50-1,49 1,-49-1,0 1,0-25,0 24,0-24,-49 25,24-50</inkml:trace>
  <inkml:trace contextRef="#ctx0" brushRef="#br0" timeOffset="209380.5511">14759 12328,'174'-99,"-348"198,397-198</inkml:trace>
  <inkml:trace contextRef="#ctx0" brushRef="#br0" timeOffset="210040.9636">15429 11658,'0'0,"0"50,0 24,0 1,0 24,0 0,25 25,24-49,-24-26,25 1,-1-25,-24-25,25 49,-1-49,1 0</inkml:trace>
  <inkml:trace contextRef="#ctx0" brushRef="#br0" timeOffset="210737.6014">15826 11981,'0'-50,"25"50,24-25,-24 25,25 0,-50 25,0 0,49 24,-49 1,0-25,0 0,-49-25,24 0,0 0,-25-25,50-25,25 1,25 49</inkml:trace>
  <inkml:trace contextRef="#ctx0" brushRef="#br0" timeOffset="210934.5145">16123 11956,'50'0,"-25"0</inkml:trace>
  <inkml:trace contextRef="#ctx0" brushRef="#br0" timeOffset="211441.6438">16446 11807,'0'0,"0"-25,-25 25,25 75,0-51,0 1,0 0,0 25,50-1,-26-24,26-25,-25 0,24 0,-49-25,0-49,0 24,-24 25,-1-24,0 49,25-25,-50 25</inkml:trace>
  <inkml:trace contextRef="#ctx0" brushRef="#br0" timeOffset="212013.6335">16843 11757,'0'0,"0"25,0 25,0-25,0-1,49-24,-24 0,0 0,0 0,24 0,-49 50,25-50,-25 25,0 0,0 24,-74-49,49 0,25 25,-25-25,0 0</inkml:trace>
  <inkml:trace contextRef="#ctx0" brushRef="#br0" timeOffset="212231.0513">16818 11832,'0'-25,"25"-25,0 50,-1 0,26-24,-25 24,0 0,-1 0</inkml:trace>
  <inkml:trace contextRef="#ctx0" brushRef="#br0" timeOffset="213311.2687">17636 12030,'50'0,"-50"50,-25-50,25-25,25-25,0 50,0 0,-25 25,74 25,-74-25,0-1,0 26,0-25,0 0,-25-25,-24 49,24-49,-25 0,25 50,-24-50</inkml:trace>
  <inkml:trace contextRef="#ctx0" brushRef="#br0" timeOffset="235582.2061">18232 11683,'0'0,"0"25,0 0,25-1,-25 51,0-26,49 1,-49 0,0-1,25-49,-25 50,50-50</inkml:trace>
  <inkml:trace contextRef="#ctx0" brushRef="#br0" timeOffset="235792.1625">18455 11807,'0'0,"0"25,50 0</inkml:trace>
  <inkml:trace contextRef="#ctx0" brushRef="#br0" timeOffset="236356.2182">18827 11633,'0'0,"-25"0,25 25,-25-25,25 50,0-25,0-1,0 26,0-25,0 24,25-49,-25 25,75-25,-1 50,-24-50,-25-25,24-25,-49-24,0 49,0-24,0-1,0 0,-49 50,49-24,-25 24,0 0,-25 0</inkml:trace>
  <inkml:trace contextRef="#ctx0" brushRef="#br0" timeOffset="236947.4504">19174 11609,'25'0,"-25"49,50-49,-25 0,-25 25,24-25,1 0,25 0,-50 25,25-25,-25 49,0-24,-75-25,50 0,1 0,-1 0</inkml:trace>
  <inkml:trace contextRef="#ctx0" brushRef="#br0" timeOffset="237136.9536">19199 11609,'-25'0,"50"0,-50-25,100 25,-26 0,1 0,0 0</inkml:trace>
  <inkml:trace contextRef="#ctx0" brushRef="#br0" timeOffset="238148.0837">19646 11584,'-25'0,"0"0,75 0,24-25,-24 25,-26 0,26-50,-50 75,0 0,0 49,0 1,0-1,0 1,0-1,0 25,0-49,0-25,0-1</inkml:trace>
  <inkml:trace contextRef="#ctx0" brushRef="#br0" timeOffset="238403.069">19670 11906,'-24'0,"24"-25,49 25,1 0,-1-49,-24 49,0 0</inkml:trace>
  <inkml:trace contextRef="#ctx0" brushRef="#br0" timeOffset="239115.9747">20067 11534,'-49'0,"98"-49,-24 49,25 0,-25 0,-25-25,49 25,-49 49,0 1,0 0,-25 24,25-24,0-1,0 1,0-1,0 1,0-25</inkml:trace>
  <inkml:trace contextRef="#ctx0" brushRef="#br0" timeOffset="239289.0053">20067 11733,'-49'-50,"98"100,-73-100,48 50,1 0,0 0</inkml:trace>
  <inkml:trace contextRef="#ctx0" brushRef="#br0" timeOffset="239828.3392">20365 11485,'0'-25,"-25"25,25 25,0-1,0 26,25-50,25 0,-26 0,1 0,-25 25,25-25,-25 25,0 24,50-49,-75 0,0 50,-25-50,50 25,-24-25</inkml:trace>
  <inkml:trace contextRef="#ctx0" brushRef="#br0" timeOffset="240022.8125">20340 11534,'0'-49,"0"98,50-98,-25 24,-1 25,26 0,-25-25,0 25</inkml:trace>
  <inkml:trace contextRef="#ctx0" brushRef="#br0" timeOffset="240391.0347">20539 11088,'0'0,"74"24,-74 26,50-25,-50 25,49 24,-49 0,75 50,-75-24,0-1,0 0,0 0,-25 25,-25-25,25 1,-24-51,-1 1,-24 0,24-1,-49 1</inkml:trace>
  <inkml:trace contextRef="#ctx0" brushRef="#br0" timeOffset="241912.321">15999 12030,'0'-25,"0"1,-49 24,24 0,0 0,25 49,0-24,0 49,0-24,0 0,0-1,0-24,25-25,25 0,-26 0,1 0,-25-25,0-24,0 24,0 0,0 0,0-24,0 24,-25 25</inkml:trace>
  <inkml:trace contextRef="#ctx0" brushRef="#br0" timeOffset="348629.3123">13147 13419,'25'0,"24"0,-24 0,0 0,49 0,-49-24,0 24,24 0,1 0,-50-50,25 50</inkml:trace>
  <inkml:trace contextRef="#ctx0" brushRef="#br0" timeOffset="348936.5237">13345 13568,'75'0,"-26"0,26-49,24 24,-25 25</inkml:trace>
  <inkml:trace contextRef="#ctx0" brushRef="#br0" timeOffset="349784.1913">14065 13196,'0'-25,"-25"25,0 0,-25 0,50 50,-24-50,24 25,-50 24,50 1,0 0,0-1,25 1,24-1,1-49,-50 50,50-50,-1 0,-24 0,25-25,-1 0,-49-24,25 49,-25-25,0 0,0 0,0-24,-50 49,26 0,-1-25,-25 25,25 0,25-25,-24 25</inkml:trace>
  <inkml:trace contextRef="#ctx0" brushRef="#br0" timeOffset="350362.1892">14089 13271,'0'-25,"-49"25,74 0,-25-25,49 25,-24 0,0 0,24 0,-49 25,0 24,0-24,0 0,-24 49</inkml:trace>
  <inkml:trace contextRef="#ctx0" brushRef="#br0" timeOffset="350863.3736">14511 13196,'0'0,"25"0,25 0,-50 25,0 0,-25-25,-25 0,50-50,25 50,0 0,-25 25,-25-25,-25 0</inkml:trace>
  <inkml:trace contextRef="#ctx0" brushRef="#br0" timeOffset="351306.7152">14908 13072,'0'25,"25"24,-25 26,0-25,0 24,49 0,-49-24,0 0,0-26,25-24,25 0,-50-24</inkml:trace>
  <inkml:trace contextRef="#ctx0" brushRef="#br0" timeOffset="351621.8756">15156 13146,'50'25,"-50"25,0 24,0-24,24 0,-24-26,0 1,0 25,25-50</inkml:trace>
  <inkml:trace contextRef="#ctx0" brushRef="#br0" timeOffset="352603.2828">15578 13122,'0'-25,"49"25,1 0,-25-50,0 50,24 0,-24-25,0 25,-25 50,0 0,0 24,0 1,0-26,0 1,0-25,0 24,0 1</inkml:trace>
  <inkml:trace contextRef="#ctx0" brushRef="#br0" timeOffset="352823.2207">15677 13320,'0'0,"0"-25,74 25,-24-49,0 49,24 0,-24-25</inkml:trace>
  <inkml:trace contextRef="#ctx0" brushRef="#br0" timeOffset="353175.7489">16148 12998,'0'-50,"0"100,0-26,0 51,0-26,0 26,0-25,25-26,-25 26,50-25,-26-25</inkml:trace>
  <inkml:trace contextRef="#ctx0" brushRef="#br0" timeOffset="353713.5472">16421 12948,'0'-25,"50"-24,-26 49,1 0,25-25,-25 25,24 0,-49-25,25 25,-25 25,0 24,0 26,0 24,0 0,-50 25,50 0,0-49,0-26,0 1,0 24</inkml:trace>
  <inkml:trace contextRef="#ctx0" brushRef="#br0" timeOffset="353961.9943">16471 13395,'0'0,"-25"0,25-25,49-25,-24 50,25-25,-1 25,-24 0,0-49,25 49</inkml:trace>
  <inkml:trace contextRef="#ctx0" brushRef="#br0" timeOffset="356233.9439">3448 16421,'25'0,"25"-50,24 50,25-25,-49 25,-1 0,-24 0,25 0</inkml:trace>
  <inkml:trace contextRef="#ctx0" brushRef="#br0" timeOffset="356423.0815">3523 16619,'0'0,"0"-25,24 25,26-24,0 24,24-50,-24 50,-1 0</inkml:trace>
  <inkml:trace contextRef="#ctx0" brushRef="#br0" timeOffset="357615.407">4316 16049,'0'-25,"-24"25,24-25,-25 25,-25 25,50 0,0-1,0 51,0-26,0-24,0 0,0 0,25 49,0-74,-25 25,49-25,1 0,-25 0,49 0,-49 0,-25-50,0 26,0-26,0 0,-25 1,25-1,-49 25,24-24,-25 49,1 0,24 0,-25 25,50-1</inkml:trace>
  <inkml:trace contextRef="#ctx0" brushRef="#br0" timeOffset="357937.8648">4664 16049,'-25'0,"0"0,99 0</inkml:trace>
  <inkml:trace contextRef="#ctx0" brushRef="#br0" timeOffset="358341.5135">4912 15875,'0'74,"49"-24,-49 24,50 1,-50-1,25-24,-25-1,0 1,49-50</inkml:trace>
  <inkml:trace contextRef="#ctx0" brushRef="#br0" timeOffset="359601.9298">5730 15776,'0'0</inkml:trace>
  <inkml:trace contextRef="#ctx0" brushRef="#br0" timeOffset="360515.2756">5805 15726,'-25'25,"25"0,0 0,-25 24,25 1,-50-1,50 1,-24 0,24-26,-25 26</inkml:trace>
  <inkml:trace contextRef="#ctx0" brushRef="#br0" timeOffset="360778.8985">5507 15949,'0'0,"0"-24,50 24,-26 0,26 0,0 0,24 49,-24-24,-1-25,1 50,-1-1,-24-49</inkml:trace>
  <inkml:trace contextRef="#ctx0" brushRef="#br0" timeOffset="362588.1944">6598 15825,'0'0,"25"0,25 0,-1-24,-24 24,0-50,0 50,-25-50,74 50,-74-24,0-1,0-25,-25 50,1 0,-1 0,-25 0,50 25,0 0,0 49,0-24,0 24,0 1,50 49,-50-25,49-25,-49 1,0-26,25 1,-25 0,0-26,-25-24,25-24</inkml:trace>
  <inkml:trace contextRef="#ctx0" brushRef="#br0" timeOffset="362774.6859">6623 16197,'0'-24,"0"48,50-98,-1 74,26-50,-1 50,-24-24,-25 24</inkml:trace>
  <inkml:trace contextRef="#ctx0" brushRef="#br0" timeOffset="363239.371">7219 15503,'0'0,"-50"25,50 24,0 26,0 49,0 49,0 26,0-1,25-24,-25-75,99-24,-74-26,24-49,26 25,-26-25,1 0,0-25,49-24</inkml:trace>
  <inkml:trace contextRef="#ctx0" brushRef="#br0" timeOffset="383768.9645">7541 15925,'-25'0,"-24"0,24 0,25 24,-25 1,25 0,0 49,-50-74,50 25,0 0,25 25,0-1,0-49,24 0,-49 25,25-25,0 0,25 0,-26 0,-24-50,25 26,-25-1,50-25,-50 25,0 1,0-1,-25-25,0 50,25-25,-25 25,-24 0,49-24,-25 24,25 24,-25 1</inkml:trace>
  <inkml:trace contextRef="#ctx0" brushRef="#br0" timeOffset="384183.0985">7938 15974</inkml:trace>
  <inkml:trace contextRef="#ctx0" brushRef="#br0" timeOffset="384723.0444">8012 15726,'0'0,"0"50,50 24,-50 1,25-1,-25-24,49-26,-49 1,25 50</inkml:trace>
  <inkml:trace contextRef="#ctx0" brushRef="#br0" timeOffset="385497.1036">7863 16024,'0'-25,"0"-25,25 50,-25 25,0 0,-25-25,50 0,25 0</inkml:trace>
  <inkml:trace contextRef="#ctx0" brushRef="#br0" timeOffset="385886.5619">8434 15999,'25'0,"24"0,-49 50,50-1,-50 1,50-25,-50 24,0 26,0-26,-50 1,-24 49,-100-49</inkml:trace>
  <inkml:trace contextRef="#ctx0" brushRef="#br0" timeOffset="393655.1075">9352 15652,'0'-50,"0"25,0 1,-50 24,50 24,25 51,-25-26,25 26,-25-26,49 1,-49-25,0 24,25-49,-25 25</inkml:trace>
  <inkml:trace contextRef="#ctx0" brushRef="#br0" timeOffset="393917.4123">9649 15652,'0'0</inkml:trace>
  <inkml:trace contextRef="#ctx0" brushRef="#br0" timeOffset="394315.3501">9897 15478,'0'25,"50"49,-50-49,25 0,-25 25,49-26,-49 1,25-25</inkml:trace>
  <inkml:trace contextRef="#ctx0" brushRef="#br0" timeOffset="394624.521">10170 15404,'0'0,"0"25,50-1,-50 51,25-50,-25-1,0 26,49-25,-49 24,-25 1</inkml:trace>
  <inkml:trace contextRef="#ctx0" brushRef="#br0" timeOffset="395088.6265">9749 15677,'0'0,"-25"0,25 24,0 26,-25-50,25-25,0 0,0 1,74 24</inkml:trace>
  <inkml:trace contextRef="#ctx0" brushRef="#br0" timeOffset="396063.7378">10766 15379,'-25'-50,"50"50,49-25,-49 25,0 0,24-49,1 49,-50 49,0 26,0-1,0 1,0-1,0-24,25-1,-25-24,0 25,0-25,0-1</inkml:trace>
  <inkml:trace contextRef="#ctx0" brushRef="#br0" timeOffset="396252.7505">10815 15577,'174'-49,"-348"98,373-98</inkml:trace>
  <inkml:trace contextRef="#ctx0" brushRef="#br0" timeOffset="396516.1967">11286 15230,'0'0,"0"50,0-1,25 26,-25-26,0-24,0 0,50 25,-50-1,25-49</inkml:trace>
  <inkml:trace contextRef="#ctx0" brushRef="#br0" timeOffset="396940.9971">11535 15180,'0'-24,"24"24,26 0,-25-25,24 25,-24 0,-25-50,50 50,-25 0,-25 50,0-1,0 1,0 24,0 1,0-1,0-49,49 25,-49-1,0-24</inkml:trace>
  <inkml:trace contextRef="#ctx0" brushRef="#br0" timeOffset="397123.0632">11634 15478,'124'-74,"-248"148,297-148,-148 49,25 25</inkml:trace>
  <inkml:trace contextRef="#ctx0" brushRef="#br0" timeOffset="397436.8681">11931 14709,'0'-25,"25"25,0 0,25 75,-1 49,1 0,-1 49,-49 1,75 0,-75-25,49-50,-49-25,0 1,0-1,-49-24,-1 24,1-24,-51 24,26-24</inkml:trace>
  <inkml:trace contextRef="#ctx0" brushRef="#br0" timeOffset="402043.4764">8632 2505,'-49'0,"74"0,24-25,75 25,75-99,73 50,-23-1,-51 0,-49 50,-50-49</inkml:trace>
  <inkml:trace contextRef="#ctx0" brushRef="#br0" timeOffset="402388.9112">9029 2629,'0'0,"-49"25,24-25,99 0,25 0,50-50,25 1,0-1</inkml:trace>
  <inkml:trace contextRef="#ctx0" brushRef="#br0" timeOffset="404531.1545">12998 15453,'0'-49,"74"49,-24-25,0 25,-1 0,1-50,-25 50</inkml:trace>
  <inkml:trace contextRef="#ctx0" brushRef="#br0" timeOffset="404700.5845">13097 15553,'99'-25,"-198"50,273-50,-75-25,0 50</inkml:trace>
  <inkml:trace contextRef="#ctx0" brushRef="#br0" timeOffset="426889.0376">14288 15032,'-25'0,"-25"0,1 0,49 24,-25-24,25 50,-25-50,25 50,0-26,-49 26,49-25,0 24,0-24,0 25,0 24,24-74,-24 25,25-25,-25 25,50-25,24 0,-49 0,25 0,-1 0,-24 0,-25-50,25 1,-25 24,0 0,0-25,0 26,0-1,-25-25,-25 1,26 49,-26-25</inkml:trace>
  <inkml:trace contextRef="#ctx0" brushRef="#br0" timeOffset="427241.6157">14734 15156,'0'24,"0"1,0 0,-24-25,24-25,24 25</inkml:trace>
  <inkml:trace contextRef="#ctx0" brushRef="#br0" timeOffset="427820.9396">14982 14982,'0'0,"0"-25,25 25,-25 50,25 24,-25 1,50-1,-50 0,24-24,-24-25,0 0,50-25,-25-25</inkml:trace>
  <inkml:trace contextRef="#ctx0" brushRef="#br0" timeOffset="428495.5694">15305 14982,'0'-25,"0"-24,0 24,25 25,24-50,26 1,-1 49,-49 0,24 0,-49 49,0-24,0 0,0 24,-24-24,24 0,-50 25,25-50,50 0,0 0,0 0,24 0,-24 0,-25 49,25-49,-25 25,0 25,-25-50,0 49,-24-49,24 25,0-25,-25 0</inkml:trace>
  <inkml:trace contextRef="#ctx0" brushRef="#br0" timeOffset="429041.4422">16148 14858,'25'0,"-25"25,-50 0,26-25,-1 0,-25 0,25 0,1 0,24-50,0-24,0 49,0-25,49 50,1-25,24 25,-24 25,-50 25,25-1,-25 1,0 0,0 24,0-24,0-1,0 1,0-25,0-1,-25-24</inkml:trace>
  <inkml:trace contextRef="#ctx0" brushRef="#br0" timeOffset="438431.8036">15826 14833,'0'-25,"0"1,-25 24,0 0,-24 0,49 49,0 1,0-1,0-24,0 25,24-50,-24 25,25-25,0 0,0 0,24 0,1 0,-25 0,0 49,-25-24,0 0,0 24,-25-49,-25 0</inkml:trace>
  <inkml:trace contextRef="#ctx0" brushRef="#br0" timeOffset="438889.1316">15801 14883,'0'-50,"0"25,25 25,0 0,24-49,1 49</inkml:trace>
  <inkml:trace contextRef="#ctx0" brushRef="#br0" timeOffset="439684.3947">16595 14684,'0'0,"-25"0,0 0,50 0,24-74,1 74,-25-25,0 25,-25 25,-25 25,25 24,0-24,0 24,0 0,0-24,0 0,0-26,0 1,-50-25</inkml:trace>
  <inkml:trace contextRef="#ctx0" brushRef="#br0" timeOffset="439870.4197">16396 14982,'372'-99,"-744"198,794-273</inkml:trace>
  <inkml:trace contextRef="#ctx0" brushRef="#br0" timeOffset="440642.9713">17240 14585,'-100'-124,"200"248,-224-248,99 124,-25 0,50 25,0 25,0-1,0 1,0-25,25-25,0 0,-25 49,25-49,24 0,-24 0,25 0,-26 0,26 0,-50 25,50-25,-50 25,24-25,-24 49,0-24,0 0,0 0,-24-25,-26 49,25-49,0 0,1 0,-51 0,50 0,25-24,0-26,0 25,0 0,0 1,0-26,0-24,100 49,-76 25,1-75</inkml:trace>
  <inkml:trace contextRef="#ctx0" brushRef="#br0" timeOffset="441626.3124">16471 14833,'0'0,"-25"0,25-25,-25 25,50-49,24-1,-24 50,25-25,-1 25,-24-74,0 74,25 0,-50-25,0 50,0 49,0 26,0-1,0-25,0 1,25 24,-25-50,0 1,0-25,49 24,-49-73</inkml:trace>
  <inkml:trace contextRef="#ctx0" brushRef="#br0" timeOffset="441896.5893">16520 15056,'25'-49,"0"49,24-50,26 25</inkml:trace>
  <inkml:trace contextRef="#ctx0" brushRef="#br0" timeOffset="452406.4365">6722 5829,'-24'0,"-1"0,50 0,148-25,-24 25,25-49,49 49,25-50,-25 50,-24-50,-50 50,-75 0,-49 0,-50 0,-25 0,26 0</inkml:trace>
  <inkml:trace contextRef="#ctx0" brushRef="#br0" timeOffset="452932.1085">7392 5978,'-49'0,"49"25,-25-25,99 0,1 0,-1 0,75-25,0 25,-25-50,49 50,-73 0,-26-24,-124 24,1 0</inkml:trace>
  <inkml:trace contextRef="#ctx0" brushRef="#br0" timeOffset="517193.4896">7938 17214,'0'0,"0"-24,-25-1,99 74,-49-49,0 50,49-50,-49 0,0-25,-25-24,0 24,0 0,0-25,0 26,0 48,0 26,0 24,0 1,0-1,50 25,-50-24,0-1,0 26,0-26,0 0,0-24,0-25,-25-25,0 49,-49-73,49-1,25-50,-75-49,75 50,0 24,0 26,25-26,0 50,0 0,24 0,-24 0</inkml:trace>
  <inkml:trace contextRef="#ctx0" brushRef="#br0" timeOffset="517433.8699">8459 17487,'0'-49,"0"98,0-49,0 75,0-1,0 25,0 1,0-26,0-24,49-26,-49 26,25-25</inkml:trace>
  <inkml:trace contextRef="#ctx0" brushRef="#br0" timeOffset="517688.6717">8657 17363,'0'-25,"50"-24,-1 49,1-25,0 25,-1 0,-24 0</inkml:trace>
  <inkml:trace contextRef="#ctx0" brushRef="#br0" timeOffset="517846.9089">8856 17487,'124'-25,"-75"25,-222 25,396-74</inkml:trace>
  <inkml:trace contextRef="#ctx0" brushRef="#br0" timeOffset="518197.5165">9252 16966,'0'-24,"0"-1,0 50,25 24,-25 26,50-1,-50 0,25 1,-25-26,0-24,49-25,-49 50</inkml:trace>
  <inkml:trace contextRef="#ctx0" brushRef="#br0" timeOffset="518369.7476">9501 17140,'24'0</inkml:trace>
  <inkml:trace contextRef="#ctx0" brushRef="#br0" timeOffset="518648.8797">9823 16793,'0'49,"0"-98,0 74,0 24,50 26,-50-1,0 0,24-24,-24 24,0-49,25-25,-25 25,50-25</inkml:trace>
  <inkml:trace contextRef="#ctx0" brushRef="#br0" timeOffset="518924.7091">10071 16818,'0'-50,"0"100,0-75,0 50,25 24,-25 26,49-1,-49-24,50 24,-50-24,25-26,-25 1,25 50</inkml:trace>
  <inkml:trace contextRef="#ctx0" brushRef="#br0" timeOffset="519483.0416">10691 16594,'0'-49,"0"24,-25 25,-24 74,49 1,-50-1,50 25,0 1,0-1,25 0,0-49,24-1,1 1,0-50,-1 25,1-25,-1 0,-24 0,-25-25,25-25,-25 1,0-1,0 0,-50 26,26 24,-1 0,0 0,-49 0,49 0,25 24,-50 26,50-25,0 24</inkml:trace>
  <inkml:trace contextRef="#ctx0" brushRef="#br0" timeOffset="519932.6408">11138 16570,'0'-50,"0"100,0-125,-25 75,25 50,0 24,0 1,0 24,0 0,49-49,-24-1,25 26,-25-51,24-24,26 25,-26-25,1 0,-25 0,-25-25,49 1,-49-1,0-50,0 51,0-1,-49 25,24 0,-25 0,1 0,24 49,25 1</inkml:trace>
  <inkml:trace contextRef="#ctx0" brushRef="#br0" timeOffset="520605.7475">11758 16520,'0'0,"-25"0,25-50,25 50,0 0,24-24,-24 24,0 0,-25-25,74 25,-49-50,-25 224,0-75,0 75,0-26,0-48,50-26,-50-24,0-26,24 51</inkml:trace>
  <inkml:trace contextRef="#ctx0" brushRef="#br0" timeOffset="520800.2264">11857 17066,'273'-174</inkml:trace>
  <inkml:trace contextRef="#ctx0" brushRef="#br0" timeOffset="526440.5389">21580 3746,'0'-25,"0"0,0 75,0 24,0-24,0-1,0 1,25-25,-25 24,0 1,0-25,0-1,25-24</inkml:trace>
  <inkml:trace contextRef="#ctx0" brushRef="#br0" timeOffset="526777.3813">21804 3944,'0'-25,"0"50,24-50,-24 75,-24-50,24 25,-50-25,50-50,25 25,0 25</inkml:trace>
  <inkml:trace contextRef="#ctx0" brushRef="#br0" timeOffset="527273.8391">21977 3795,'0'0,"0"-25,0-24,0 74,0-1,25 26,-25 24,0-24,50 24,-50-24,0-25,0 0,0 24,0-74</inkml:trace>
  <inkml:trace contextRef="#ctx0" brushRef="#br0" timeOffset="527588.5823">22151 3820,'0'0,"0"25,0 0,0 24,25-24,-25 0,0 24,0 1,25-50,-25 25,49-25</inkml:trace>
  <inkml:trace contextRef="#ctx0" brushRef="#br0" timeOffset="528097.9865">22449 3621,'0'-24,"0"73,-50 1,50 24,0-24,0 24,0-49,0 0,25 25,0-26,-1-24,51 0,-50 0,-25-49,0-1,0 25,-75 25,50 0,1 0,-1 0,25 25</inkml:trace>
  <inkml:trace contextRef="#ctx0" brushRef="#br0" timeOffset="528518.4703">22721 3547,'0'-50,"0"100,0-75,0 50,0 0,-49 49,49 1,0-26,0 1,0-25,25 24,24 1,1-50,-1 0,-49-74,0 49,-24 0,-51 25,26 0,49 25</inkml:trace>
  <inkml:trace contextRef="#ctx0" brushRef="#br0" timeOffset="529035.8915">22895 3497,'25'0,"24"0,26-49,-25 49,-26-25,-24 75,0-1,0 1,0-1,0 1,0 25,0-26,0 1,0-25,0-1,50 26</inkml:trace>
  <inkml:trace contextRef="#ctx0" brushRef="#br0" timeOffset="529260.2932">23094 3746,'124'-75</inkml:trace>
  <inkml:trace contextRef="#ctx0" brushRef="#br0" timeOffset="534885.4585">17388 4663,'-24'-49,"-26"49,25 0,0 0,50 0,25 0,-1 0,-24 0,50 0,-51 0,51 0,-26 0,1 0,-25 0,25-25,-26 25,1 0,25 0,24-50,-49 50,0 0,24 0,-24 0,0 0,0 0,24 0,-24 0,0 0,25 0,-26-25,1 25,25 0,-25 0,-1-49,1 49,25 0,-25 0,-1 0,26 0,-25 0,0 0,-1 0,26-25,-25 25,0 0,24 0,-24 0,0 0,49-50,-49 50,25 0,-25 0,-1 0,26 0,-25 0,0 0,24 0,-24 0,0-24,24 24,-24 0,0 0,0 0,24 0,-24 0,0 0,25 0,-26 0,1-25,25 25,-25 0,-1 0,1 0,25 0,24 0,-49 0,0 0,25-50,-1 50,1 0,24 0,-24 0,-25 0,24 0,1 0,-25 0,-1 0,26 0,-25-25,24 25,1 0,0 0,24 0,-24-49,-1 49,1 0,-25 0,24 0,-24 0,0 0,0 0,49 0,-49 0,25 0,-1 0,-24 0,49 0,1 0,-50 0,-1 0,1 0,25 0,-25 0,24 0,1 0,24 0,-24-25,-25 25,24 0,-24 0,25 0,-26 0,1 0,0 0,25 0,-26 0,51 0,-25 0,-1 0,1 0,-25 0,-1 0,26 0,0 0,-1 0,-24 0,25 0,-1 0,1 0,-1 0,-24 0,0 0,25 0,-1 0,-24 0,0 0,0 0,49 0,-49 0,0 0,24 0,-24 0,0 0,0 0,24 0,-24 0,0 0,25 0,-26 0,1 0,0 0,25 0,-26 0,1 0,0 0,25 0,-26 0,26 0,-25 0,-25-25,0-24,0-1,0 25,0 0,0-24,0-1,0 1,0-1,0 0,0 26,0-51,0 1,0 24,0 25,0-24,0-1,0 0,0 1,0-1,-25 50,0 0,25-25,-49 25,24 0,-25 0,1 0,-1 0,0 0,26 0,-1 0,-25 0,25 50,1-50,-26 0,25 0,-25 25,26-25,-26 0,25 0,0 49,-24-49,24 0,0 0,-24 0,-1 0,25 25,0-25,-24 0,24 0,-25 0,1 0,-1 50,1-50,24 0,0 25,-25-25,1 49,24-49,-25 0,26 0,-1 0,-50 25,-24-25,25 0,-1 0,26 0,-26 0,26 0,24 0,0 0,-49 0,49 0,0 0,0 0,-24 0,-1 0,0 0,1 0,-1 0,1 0,-1 0,25 0,-24 0,-1 0,-25 0,-24 50,25-50,24 0,1 0,-1 0,0 0,26 0,-26 0,25 0,0 0,1 0,-26 0,25 0,0 0,-24 0,24 0,0 0,0 0,-24 0,-1 0,25 0,1 0,-26 0,25 0,0 0,-24 0,24 0,0 0,-25 0,1 24,-1-24,1 0,-1 0,25 0,-24 0,24 0,0 0,-25 0,26 0,-1 0,0 0,-49 0,24 0,25 0,0 0,-24 0,-1 0,1 0,-1 0,0 0,1 0,24 0,-50 0,51 0,-26 0,0 0,1 0,-1 0,1 0,24 0,0 0,-49 0,24 0,-24 0,24 0,0 0,1 0,-1-49,25 49,-24 0,24 0,0 0,-24 0,24 0,-25 0,25 0,-24 0,24 0,0 0,25-25,-25 25,-24 0,24 0,0 0,0 0,-49 0,74 50,-25-50,0 0,25 24,-25-24,25 25,0 25,0 24,0-49,0 0,0 25,0-1,0 26,0-26,0 1,50-1,-50 1,0 0,0-1,25-24,-25 25,0-1,25-24,-25 0,49-25,-49 49,25-49,25 25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8:52:57.843"/>
    </inkml:context>
    <inkml:brush xml:id="br0">
      <inkml:brushProperty name="width" value="0.05292" units="cm"/>
      <inkml:brushProperty name="height" value="0.05292" units="cm"/>
      <inkml:brushProperty name="color" value="#5F4B79"/>
    </inkml:brush>
  </inkml:definitions>
  <inkml:trace contextRef="#ctx0" brushRef="#br0">3523 1612,'0'0,"0"-25,0 1,-25 24,25 24,25 26,-25-25,49 0,-24-25,25 74,-26-74,1 0,25 0,-1-74,-49 24,50 25,-50 0,0-24,0-1,0 25,0 50,0 50,0 49,0 74,25 1,-25-26,49 1,-49-50,0 0,0-74,0-1,0-24,-49-25,24-50,-25-24,26-25,24-25,-75 49,75 50,0-24,75 49,-1 0,0 0,26 0</inkml:trace>
  <inkml:trace contextRef="#ctx0" brushRef="#br0" timeOffset="402.8868">4341 2431,'0'-25,"0"-25,25 26,0 24,24 0,1 0,-25 24,-25 51,0-26,0 1,0 0,-50-1,25 1,-24-50,49 25,-25-25,75-25,-1 25,1-75,24 75,-24-24</inkml:trace>
  <inkml:trace contextRef="#ctx0" brushRef="#br0" timeOffset="621.3412">4788 1960,'0'0,"24"-50,51 50,-26-50,26 50,-25 0,-26 0</inkml:trace>
  <inkml:trace contextRef="#ctx0" brushRef="#br0" timeOffset="778.4289">5011 2257,'50'-25,"-26"25,26 0,24 0,-24 0</inkml:trace>
  <inkml:trace contextRef="#ctx0" brushRef="#br0" timeOffset="1597.1971">5532 1513,'0'0,"0"-25,25 25,24 0,-24 25,25 25,-26-26,26 26,0-50,-50-25,0 0,0 1,0-1,0-25,49 50,-49 50,50 49,-50 0,74 50,-74-25,0 0,0 75,0-51,0-73,0-26,-25-49,25 50,-49-50,24 0,-25 0,26-50,24-24,-50-25,50 0,0 24,0 26,25 49,24-25,1 25,24 0,1 0,-1 0,1 0</inkml:trace>
  <inkml:trace contextRef="#ctx0" brushRef="#br0" timeOffset="1813.6179">6474 2232,'0'-49,"50"98,-50 26,0 49,50 0,-50-50,0 1,24-1</inkml:trace>
  <inkml:trace contextRef="#ctx0" brushRef="#br0" timeOffset="2374.3769">7119 2108,'25'0,"25"0,49-24,0 24,25-50,-25 50,-24 0,-26-25</inkml:trace>
  <inkml:trace contextRef="#ctx0" brushRef="#br0" timeOffset="2599.0433">7467 1836,'0'0,"0"-50,24 124,26 1,-25 24,24 50,-49-50,75 25,-75-25</inkml:trace>
  <inkml:trace contextRef="#ctx0" brushRef="#br0" timeOffset="3634.9968">8484 1439,'0'0,"0"-50,0-24,0 24,-25 50,25 50,0 24,0 0,49 1,-49-1,0 1,25-1,-25-49,0 0,0-50,0 0,50 25</inkml:trace>
  <inkml:trace contextRef="#ctx0" brushRef="#br0" timeOffset="3922.3251">8285 1860,'0'0,"50"0,-1 0,51 0,24 0,24 0,-48 0</inkml:trace>
  <inkml:trace contextRef="#ctx0" brushRef="#br0" timeOffset="4450.7405">8583 2133,'0'-25,"49"25,-24 0,25 0,-25 0,49 0,-99 0,0 0,-24 0,24 0,-25 75,50-1,-49 25,49 25,0-24,0-26,49 25,-24-49,25-25,24-25,-49 49,0-49,24 0,-49-24,50-26,-50 0,0 1,0 24,-25-25,-24 50,24 0,-25 0,1 0,-1 25,0-25,50 25,25-25</inkml:trace>
  <inkml:trace contextRef="#ctx0" brushRef="#br0" timeOffset="4849.2612">9749 967,'0'0,"-25"0,25-49,0 98,-50 51,50 24,0 124,0 0,0 0,25-50,49-49,26-50,24-24,24-26,-24-49</inkml:trace>
  <inkml:trace contextRef="#ctx0" brushRef="#br0" timeOffset="5712.4211">10245 1513,'0'0,"0"-25,0-24,0 24,0 0,0 0,0-24,0 73,0 26,0 24,0 1,0-1,0-24,0-25,24 24,26-98,25-51,-26-24,1 50,-1 0,-24 49,0 0,25 25,-100 50,25-1,-24 1,24-25,0 24,50 1,24-50,26 49,24-49,25 0,-50 0,-24 25</inkml:trace>
  <inkml:trace contextRef="#ctx0" brushRef="#br0" timeOffset="5935.3461">11088 1463,'0'-49,"0"74,0 49,0 25,0 1,50 24,-50-25,49-25,-49-24,0-1,25-49</inkml:trace>
  <inkml:trace contextRef="#ctx0" brushRef="#br0" timeOffset="6152.9891">11460 1637,'0'-50,"50"50,49 0,0-24,-24 24,-51 0,1-50</inkml:trace>
  <inkml:trace contextRef="#ctx0" brushRef="#br0" timeOffset="6370.9221">11683 1364,'0'0,"0"75,25 24,-25 50,0-25,25 0,-25-25,0-25,50-24</inkml:trace>
  <inkml:trace contextRef="#ctx0" brushRef="#br0" timeOffset="7533.037">12204 1389,'0'-50,"0"1,0-26,0 51,0-26,50 50,-1-25,-24 25,25 0,-1 0,-49 50,0-1,0 1,-24 0,-26 49,25 0,-24-49,24-26,74-24,1 0,0 0,24 0,-24 0,-25 0,-25-74,49 24,-49 1,0-1,0 1,0 24,0-25,0 25,0 1,0 73,0 1,0 24,0 1,0-1,0-24,0-26,0 26,0-75,75-74,-75 25,0-1,24 26,-24-1,50 0,-50 26,25 24,-50 49,-25-24,50 0,0 24,0 1,0-25,50-25,-25 25,24-25,1 49,24-49,-24 0</inkml:trace>
  <inkml:trace contextRef="#ctx0" brushRef="#br0" timeOffset="7855.1951">13122 1488,'0'-49,"50"49,24 49,-74 1,0-1,0 26,0-25,0 24,-50 0,1 26,24-51,0-24,50-25,49-25,1 25,-26-49,-24 49,25 0</inkml:trace>
  <inkml:trace contextRef="#ctx0" brushRef="#br0" timeOffset="8305.0468">13742 1364,'25'0,"25"-49,49 49,0 0,0-25,-49 25,-25 0</inkml:trace>
  <inkml:trace contextRef="#ctx0" brushRef="#br0" timeOffset="8521.6213">14015 1116,'0'0,"0"25,0 49,25 100,-25-50,0-25,49 25,1-49,-25-26</inkml:trace>
  <inkml:trace contextRef="#ctx0" brushRef="#br0" timeOffset="9324.874">14486 1290,'0'0,"-25"-50,25 25,25 25,0 0,25 0,-25 0,-1 25,26 25,-50-25,0-1,0 26,-25 0,25-26,-74 26,74-25,25-25,24 0,26 0,-26 0,1 0,-1-25,1 25,-25-99,-25 49,0 1,0 24,0-25,0 25,0-24,0 24,0 50,0 49,0 25,0-24,0-1,0-49,0 0,49-25,-49-25,50-25,-50-24,25 0,-25-1,74 1,-74 49,25 25,-75 50,26-1,24 26,-50-1,50-49,0 0,0-1,25-24,24 50,-24-50,25 0,-25 0,49 0,-49 0</inkml:trace>
  <inkml:trace contextRef="#ctx0" brushRef="#br0" timeOffset="9708.6489">15454 1513,'0'-50,"24"50,26-24,0 24,-26 0,-24 24,50-24,-50 50,0 0,0-1,-25 26,-24-75,24 49,25-24,0 25,49-50,-49 49,50-24,-50 0,0 25,0-26,-50-24,-49 50,-50-50,1 0,-51 0</inkml:trace>
  <inkml:trace contextRef="#ctx0" brushRef="#br0" timeOffset="10233.7227">15801 1389,'25'0,"24"-50,26 50,24 0,25-74,-50 74,1 0,-50 0,-1 0</inkml:trace>
  <inkml:trace contextRef="#ctx0" brushRef="#br0" timeOffset="10459.1573">16074 1017,'0'0,"0"25,0 24,25 51,-25-1,49 25,-49-50,50 1,-1-26,1 1</inkml:trace>
  <inkml:trace contextRef="#ctx0" brushRef="#br0" timeOffset="10961.333">16595 967,'0'0,"0"75,0 24,0 25,0-25,49 100,-49-150,50-24,-25-50,-25-49,74-1,1-148,-75 149,74-25,-74 49,25 25,-25 0,-25 25,-25 50,50 0,-49 24,49 0,0 1,0-26,0 1,0 0,25-26,-1-24,1 50,50-50,-1 0,0 0</inkml:trace>
  <inkml:trace contextRef="#ctx0" brushRef="#br0" timeOffset="11500.4798">17438 1439,'0'-25,"-25"25,25-25,0-25,-25 26,25-1,0 74,0-24,0 25,0-25,0 24,0 1,75-1,-50-49,24 0,1 0,-1-74,-49 49,0-24,0 24,0 50,0 24,0 1,0-1,0 1,0 25,25-26,-25-24,0 0,50-25,-50 49,25-49</inkml:trace>
  <inkml:trace contextRef="#ctx0" brushRef="#br0" timeOffset="11793.8111">17835 471,'0'0,"0"-25,25 25,24 0,26 50,-26 25,1 73,0 26,-50 0,49 49,-49-50,0 1,0 0,-49-1,-51-24,-48 0,-1-25,0 0,0 0</inkml:trace>
  <inkml:trace contextRef="#ctx0" brushRef="#br0" timeOffset="14500.9273">2282 4738,'0'0,"0"-75,0 50,-24 25,24 50,24 24,-24 26,50 24,-50-50,0-24,0-25,25-25,24-100,-49 1,100-25,-100 50,49 24,1 0,-25 50,-25 25,0 25,0-25,0-1,0 26,0 25,-50-26,0-24,26-25,73 0,1 50,24-50,25 74,-24-24,-26-1,26 1,-50-25</inkml:trace>
  <inkml:trace contextRef="#ctx0" brushRef="#br0" timeOffset="14731.8238">3200 5035,'0'0,"0"50,0 24,50 26,-50 73,49-49,-49-49,0-1,25-24,-25-26</inkml:trace>
  <inkml:trace contextRef="#ctx0" brushRef="#br0" timeOffset="14993.6869">3746 5110,'0'0,"49"0,26-25,24 25,-24 0,-26 0,26 0,-51 0</inkml:trace>
  <inkml:trace contextRef="#ctx0" brushRef="#br0" timeOffset="15143.8129">3870 5308,'0'0,"49"0,1 0,25-25,-1 25,0-24,-49 24</inkml:trace>
  <inkml:trace contextRef="#ctx0" brushRef="#br0" timeOffset="15858.3749">5309 4366,'0'-50,"0"75,0 49,0 50,0 25,49 25,-49-50,0-50,0-24,50-25,-50-75,49 0,1 1,-25-1,24 50,1 0,24 75,-74-26,25 1,-25-1,50 1,-50 24</inkml:trace>
  <inkml:trace contextRef="#ctx0" brushRef="#br0" timeOffset="16570.8891">7392 4266,'0'0,"0"-74,0 24,0 26,-25 24,25-25,-49 25,-26 0,51 0,-1 0,0 0,-25 49,50 1,0 74,0 0,0 25,75 24,-1 51,1-51,-26-49,1 0,-50-49,49-1,-49-49,-24 25,-1-26,-25-24,-49 50,49-50</inkml:trace>
  <inkml:trace contextRef="#ctx0" brushRef="#br0" timeOffset="16721.4879">7070 5184,'0'0,"0"-25,49 1,26 24,24 0,0 0,0 0,25-50</inkml:trace>
  <inkml:trace contextRef="#ctx0" brushRef="#br0" timeOffset="17004.5271">8260 3894,'0'0,"0"-24,-49 24,49-50,-50 50,25 0,25 25,-49 24,49 51,0 24,0 49,0 26,0-26,49 1,26-50,-1-74,25 24,1-24,48-1,-48-49</inkml:trace>
  <inkml:trace contextRef="#ctx0" brushRef="#br0" timeOffset="17626.7325">8856 4539,'0'0,"0"-49,0 24,24 25,1-25,25 25,-25 0,24 0,-24 0,25 0,-50 25,24 24,-24 1,0 0,0-26,-24-24,24 50,-50-50,75-50,24 26,-24-26,25 25,-25 25,-25-49,24 49,-24-50,0 75,0 0,0-1,0 26,0-25,0 0,50 24,-25-24</inkml:trace>
  <inkml:trace contextRef="#ctx0" brushRef="#br0" timeOffset="17829.2949">9625 4514,'0'25,"0"50,0-1,0 0,-25 1,25-25,0-26</inkml:trace>
  <inkml:trace contextRef="#ctx0" brushRef="#br0" timeOffset="18405.2693">9947 4341,'0'-25,"0"0,50 50,-1 25,-24-26,25 26,-26-50,1 25,25-25,-25-25,-25 0,0-24,49 24,-49 0,0-25,25 50,-25-24,25 98,-25-24,0 24,50 0,-50 1,0-26,0 1,-25 0,0-26,0 1,-25-25,-24 0,24 0,1 0</inkml:trace>
  <inkml:trace contextRef="#ctx0" brushRef="#br0" timeOffset="19307.3185">9476 4762,'0'-24,"0"48,-50 26,50 0,0 24,0-24,0-25,0 24,0-24,50-25</inkml:trace>
  <inkml:trace contextRef="#ctx0" brushRef="#br0" timeOffset="20011.7416">10815 4415,'0'25,"0"25,0-1,0 1,0-1,0-24,0 0,0 25,25-50</inkml:trace>
  <inkml:trace contextRef="#ctx0" brushRef="#br0" timeOffset="20312.9854">10865 3696,'0'0,"0"-25,74 25,1 25,-26 25,26 74,-26 24,1 26,-50-25,49 24,-49-24,0-50,0 1,-74 24,-25-25,-25 0,25-24</inkml:trace>
  <inkml:trace contextRef="#ctx0" brushRef="#br0" timeOffset="21401.925">1861 7441,'0'0,"0"-24,0-1,0-50,0 100,0 25,25 24,-25 25,0 75,49 0,-49-125,50-49,-50-74,0-50,49-50,-49 50,50 25,0 49,-26 1,26 49,0-25,-26 25,-24 25,0 0,0 49,0-24,-24-1,-1 26,-50 24,51-50,-26-49,50 50,-25-50,50 0,49 50,1-50,24 99,25-50,-25-24,25 25,-49 0</inkml:trace>
  <inkml:trace contextRef="#ctx0" brushRef="#br0" timeOffset="21737.0368">2828 7863,'0'0,"0"-25,50 25,-1 0,1 0,-25 0,24 25,-49 0,50 24,-50 26,0-1,-25 26,0-26,-49-24,24 24,25-49,-24-25,74 0,24 0,1 0,0-50,-1 50,26 0,-1-25</inkml:trace>
  <inkml:trace contextRef="#ctx0" brushRef="#br0" timeOffset="21933.0298">3473 7813,'0'-24,"50"24,24-25,0 25,1 0,-1 0,-24 0</inkml:trace>
  <inkml:trace contextRef="#ctx0" brushRef="#br0" timeOffset="22082.592">3671 7987,'0'0,"25"0,25 0,-1 0,26 0,-1 0</inkml:trace>
  <inkml:trace contextRef="#ctx0" brushRef="#br0" timeOffset="22636.1276">4564 7268,'0'0,"-24"-50,24-24,-50 74,100 25,-50 49,49 25,-49 50,75-50,-75 0,49 25,-49-49,0-50,0-100,0-24,25 25,-25 24,74 50,-24-50,-25 50,0 0,24 25,-24 0,25 25,-25 24,24 25,-49-49,50-1,-50-24</inkml:trace>
  <inkml:trace contextRef="#ctx0" brushRef="#br0" timeOffset="23192.1569">6425 7094,'0'0,"-50"-49,25 49,1-25,-26 25,25 0,0 0,-24 74,49 1,0 49,0 24,0-24,49 0,1-24,0-1,-26-25,-24-24,0-25,0 49,-24-74,-26 0,0-25</inkml:trace>
  <inkml:trace contextRef="#ctx0" brushRef="#br0" timeOffset="23326.8923">6077 7689,'0'-24,"0"48,50-48,25 24,-26 0,26 0,-1 0,-24 0</inkml:trace>
  <inkml:trace contextRef="#ctx0" brushRef="#br0" timeOffset="23672.9758">6995 6747,'-49'-50,"24"50,25 99,-75 150,75 73,-74 0,74-24,74-50,75-99,0-25,0-25,25-24,-1-26</inkml:trace>
  <inkml:trace contextRef="#ctx0" brushRef="#br0" timeOffset="24602.5561">7367 7342,'0'-49,"0"24,25-25,0 50,0 0,24 0,-24 0,25 0,-50 50,49 24,-49 1,0-1,-24 25,-26-24,25-26,-24-49,49-49,0-26,49 1,-24 24,25 25,-1-24,-24 49,25-50,-26 50,-24-49,25 49,-25-25,-25 25,-24 0,49 25,0 49,0-24,0 24,0 0,74 1,-49-1,49-24,-24-25,0 24,-1-49</inkml:trace>
  <inkml:trace contextRef="#ctx0" brushRef="#br0" timeOffset="24791.0537">8211 7541,'0'0,"25"74,-25 25,49 25,-49-25,50-24,-50-1,0-24,25 0</inkml:trace>
  <inkml:trace contextRef="#ctx0" brushRef="#br0" timeOffset="25074.3019">8781 7541,'50'-25,"24"25,-24 0,-25-50,-1 50,51 0,-50 0,-1 0</inkml:trace>
  <inkml:trace contextRef="#ctx0" brushRef="#br0" timeOffset="25285.6792">8980 7293,'0'-50,"0"75,0 24,24 26,-24 24,25-25,-25 26,50 24,-50-25,0-74</inkml:trace>
  <inkml:trace contextRef="#ctx0" brushRef="#br0" timeOffset="25875.8014">9401 7094,'0'0,"0"-49,0 24,25 25,-25 25,75 49,-75 0,49-24,-49 0,0-1,50 1,-50 24,0-123,0-1,25 0,-25 26,24 24,26 0,0 0,-50 49,49-24,-49 25,25 24,-25-24,50-1,-50-24</inkml:trace>
  <inkml:trace contextRef="#ctx0" brushRef="#br0" timeOffset="26051.2784">9575 7714,'74'0,"26"0,24-25,-50 25,-24 0</inkml:trace>
  <inkml:trace contextRef="#ctx0" brushRef="#br0" timeOffset="26384.3851">9922 7838,'-25'0,"25"-49,50 49,-25-25,0 25,-1 0,26 49,-50-24,0 25,0-25,-25 24,25-24,-74 25,24-25,75-25,25 0,24 0,0-50</inkml:trace>
  <inkml:trace contextRef="#ctx0" brushRef="#br0" timeOffset="26575.4052">10592 7541,'0'0,"50"0,-50 49,0 1,0 24,0 1,-25 24,-124-25</inkml:trace>
  <inkml:trace contextRef="#ctx0" brushRef="#br0" timeOffset="27362.852">11262 6573,'0'0,"0"-25,24 25,1 75,25-26,-25 1,24 0,-24-1,25-49,-50 25,49-25,-49-25,0-24,0-1,0 0,0-24,0 49,0 0,25 25,25 0,-1 75,-24-1,-25 25,99 26,-99-1,50 24,-50-48,-25-26,0 0,-24-49,-1-25,-24 50,24-50,1 0,24-25,-25-25,50 1,25 49</inkml:trace>
  <inkml:trace contextRef="#ctx0" brushRef="#br0" timeOffset="27595.2635">12130 7218,'0'-25,"49"50,-49 25,75 49,-75-25,25 1,-25-1,0-24,0-1,0-24</inkml:trace>
  <inkml:trace contextRef="#ctx0" brushRef="#br0" timeOffset="28034.1037">12824 7094,'25'0,"25"-49,49 49,50-50,-50 50,-25 0,-24-25</inkml:trace>
  <inkml:trace contextRef="#ctx0" brushRef="#br0" timeOffset="28240.5434">13097 6772,'0'0,"0"24,0 76,25 49,-25-50,74 25,-24-25,-25 25,24-74</inkml:trace>
  <inkml:trace contextRef="#ctx0" brushRef="#br0" timeOffset="29033.5427">13965 6400,'0'-75,"0"50,0 1,0 48,0 26,25 24,-25 1,0-1,0-24,25 24,-25-49,74-99,-49-26,25 26,-1 0,-49 24,50 0,-50 26,25 24,-75 24,50 26,-49 24,49-49,0 0,0 25,0-26,0 1,49-25,1 50,-25-50,24 0,-24 0</inkml:trace>
  <inkml:trace contextRef="#ctx0" brushRef="#br0" timeOffset="29193.1166">14511 6474,'0'0,"0"-25,0 75,0-1,0 26,0-1,0 1,0-26</inkml:trace>
  <inkml:trace contextRef="#ctx0" brushRef="#br0" timeOffset="29365.2367">14089 7069,'0'0,"25"0,99-24,-25 24,1 0,-51-50,-24 50</inkml:trace>
  <inkml:trace contextRef="#ctx0" brushRef="#br0" timeOffset="29686.9013">14387 7169,'0'0,"0"-25,25 25,24 0,1 0,-25 0,-25 49,0 26,0-1,0 1,-25-26,25 1,-50-1,50-24,0 25,50-50,0-50,24 50,1-74,-1 24,25 1</inkml:trace>
  <inkml:trace contextRef="#ctx0" brushRef="#br0" timeOffset="29965.689">15007 5879,'0'0,"0"-50,99 125,-24-26,-1 50,1 75,-1 24,-24 26,-50-26,0 1,0-51,-25 26,-50-25,1-25,0-50,24-24,-24-1</inkml:trace>
  <inkml:trace contextRef="#ctx0" brushRef="#br0" timeOffset="41492.7372">2382 9823,'0'-50,"-25"50,25-50,0 100,0 24,49 50,-49 75,0-1,50-24,-50-50,0-50,0 1,0-26,0-24,50-99,-50-75,99 0,-99 25,49 25,-49 49,75 26,-75-26,49 50,-49-50,25 50,-25 25,-49 25,-1 24,25 1,25-51,-49 1,49 25,0-25,24 24,1-49,25 50,24-50,1 0,24 0,0 0,0 25</inkml:trace>
  <inkml:trace contextRef="#ctx0" brushRef="#br0" timeOffset="41915.1968">3225 10666,'0'0,"0"-50,0 1,50-1,-26 50,1 0,0 0,25 0,-50 25,24-25,-24 74,0-49,0 0,0 25,-49-26,24 1,0-25,25 50,25-50,0 0,24 0,-49 25,25-1,-25 26,0-25,0 0,0-1,-49 26,-1-50,-24 50,24-50,25 0,25-50,0 25</inkml:trace>
  <inkml:trace contextRef="#ctx0" brushRef="#br0" timeOffset="42119.8857">3746 10443,'0'-25,"25"25,24 0,1 0,-1 0,1 0,-25 0</inkml:trace>
  <inkml:trace contextRef="#ctx0" brushRef="#br0" timeOffset="42269.5851">3671 10815,'0'0,"75"0,24-25,0 25,25-74,0 74,-24 0,-51-50</inkml:trace>
  <inkml:trace contextRef="#ctx0" brushRef="#br0" timeOffset="43099.0664">4664 9599,'0'0,"0"-24,0-1,49 25,-49 49,25 75,-25 0,74 75,-74-25,0 24,75-49,-75-50,0-49,0-1,0-98,0-26,0 1,0 24,0 25,25 25,-25-24,74 24,1 0,-51 0,26 49,-25-24,-25 25,49-1,-49 26,0-1,50 0,-50 1,0-26</inkml:trace>
  <inkml:trace contextRef="#ctx0" brushRef="#br0" timeOffset="43518.6701">6722 9699,'0'0,"50"0,-50-50,50 50,-50-50</inkml:trace>
  <inkml:trace contextRef="#ctx0" brushRef="#br0" timeOffset="43780.7718">6871 9550,'0'-124,"0"248,-49-273,24 149,0 0,-25 0,50 50,0 49,0 0,0 75,0-1,25 26,25-26,-1-24,-49-50,50 1,-50-26,0-24,0-26,0 1,-74-25,24 0,0-74</inkml:trace>
  <inkml:trace contextRef="#ctx0" brushRef="#br0" timeOffset="43909.7488">6648 10691,'-25'-174,"50"348,0-397,49 223,-24 0,24-50,1 50,-1 0,0-50</inkml:trace>
  <inkml:trace contextRef="#ctx0" brushRef="#br0" timeOffset="44157.1557">7541 9475,'0'0,"0"-24,0 98,-25 75,25 99,0 50,0-26,0-48,25-26,49-49,26-25,24 0</inkml:trace>
  <inkml:trace contextRef="#ctx0" brushRef="#br0" timeOffset="45030.8478">7987 9773,'0'0,"0"-50,25 50,-25-49,50 49,-1-25,-24 25,25 0,-50 50,50-26,-50 26,0 24,0 1,-25-1,-25 26,25-76,25 1,0-74,50-26,24 1,-24 24,-25 0,-25 1,49 24,-49-25,-49 150,49-26,0 0,0-24,25 25,-1-26,51 1,-26-25,26-25,-26 0</inkml:trace>
  <inkml:trace contextRef="#ctx0" brushRef="#br0" timeOffset="45196.6083">8831 10046,'0'-25,"0"100,0-1,0 25,0 0,0 1,0-26,0 0</inkml:trace>
  <inkml:trace contextRef="#ctx0" brushRef="#br0" timeOffset="45620.8639">9575 9847,'0'0,"-25"0</inkml:trace>
  <inkml:trace contextRef="#ctx0" brushRef="#br0" timeOffset="45693.7069">9550 9847</inkml:trace>
  <inkml:trace contextRef="#ctx0" brushRef="#br0" timeOffset="45877.789">9550 9847,'25'0,"49"-49,75 49,0-50,-50 50,-49 0,-25 0,-25-25</inkml:trace>
  <inkml:trace contextRef="#ctx0" brushRef="#br0" timeOffset="46102.2387">9773 9550,'0'0,"0"-50,0 25,0 100,25-1,-25 50,50-25,-1 1,-49-51,50 26,0-1,-26-49</inkml:trace>
  <inkml:trace contextRef="#ctx0" brushRef="#br0" timeOffset="46523.0301">10567 9351,'0'0,"-25"-49,25 98,25 26,-25-1,0-24,25-1,-25 1,0-25,50-25,-26-25,26-49,-25 24,-25 25,49 25,-24 25,-25 0,0 24,0-24,0 50,0-26,0-24,0 25</inkml:trace>
  <inkml:trace contextRef="#ctx0" brushRef="#br0" timeOffset="46703.1041">10617 9922,'49'0,"26"-25,49 25,-75 0,-24 0</inkml:trace>
  <inkml:trace contextRef="#ctx0" brushRef="#br0" timeOffset="47039.9258">10840 10120,'0'0,"0"-24,50 24,-26-25,1 25,-25 25,0-1,0 26,0 0,0 24,-25-24,1-1,-26 1,50-25,-25-25,50 0,25 0,49-50,-50 25,1 25,0-49</inkml:trace>
  <inkml:trace contextRef="#ctx0" brushRef="#br0" timeOffset="47237.2921">11634 9872,'0'0,"0"-49,25 49,-25 24,49 51,-49-26,0 51,-49 49,-100-1</inkml:trace>
  <inkml:trace contextRef="#ctx0" brushRef="#br0" timeOffset="48060.9423">12651 9004,'0'0,"0"-50,0 75,25 0,-25 25,74 49,-24-25,-26-24,51 0,-50-50,-1 24,51-24,-75-24,25-1,-25-50,0 26,0-1,0 1,0 24,0-25,24 75,-24 0,50 24,-50 26,0 24,50 25,-50 0,0 50,0-50,-50 0,50-75,-74 1,24-50,25 0,-24 0,24 0,25-25,0-25,25 50</inkml:trace>
  <inkml:trace contextRef="#ctx0" brushRef="#br0" timeOffset="48279.0966">13395 9922,'0'0,"49"0,-49 49,0 26,0-1,25-24,-25 0,0-26,25-24,-25 25</inkml:trace>
  <inkml:trace contextRef="#ctx0" brushRef="#br0" timeOffset="48501.7684">13817 9823,'0'0,"49"0,26 0,-1-50,0 50,1 0,-26 0,1-25</inkml:trace>
  <inkml:trace contextRef="#ctx0" brushRef="#br0" timeOffset="48721.1933">14040 9550,'0'0,"0"49,0 51,0 48,0-24,25 50,-25-75,49 25,1-74,-1 0,1-50</inkml:trace>
  <inkml:trace contextRef="#ctx0" brushRef="#br0" timeOffset="49291.9934">14710 9178,'0'0,"0"-25,0 0,0 75,0-1,24 1,-24 0,0-1,50-24,-50 0,0-100,50 1,-50 0,49-1,-49 26,25-1,-25 25,50 25,-75 25,0 25,25-1,-50-24,50 0,0 24,0-24,0 0,25-25,25 50,-25-50,24 0,1 0,-1 0,1 0</inkml:trace>
  <inkml:trace contextRef="#ctx0" brushRef="#br0" timeOffset="49633.1294">15305 9128,'0'0,"0"-25,0 1,49 24,-24 0,0 0,-25 49,0 1,0-25,0-1,0 26,0-25,-50 0,50 24,-49-49,74 0,-1 0,1 0,0-25,25 25,-1-24</inkml:trace>
  <inkml:trace contextRef="#ctx0" brushRef="#br0" timeOffset="49820.8727">14784 9872,'99'-25,"0"-24,1 49,48-75,-24 75,-49 0,-26 0</inkml:trace>
  <inkml:trace contextRef="#ctx0" brushRef="#br0" timeOffset="50250.157">15131 10071,'50'0,"-25"0,-1-25,26 25,0 0,-50 25,0 24,0 1,0 24,-25-24,0 0,-25-1,26-24,-1 0,99-25,1-50,-1 1,0 24,-24-25,24 25</inkml:trace>
  <inkml:trace contextRef="#ctx0" brushRef="#br0" timeOffset="50534.8201">15999 8235,'0'0,"0"-25,100 25,24 100,0 24,-25 24,0 26,0 24,1 1,-51 49,-49 0,0 0,-124-49,-50 24,-49 0,-25-25,-25-74</inkml:trace>
  <inkml:trace contextRef="#ctx0" brushRef="#br0" timeOffset="51779.748">2282 13072,'0'74,"0"51,0 73,0 0,0-24,50-50,-50-50,0-49,50-25,-50-99,24 0,-24 0,50-1,-50-48,74 73,-49 1,-25 49,25 25,-25-25,0 75,-50-1,26 51,-26-26,50-24,-25-1,25 1,0-25,0-1,0 26,25-25,49 0,-24-25,24 74,26-74,24 50,-50-50</inkml:trace>
  <inkml:trace contextRef="#ctx0" brushRef="#br0" timeOffset="52072.6554">3051 13891,'0'0,"0"-25,0 50,0 24,0 26,0-26,25-24,-25 0,25-25,25 74,-1-74,1 0,-25-25,24 1,-24-26</inkml:trace>
  <inkml:trace contextRef="#ctx0" brushRef="#br0" timeOffset="52229.236">3399 13915,'-25'50,"50"-100,-100 199,75-50,0 1,0-26,0-24,25 24,-25-49,0 0</inkml:trace>
  <inkml:trace contextRef="#ctx0" brushRef="#br0" timeOffset="52582.1812">3820 13841,'25'-25,"25"25,24 0,1-49,-1 49,0 0,-24 0,24 0</inkml:trace>
  <inkml:trace contextRef="#ctx0" brushRef="#br0" timeOffset="52755.2507">3895 14188,'0'0,"49"0,51-49,-1 49,0-50,50 50,0-74,-50 74</inkml:trace>
  <inkml:trace contextRef="#ctx0" brushRef="#br0" timeOffset="53469.7607">4788 12923,'0'0,"0"-49,49 49,-49 74,50 75,-50 0,0 24,49 1,-49-50,25 25,-25-50,50-25,-50-173,50-25,-50 25,24 49,-24 1,50 49,-25 0,24 74,-49-24,75 24,-50 1,24-1,1 0,-25-24,-25 0,24-1</inkml:trace>
  <inkml:trace contextRef="#ctx0" brushRef="#br0" timeOffset="54128.1822">7094 12700,'0'0,"0"-25,0-49,0 49,-49 25,24 0,-25 0,50 50,-74 24,74 0,0 50,0 75,0-1,0 1,50-26,-1 1,1-25,-50-25,49 0,-49-75,0 1,0 0,-49-50,-26 0,26 0</inkml:trace>
  <inkml:trace contextRef="#ctx0" brushRef="#br0" timeOffset="54285.2396">6698 14039,'24'-347,"-48"694,98-694,0 298,75 49,0-75,-50 75,1-49,-26 49,-24 0,24-50</inkml:trace>
  <inkml:trace contextRef="#ctx0" brushRef="#br0" timeOffset="54525.9615">7764 12774,'0'0,"0"-24,0 98,-74 124,74 1,0 49,0-50,74-24,50-50,25-25,25 0,-1-49,75 0</inkml:trace>
  <inkml:trace contextRef="#ctx0" brushRef="#br0" timeOffset="55372.893">8484 12923,'0'0,"0"-49,24 49,26-25,24 25,-24-50,-25 50,24 25,-49 0,75 74,-75 25,0-25,0-24,-25-1,25 1,-74-51,74 26,-25-50,25-50,49-49,1 50,-25-1,24-25,-24 51,0-26,-25 0,74-24,-74 49,25-24,-25 98,-25 50,25 1,-49-1,49-49,0-1,49-24,1 25,24-50,26 49,49-49</inkml:trace>
  <inkml:trace contextRef="#ctx0" brushRef="#br0" timeOffset="56938.7889">9625 13320,'0'25,"0"49,0 1,0-26,0 1,0 0,24-26,-24 26,25-50</inkml:trace>
  <inkml:trace contextRef="#ctx0" brushRef="#br0" timeOffset="57494.6465">10021 13146,'-24'0,"48"0,51-49,24 49,50 0,-50-50,0 50,-24 0,-26 0</inkml:trace>
  <inkml:trace contextRef="#ctx0" brushRef="#br0" timeOffset="57746.0184">10344 12799,'0'0,"-25"0,25-25,0 100,0 24,0 50,25-25,-25-25,25 25,24-74,1 24</inkml:trace>
  <inkml:trace contextRef="#ctx0" brushRef="#br0" timeOffset="58146.3397">10939 12551,'0'0,"0"-25,50 75,-25 49,-25 0,74 1,-74 24,0-50,0-24,0-26,50-24,-50-49,74-26,-74 1,50 24,-1 26,-24 48,-25 1,25 25,-25-1,50 1,-50-25,74 49,-24-49</inkml:trace>
  <inkml:trace contextRef="#ctx0" brushRef="#br0" timeOffset="58343.9567">11931 12973,'25'0,"25"49,-50-24,0 25,0-1,0 26,-75 49,-98 25,-125 0</inkml:trace>
  <inkml:trace contextRef="#ctx0" brushRef="#br0" timeOffset="59218.7961">12725 12402,'0'-74,"0"24,-25 50,25-74,0 49,0 75,50-1,-25 1,24 0,26-26,-26-24,1 0,-25 0,24 0,1 0,-25 0,-25-74,0 49,0 0,0 1,0-26,0 100,0 24,49 25,-49 0,75 25,-75-24,0-1,0-25,0-24,0-1,-25-24,-25-25,26 0,-26 0,25 0,-24 0,-1 0,25 0,25-74,0 24,0 1,50 49,-1 0</inkml:trace>
  <inkml:trace contextRef="#ctx0" brushRef="#br0" timeOffset="59445.0788">13643 12774,'0'0,"25"0,-25-24,25 24,-25 49,49 26,-49-1,25 25,-25-24,0-1,50 1</inkml:trace>
  <inkml:trace contextRef="#ctx0" brushRef="#br0" timeOffset="59961.9066">14288 12725,'49'0,"1"0,74-50,-25 50,50-74,-25 74,0-75,-74 75</inkml:trace>
  <inkml:trace contextRef="#ctx0" brushRef="#br0" timeOffset="60217.2761">14685 12378,'0'0,"0"-25,0-25,0 125,0-1,0 25,49 0,-49-24,75-1,-75 1,25 24</inkml:trace>
  <inkml:trace contextRef="#ctx0" brushRef="#br0" timeOffset="61201.6462">15578 12303,'0'-25,"24"25,-24-49,50-26,-50 50,0 1,0 73,50 51,-50 48,0-48,25 24,-25 0,49-50,-49-24,0-26,25-24,-25-49,0-26,50-24,-50 25,0-1,49 1,-49 24,0 1,25 49,-25-75,-25 125,0-25,25 0,-24 24,24-24,0 0,0 24,0-24,0 0,24 25,1-26,25-24,24 50,-24-50,-1 0,1 50,0-50,-1 0</inkml:trace>
  <inkml:trace contextRef="#ctx0" brushRef="#br0" timeOffset="63756.7052">16669 12601,'0'-50,"0"25,25 25,0-49,24 49,-24-25,25 25,-1 0,1 74,-50 1,0-50,0-1,0 1,-25 25,-24-50,49 25,-25-25,25-25,49 25,-24 0,-25 25,25 24,-25-24,0 0,0 0,0 49,-50-49,26 24,-51 1,26-50,-1 0,25 0,25-50,0 26,0-26,0 25,50 25,-1 0,-24 0,0 0,25 0,-26 50</inkml:trace>
  <inkml:trace contextRef="#ctx0" brushRef="#br0" timeOffset="64125.2428">17016 11286,'0'0,"0"-74,0 24,25 50,50 0,-1 0,25 99,50 25,-25 50,0 49,-25 50,-49 50,-50-26,0 1,-50-50,-49-50,-75 1,1-75,-1-25</inkml:trace>
  <inkml:trace contextRef="#ctx0" brushRef="#br0" timeOffset="74323.6804">16942 3572,'0'0,"-50"-50,50 25,-24 25,24-49,0 98,0 1,0 0,49-1,-24 26,-25-26,74-49,-49 25,0-25,25 0,-50-49,49-1,-49-25,50 26,-50-1,0 1,0 24,0 0,-25 25,25 25,25 49,-25 25,49 125,-49-1,0-25,50 50,-50-49,0-50,0-50,0-25,0-24,-74-50,49 0,-25 0,1-25,-26-24,50-26,-24-24,49 24,-25 1,25 49,0-24,50 49,49-75,25 26,25 49,-50 0</inkml:trace>
  <inkml:trace contextRef="#ctx0" brushRef="#br0" timeOffset="75222.9828">17959 4068,'0'0,"0"-50,-25 26,25-1,-25-25,-24 25,24 25,-25 124,1-24,-1 24,50-50,0-24,50-26,-25-24,24 0,-24 0,-25-74,50 24,-50 1,24-1,-24 25,50 25,-25 25,24 25,1-50,0 49,-26-49,26 0,-25 0,-25-24,49-1,-49-50,50 26,-50-1,50-24,-50-25,0-50,0 25,0 24,0 26,0 24,-25-24,25 49,-50 25,50-25,0 75,0 49,0 0,0 1,25 24,25-25,-50 0,49 0,-49-24,0-26,0 1,0-25,0 24,0-24</inkml:trace>
  <inkml:trace contextRef="#ctx0" brushRef="#br0" timeOffset="75388.6232">18281 3894,'25'-24,"50"24,24 0,-25 0</inkml:trace>
  <inkml:trace contextRef="#ctx0" brushRef="#br0" timeOffset="76063.5957">18976 3795,'0'0,"0"-25,0-24,0-1,50 0,-26 50,26-49,-25 49,0 0,24 25,-49-1,0 26,0 25,0-1,0-24,0-1,0-24,-49-25,49-25,0 0,0-24,49-1,-24 25,25-24,-26 24,1-25,25 25,-50 1,0-26,0 0,-50 100,50 24,-49 1,49-1,0-24,0-25,74 24,-49-24,24-25,1 50,24-50,1 0</inkml:trace>
  <inkml:trace contextRef="#ctx0" brushRef="#br0" timeOffset="76277.1182">19819 3621,'0'0,"25"-24,25 24,-1-50,-24 50,25 0</inkml:trace>
  <inkml:trace contextRef="#ctx0" brushRef="#br0" timeOffset="76414.8043">19894 3770,'0'0,"49"0,1 0,0 0</inkml:trace>
  <inkml:trace contextRef="#ctx0" brushRef="#br0" timeOffset="76893.1642">20439 3299,'0'-50,"-24"75,-26 25,50-25,-25 49,25-24,0-1,0 1,0-25,0 24,0-24,25-25,-25 25,74-25,-24 0,0-25,-1-49,-49 24,0 25,0-24,0 24,0-25,-25 1,1 24,-26-50,0 75,1 0,49 25,0 0</inkml:trace>
  <inkml:trace contextRef="#ctx0" brushRef="#br0" timeOffset="77082.9897">20787 3398,'24'0,"-24"50,25-50</inkml:trace>
  <inkml:trace contextRef="#ctx0" brushRef="#br0" timeOffset="77793.6688">21084 3225,'-24'0,"24"-25,0-25,49 50,-49 25,0 49,-25-49,1-25,-26 0,50-49,0-1,25 25,-25 0,49 25,-49-49,50 49,-25 0,0 0,-25 49,0 1,0 0,0-1,0 26,0-1,-50 25,0 25,26-49,24-50,74-25,0-50,1 0,-26 50,26-49,-26 49,1-25,-25 25,24 0,1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3-03T08:34:10.5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1563 571,'0'-25,"0"0,0-25,0 25,0 75,0 49,0 1,0 48,0-48,0-26,0-24,0-26,25 26,-25-25,0-75,0 25,0 1,0-26,0 25,-50-24,25 49,25-25,-24 25,-26 0,0 0,26 0,24 25,0 24,0 1,0-1,0-24,74-25,-24 0,-1 0,1 0,-1-25</inkml:trace>
  <inkml:trace contextRef="#ctx0" brushRef="#br0" timeOffset="625.8358">1761 918,'0'0,"0"-50,0 100,50-25,-25 24,25 1,-1-50,1 0,-50-50,25 25,-25-24,0 24,0 50,0 49,0 1,0 24,0 0,0-25,0 1,0-26,0 1,-50-50,50 25,-25-25,0 0,-24 0,24-25,25-25,-50 1,50-1,0 1,25 49,25 0,-25 0,-1 0</inkml:trace>
  <inkml:trace contextRef="#ctx0" brushRef="#br0" timeOffset="931.9853">1017 1513,'75'0,"49"25,49-25,26 0,-1 0,-98 0,-26 0,-24 0,-1 49</inkml:trace>
  <inkml:trace contextRef="#ctx0" brushRef="#br0" timeOffset="1437.0302">1414 1786,'0'-50,"0"75,0 50,0-1,0-24,0-1,0 1,50-25,-50 24,0-24,-25-75,0 26,-24-26,-1 50,25 0,-49 50,74-1,-50 1,50-1,0 1,0-25,50-25,-1 0,26 0,-1 0,1-25</inkml:trace>
  <inkml:trace contextRef="#ctx0" brushRef="#br0" timeOffset="1900.8139">1662 2059,'0'-25,"25"25,25 0,-26 25,-24 0,50 24,-50 1,0-25,0-1,-25 51,0-75,25-25,0-25,0 26,25-1,-25-25,50 25,0-24,-50 74,-25 24,25-24,0 0,0 24,0 1,25-25,-1-25,26 0,24 0</inkml:trace>
  <inkml:trace contextRef="#ctx0" brushRef="#br0" timeOffset="2476.9349">2382 1488,'49'-49,"26"49,-1 0,-24-25,-26 25,1 0</inkml:trace>
  <inkml:trace contextRef="#ctx0" brushRef="#br0" timeOffset="2642.091">2406 1637,'0'-25,"25"25,0-49,0 49,49 0,-24 0,-1 24,-24-24</inkml:trace>
  <inkml:trace contextRef="#ctx0" brushRef="#br0" timeOffset="3079.0563">3299 1017,'0'0,"-24"0,24-50,-50 50,25 0,25 25,0 0,-25 25,25-1,0 26,0 24,0-25,0 1,0-1,0 0,0-24,0 0,0-1,0-24,-49-25,49 25,-50-25,25 0,-24 50</inkml:trace>
  <inkml:trace contextRef="#ctx0" brushRef="#br0" timeOffset="3241.6226">2927 1439,'0'0,"0"-25,50 0,0-49,-26 49,51 25,-26-50,26 50,-1 0,-24 0,-1 0,1 25</inkml:trace>
  <inkml:trace contextRef="#ctx0" brushRef="#br0" timeOffset="3511.2525">3647 1067,'0'0,"-25"0,0 0,-25 24,50 26,0 24,-24 26,24-1,0 0,0-25,0 1,0-25,99 49,-74-25,24-49</inkml:trace>
  <inkml:trace contextRef="#ctx0" brushRef="#br0" timeOffset="4009.5562">3746 1463,'-25'-74,"25"49,25 0,0 25,49 0,-24 25,-50 25,0 24,0-49,0 0,0 0,0 24,-25-49,25-25,0 1,25-1,24-25,-24 25,0 25,-25-49,50 49,-50-50,49 1,-74 49,1 0,24 24,-25 26,25 24,0-24,0-25,0 0,0 49,49-74</inkml:trace>
  <inkml:trace contextRef="#ctx0" brushRef="#br0" timeOffset="4189.5908">4515 1587,'-50'25,"50"25,-25-25,25 0,-49 24,-1 1</inkml:trace>
  <inkml:trace contextRef="#ctx0" brushRef="#br0" timeOffset="4827.447">4564 1265,'0'-25,"25"25,-25 25,25 0,25 49,-26-49,26-25,0 0,-26 0,26-74,-50 49,0 0,0 75,0-1,0 1,0-1,0-24,0 0,-25-25,25 50,-49-1,-1-49,25 0,0 0,25-25,0 1,0-26,0 25,25 25,25 0,-1 0,-24-49</inkml:trace>
  <inkml:trace contextRef="#ctx0" brushRef="#br0" timeOffset="5094.7298">5061 1017,'0'0,"0"-50,49 75,1 25,24 49,-74 0,25 0,-25 1,0 48,0-48,0-26,-50 25,1-49,-26 24,-49 1,25-1</inkml:trace>
  <inkml:trace contextRef="#ctx0" brushRef="#br0" timeOffset="7060.7308">993 3125,'0'-49,"0"24,0 75,0-26,74 26,-24 0,-26-50,1 0,-25-25,0 0,50-25,-50 26,0-1,0 74,0 26,0 24,49 0,-49 0,0 50,0-49,0-26,0-24,0-26,-24 26,-51-50,50-25,-24 0,49-24,-75-75,75 49,-49 1,49 49,49-49,-24 74,25 0,24-25,1 25,-1 0,-24 0</inkml:trace>
  <inkml:trace contextRef="#ctx0" brushRef="#br0" timeOffset="7383.1966">1737 3125,'0'-49,"0"24,-50 75,50 24,-25 50,25 50,0-50,0 0,0-50,50-24,-1-1,51 1,-26-50</inkml:trace>
  <inkml:trace contextRef="#ctx0" brushRef="#br0" timeOffset="8094.2435">1935 3696,'0'0,"0"-25,-49 25,49-50,0 26,24-1,-24 0,25-25,-25 26,50 24,-25 0,-25-25,49 25,1 0,-50 25,49-1,-49 1,0 50,0-51,0 1,0 0,0 50,-49-75,49 24,0-73,0 24,25 25,-25-50,49 50,-49-49,50-1,-50 25,0 0,-25 75,25-25,0 24,0-24,0 0,0 0,0 25,0-26,25-24,24 50</inkml:trace>
  <inkml:trace contextRef="#ctx0" brushRef="#br0" timeOffset="8394.3428">2481 3770,'0'-24,"25"24,-1 0,26 0,-50 24,0 1,0 25,-50-1,26-49,-26 0,50-24,0-1,0-25,0 25,25 25</inkml:trace>
  <inkml:trace contextRef="#ctx0" brushRef="#br0" timeOffset="8658.7064">2654 3274,'0'-25,"25"100,74 49,-24 0,-26-25,-49 0,25 25,-25-24,0-1,-25 0,-49-25,-25 1</inkml:trace>
  <inkml:trace contextRef="#ctx0" brushRef="#br0" timeOffset="9213.0968">3126 3522,'0'-25,"74"25,-24 0,-1 0,1 0,-25 25</inkml:trace>
  <inkml:trace contextRef="#ctx0" brushRef="#br0" timeOffset="9357.5889">3225 3721,'25'-25,"0"25,24 0,26 0,-26 0</inkml:trace>
  <inkml:trace contextRef="#ctx0" brushRef="#br0" timeOffset="9955.1118">3671 3225,'0'0,"0"-75,0 50,0 75,0-25,50 24,-50-24,25-25,24 25,-24-25,25 0,-50-50,0 26,0-51,0 50,0 50,0 25,0 24,0 1,0 24,0 50,0-25,0-25,0-25,0-24,0 0,0-26,-25-24,-25 0,26-49,24-1,-75-24,75-1,0 1,0 24,0 1,0 24,50 25,-1 0,1 0,0 0</inkml:trace>
  <inkml:trace contextRef="#ctx0" brushRef="#br0" timeOffset="10315.8563">4168 3746,'24'0,"1"0,-25 49,0 1,50-25,-50-1,0 26,-25-50,25 50,-50-50,1 0,24 0,25-25,0-25,0 25,0 1,0-26,25 50,24 0,-24 0</inkml:trace>
  <inkml:trace contextRef="#ctx0" brushRef="#br0" timeOffset="12319.1435">844 4986,'0'0,"0"-50,0 25,-50 25,50-24,0 48,25 26,-25-25,25-25,-25 49,49-49,1 0,-50-24,0-1,0-25,0 25,0 1,0-1,0 74,0 26,50 24,-50 50,0-25,0 0,0 0,0-50,0-24,-25-25,-25 24,1-49,24 0,0-25,-25 1,25-26,-24-24,49 24,0 25,0 0,25-24,-1 49,26-50,25 50,-1 0,0 0,1-49</inkml:trace>
  <inkml:trace contextRef="#ctx0" brushRef="#br0" timeOffset="12654.8321">1414 4862,'0'0,"0"-50,0 25,-99 75,49 74,50 50,-49-1,49-49,0-25,0-24,49-1,-24-49,25-25,24 25,-24-25,-1 0</inkml:trace>
  <inkml:trace contextRef="#ctx0" brushRef="#br0" timeOffset="13233.0492">1513 5308,'0'-49,"0"24,0-25,75 50,-26 0,26 25,-75 0,25 24,-25-24,0 0,-25 25,-25-26,1 26,24-50,25-25,0-24,99 24,-74-25,0 1,24-1,-24 0,-25 1,75 49,-75-75,-50 75,0 75,50-26,0 1,-49 0,49-26,0 26,49-25,-24-25,0 49,25-49,-26 0,1 25,50-25</inkml:trace>
  <inkml:trace contextRef="#ctx0" brushRef="#br0" timeOffset="13583.8024">2059 5333,'0'50,"0"-26,0 26,0-25,0 0,50-75,-50 25,25 0,24-24,-24 49,0 49,-25-24,49 0,-49 25,0-26,0 1</inkml:trace>
  <inkml:trace contextRef="#ctx0" brushRef="#br0" timeOffset="13833.449">2307 4862,'124'25,"-49"99,-1 0,-74-25,50 0,-50 0,0-24,-25 24,-50 0,-24 25</inkml:trace>
  <inkml:trace contextRef="#ctx0" brushRef="#br0" timeOffset="14312.0448">2828 5358,'0'-25,"0"0,25 25,24 0,1 0,0 0,24 0</inkml:trace>
  <inkml:trace contextRef="#ctx0" brushRef="#br0" timeOffset="14464.1343">2878 5581,'24'0,"26"0,25-25,-1 25</inkml:trace>
  <inkml:trace contextRef="#ctx0" brushRef="#br0" timeOffset="14839.1563">3547 4986,'0'-50,"0"25,50 25,24 0,-24 0,-25 25,-25 25,0-1,0 1,0 0,0-26,0 26,-50-25,50 0,-49-25,49 49,-50-49,50 25,0 25,0-26,0 26</inkml:trace>
  <inkml:trace contextRef="#ctx0" brushRef="#br0" timeOffset="15212.5423">3572 5829,'0'0,"50"0,-50 25,0 0,0 24,-25 1,-25-50,1 0,24 0,25-74,0 49,25 25,24 0,-49 25,0-1</inkml:trace>
  <inkml:trace contextRef="#ctx0" brushRef="#br0" timeOffset="16928.9955">9401 1364,'0'0,"0"-25,100 25,24 0,74 0,100 50,74-50,223 0,422 0,198 0,249 0,223 0,-1 149,-148-149,-223 198,-472-123,-297-75,-248 74,-174-74</inkml:trace>
  <inkml:trace contextRef="#ctx0" brushRef="#br0" timeOffset="18423.0969">10369 918,'0'-50,"0"1,-25 49,25-25,0 99,0 50,0-25,0 25,0 0,0 0,0-49,50-26,-50 1</inkml:trace>
  <inkml:trace contextRef="#ctx0" brushRef="#br0" timeOffset="18977.3589">10443 2133,'-49'0,"49"-49,0 24,0 0,24 25,26 0,24 50,-74-1,0 1,25-1,-25 26,0-26,-25-24,1 25,-26-50,50 49,0-73,0-26,50-49,-26 24,26 26,-25-26,-25 26,74 24,-74-25,25 50,-25-49,-25 148,25-49,0 24,0-24,0-26,25-24,0 50</inkml:trace>
  <inkml:trace contextRef="#ctx0" brushRef="#br0" timeOffset="19285.6146">10964 2257,'0'-25,"50"25,-1 0,-49 25,25 0,-25 0,0 24,0-24,-25-25,25 75,-49-75,-1 0,25 0,25-50,0 0,0 26,0-26,0 25,25 25,25 0,-26 0</inkml:trace>
  <inkml:trace contextRef="#ctx0" brushRef="#br0" timeOffset="20227.8324">20960 918,'0'0,"0"-25,0 0,0 50,25 49,-25 50,0 50,0 24,0 1,0-25,0-50,50 24,-50-73,0 24,0-49,0-26</inkml:trace>
  <inkml:trace contextRef="#ctx0" brushRef="#br0" timeOffset="21295.3477">20737 2753,'-25'0,"25"-24,25-1,0 25,24 0,1 0,0 0,-50 49,49-24,-49 0,0 25,0-26,0 1,-24-25,24 50,-50-50,25 0,25-25,0-25,50 26,-25-1,-1-25,26 50,-50-74,50 74,-50-50,0 25,-25 25,25 25,-75 25,75-25,0 24,0-24,0 0,0 0,0 24,25-49,-25 50,50-50,-50 25,49-25,1 0,0-25,-50-25,49 50,-49-49,0 24,0 74,25 1,-25 24,0-24,0-25,0-50,25 25,-25-50,49 50,-49-24,50 24,-25 0,-25 24,25-24,-25 50,0 0,0-26,-50 26</inkml:trace>
  <inkml:trace contextRef="#ctx0" brushRef="#br0" timeOffset="22798.7766">11832 918,'0'0,"0"-25,0 0,0-24,0 24,0 74,25 26,-25 74,50 24,-50 26,0 24,49-25,-49-49,50-74,-50-1,49-24,-24-50,0 0,-25-50</inkml:trace>
  <inkml:trace contextRef="#ctx0" brushRef="#br0" timeOffset="23520.9907">13444 943,'0'0,"-49"-50,49 25,-25 25,25-49,-25 49,25-25,0 0,0 124,0 25,99 99,-99 1,50 24,-50-25,0-25,0-24,50 0,-50-125,0-24,25-25,-1 0</inkml:trace>
  <inkml:trace contextRef="#ctx0" brushRef="#br0" timeOffset="24051.886">15007 819,'0'0,"0"-50,0 25,0 75,0 24,25 75,-25 74,50 25,-50 25,49-50,-49 1,0-100,0-50,25-24,-25-26</inkml:trace>
  <inkml:trace contextRef="#ctx0" brushRef="#br0" timeOffset="24515.6467">16495 1116,'0'0,"0"-25,50-24,-50 24,25 25,0 0,-25 74,0 26,0 73,0 100,0-74,0-1,0-49,0 0,0-75,49-49,-49 0</inkml:trace>
  <inkml:trace contextRef="#ctx0" brushRef="#br0" timeOffset="25087.025">18207 967,'0'-49,"0"98,0 51,0 48,0 1,0 99,0-24,0 98,0-124,0-24,0-50,0-49,-25-1,25-49,-49-25</inkml:trace>
  <inkml:trace contextRef="#ctx0" brushRef="#br0" timeOffset="26364.3924">19646 1067,'0'-25,"-25"0,25-25,0 26,0 98,0 124,0 75,0 0,0 25,0-25,0-125,0 1,0-74,0-26,0-24</inkml:trace>
  <inkml:trace contextRef="#ctx0" brushRef="#br0" timeOffset="27862.791">11758 2729,'0'-25,"25"25,-25-25,49 25,1 0,-1 0,1 0,-50 25,25 24,-25-24,0 0,0 0,-25 24,-25-49,50 50,-24-50,48-50,26 26,-25-26,24 25,1 0,-25-24,24 49,-49-50,0 25,0-24,-49 49,49 24,-25 1,25 0,0 25,0-1,0-24,25 25,0-50,49 49,-49-49,0 0</inkml:trace>
  <inkml:trace contextRef="#ctx0" brushRef="#br0" timeOffset="28048.8809">12477 2778,'0'-25,"0"75,0 0,0-26,0 26,0-25,0 0,25-25</inkml:trace>
  <inkml:trace contextRef="#ctx0" brushRef="#br0" timeOffset="28807.3212">13271 2877,'0'-49,"25"24,-1 25,26 0,-25 0,-25 25,49 24,-49-24,0 0,50 25,-50-26,-25 1,-24 25,24-50,-25 25,50-75,50 50,-1-74,-24 49,25-25,-25 25,24-24,-73 49,24 49,-25-24,25 0,0 25,0 24,49-74,-49 50,75-50</inkml:trace>
  <inkml:trace contextRef="#ctx0" brushRef="#br0" timeOffset="29099.5171">13742 3051,'0'-50,"50"50,-1 0,-49 25,0 74,0-74,0 50,-74-26,24 1,1-1,24 1,50-50,24 0,51-50,-1 26,-25 24</inkml:trace>
  <inkml:trace contextRef="#ctx0" brushRef="#br0" timeOffset="29931.6679">15032 2902,'0'0,"-25"0,25-25,0-24,25 49,49 0,-49 0,0 0,49 0,-74 25,0 49,0 0,0 1,-24-26,-1 1,25-25,-75-25,75-25,50 0,-25-24,24-1,-24 0,25 1,-25-26,24 51,-24-26,-99 50,74 25,-50 49,50-24,0-25,25 24,-25 1,49-50,-24 25,0-25</inkml:trace>
  <inkml:trace contextRef="#ctx0" brushRef="#br0" timeOffset="30267.2963">15478 3101,'25'0,"25"0,-1 24,-49 1,0 25,0-25,0-1,-49-24,-1 0,75 0,25 0,-1 50,-49-25,-25 24,-49-49,0 50</inkml:trace>
  <inkml:trace contextRef="#ctx0" brushRef="#br0" timeOffset="30713.3817">16744 3101,'24'0</inkml:trace>
  <inkml:trace contextRef="#ctx0" brushRef="#br0" timeOffset="30863.1079">17066 3150,'0'-25,"50"25,-26 0</inkml:trace>
  <inkml:trace contextRef="#ctx0" brushRef="#br0" timeOffset="31004.6548">17587 3150,'74'0,"-49"0</inkml:trace>
  <inkml:trace contextRef="#ctx0" brushRef="#br0" timeOffset="31147.8983">18777 3299,'50'0,"-25"0</inkml:trace>
  <inkml:trace contextRef="#ctx0" brushRef="#br0" timeOffset="31274.078">19150 3324,'24'0,"26"0</inkml:trace>
  <inkml:trace contextRef="#ctx0" brushRef="#br0" timeOffset="31393.7577">19447 3324</inkml:trace>
  <inkml:trace contextRef="#ctx0" brushRef="#br0" timeOffset="31565.9413">19621 3324,'25'-25,"24"25,1 0,-25 0</inkml:trace>
  <inkml:trace contextRef="#ctx0" brushRef="#br0" timeOffset="31740.1232">20514 3522,'25'0</inkml:trace>
  <inkml:trace contextRef="#ctx0" brushRef="#br0" timeOffset="31887.9626">20737 3547,'50'0</inkml:trace>
  <inkml:trace contextRef="#ctx0" brushRef="#br0" timeOffset="32040.3884">20985 3547,'0'0,"-25"0</inkml:trace>
  <inkml:trace contextRef="#ctx0" brushRef="#br0" timeOffset="34205.7775">9997 248,'0'-25,"-50"25,50-25,0 1,0-26,0 25,0 0,25 50,-25 0,49 25,-49-26,50-24,0 50,-26-50,1 0,25 0,-25 0,-1-25,-24-49,0 49,0-25,0 26,50 24,-50-25,0 0,0 50,0 0,0-1,0 26,0 24,-25-24,25 0,0-1,0 1,0-1,0 1,0-25,-49 0,24-25,-25 0,1 0,49-25,-25 0,25 0,0-49,0 24,0 25,0 1,25 24,-1 0,26 0,24 0,-24 0,0 0,-25 24</inkml:trace>
  <inkml:trace contextRef="#ctx0" brushRef="#br0" timeOffset="34602.1823">10493 521,'49'-25,"-24"25,0 0,-25 50,50 24,-50-49,-25-25,-25 50,1-50,24 0,25-25,-25 25,25-50,0 1,0 24,25 25,49 0,-49 0</inkml:trace>
  <inkml:trace contextRef="#ctx0" brushRef="#br0" timeOffset="160010.8029">8657 4688,'0'-50,"0"26,0-1,0 0,0 75,25-26,-25 26,25 0,24-1,26-49,-50 0,-1 0,-24-25,50-49,-50 24,0 26,0-1,0 0,0 50,0 24,0 26,0-1,0 1,0-1,0 1,0-1,0-24,0-1,0-24,-25 0,-24-25,24 0,-25 0,25-75,25 26,-49 24,49 0,0-24,0 24,0 0,0 0,25 25,-1-74,1 74,25 0,-25-25,24 25,-49 25,50 0</inkml:trace>
  <inkml:trace contextRef="#ctx0" brushRef="#br0" timeOffset="160408.0233">9252 5234,'0'0,"0"-25,0-25,0 26,0 73,0 1,0-1,0-24,0 0,0 25</inkml:trace>
  <inkml:trace contextRef="#ctx0" brushRef="#br0" timeOffset="160969.4931">9600 4936,'0'-49,"-25"49,50 0,0 0,24 0,1 0,-25 0,-1 0,1 0,25 0</inkml:trace>
  <inkml:trace contextRef="#ctx0" brushRef="#br0" timeOffset="161158.9279">9550 5110,'50'0,"-25"0,-1 0,1 0,25 49,-25-49</inkml:trace>
  <inkml:trace contextRef="#ctx0" brushRef="#br0" timeOffset="162780.9709">9674 5159,'0'0,"-49"0,73 0,26 0,24-24,1 24,-26 0,-24 0,25 0,-25 0</inkml:trace>
  <inkml:trace contextRef="#ctx0" brushRef="#br0" timeOffset="163979.9897">10468 4663,'0'-49,"0"24,0 0,0-25,0 100,0-25,0 0,25 24,49-24,-24-25,-1 0,-24 0,0 0,-25-50,0 1,0-1,0 100,0-1,50 51,-50-1,0 0,0 25,0 25,0-50,0-24,0-26,0-24,-25-25,-25-74,1 24,24 0,25-24,-50 24,50 26,0-1,0-25,0 1,50-1,-25 50,24-50,-24 50,25 0,-26 0</inkml:trace>
  <inkml:trace contextRef="#ctx0" brushRef="#br0" timeOffset="164505.4579">11088 5383,'0'-25,"0"-25,25 50,0 0,-1 0,26 0,-50 25,25-25,-25 50,25-50,-25 49,0-24,0 0,0 24,-25-49,-25 0,-49-24,99-1,-50 25,50-25,0-25,0 26,25 24,25-25,-1 25</inkml:trace>
  <inkml:trace contextRef="#ctx0" brushRef="#br0" timeOffset="169206.7826">11832 5110,'-25'0,"100"-50,-1 50,1 0,24 0,-25 0,-24 0,-1 0,-24 0,0 0</inkml:trace>
  <inkml:trace contextRef="#ctx0" brushRef="#br0" timeOffset="169701.7868">12031 4837,'0'-25,"0"-25,0 26,0-1,0 0,0 50,0 49,0 26,0-1,49 0,-49 0,0 25,0-74,0-1,0 26,25-75,-25 25,0-1,0 26</inkml:trace>
  <inkml:trace contextRef="#ctx0" brushRef="#br0" timeOffset="171219.4811">13296 4564,'0'-50,"0"26,0 98,0-24,0 24,0-24,0 24,0-24,0-25,0-1,0 26,0 0</inkml:trace>
  <inkml:trace contextRef="#ctx0" brushRef="#br0" timeOffset="171519.6777">13097 5110,'-25'0,"125"0,-1-25,50 25,0 0,24 0,-24 0,-75 0,-49 0,0 0</inkml:trace>
  <inkml:trace contextRef="#ctx0" brushRef="#br0" timeOffset="172022.3789">13544 5358,'0'-50,"-25"50,25-25,-50 50,25 25,-24-1,24 1,25 0,0 24,0 0,0 1,25-1,-25-24,74 0,-49-50,0 24,25-24,-26 0,-24-24,0-1,0-25,0 25,-24 0,-26 25,25 0,0 0,0 0,-24 0</inkml:trace>
  <inkml:trace contextRef="#ctx0" brushRef="#br0" timeOffset="173170.6765">14759 4266,'0'-49,"0"24,-25 25,-24 25,-1 74,1 50,-51 49,26 1,-1 49,26 0,49-99,0-50,25 0,49-49,50-1,0-49,75 0,-1 0</inkml:trace>
  <inkml:trace contextRef="#ctx0" brushRef="#br0" timeOffset="174387.0161">14908 4787,'0'-49,"0"24,0-25,0 75,0 49,0 26,0-1,0 0,0-24,0-26,0 1,0-25,0-50,25-50,24 1,-24 0,-25 24,75 0,-75 26,49-51,-24 25,25 26,-50 48,-25 1,25 25,-25-25,25 0,-50 24,50-24,-49-25,49 25,25-25,-25 49,49-24,-49 0,50 25,-1-1,-24 1,-25-1</inkml:trace>
  <inkml:trace contextRef="#ctx0" brushRef="#br0" timeOffset="174704.1685">15528 5209,'0'-50,"0"1,0 74,0 24,0 1,0-1,0 1,0 0,0-1,0-24,0 0</inkml:trace>
  <inkml:trace contextRef="#ctx0" brushRef="#br0" timeOffset="175231.274">15925 4986,'-25'0,"25"-25,-25 25,75 0,49 0,0 0,-24 0,-1 0,-49 0</inkml:trace>
  <inkml:trace contextRef="#ctx0" brushRef="#br0" timeOffset="175519.0241">15999 4862,'0'0,"0"-25,0 0,0 50,0 49,0-24,0 24,0-24,0 0,0-1,0 1,25-1,-25-24,25-25</inkml:trace>
  <inkml:trace contextRef="#ctx0" brushRef="#br0" timeOffset="176161.3091">16545 4911,'0'0,"0"-74,0 49,0-25,0 26,0-26,74 50,-24 0,-25 0,0 0,24 0,-24 0,25 50,-50-1,0 26,0 24,0-25,-50 26,1-51,-1 1,0-1,25-49,-24 0,49-24,0-26,0 25,25 25,24 0,1 0,-50 75,50-75,-50 49,24-49</inkml:trace>
  <inkml:trace contextRef="#ctx0" brushRef="#br0" timeOffset="176731.7845">17041 4762,'0'0,"0"-49,25 49,-25 49,0 26,0-1,25 1,-25-1,0-24,0-1,0-24,0-50,0-24,0-26,49 1,-49-25,75 24,-26 26,-24-1,25 50,-50-25,25 25,-1 0,-24 75,-24-51,-1 26,-50 25,26-26,-1 1,1-1,49-24,24-25,51 50,-50-50,24 74,1-49,24 25,-49-26</inkml:trace>
  <inkml:trace contextRef="#ctx0" brushRef="#br0" timeOffset="177092.8198">17512 5234,'0'0,"25"0,-25-25,25 25,25-25,-1 25,-49 25,0 25,0-1,-25 1,25-1,-24-24,24 25,-50-25,25 24,75-49,-25 0,24-25,-24 25,25 0,-25 0</inkml:trace>
  <inkml:trace contextRef="#ctx0" brushRef="#br0" timeOffset="177594.9922">17885 5060,'0'0,"0"-25,74 25,25 0,25 0,-49 0,-26 0,-24 0</inkml:trace>
  <inkml:trace contextRef="#ctx0" brushRef="#br0" timeOffset="177812.4663">18157 4837,'0'0,"0"74,0 1,0-1,0 1,0-1,0 0,0-24,75 0</inkml:trace>
  <inkml:trace contextRef="#ctx0" brushRef="#br0" timeOffset="178196.7654">18604 5011,'0'-50,"0"0,49 50,1 0,0-24,-26 24,1 0,-25 74,0-49,0 49,0-49,0 25,-25-1,-24-24,24 25,25-26,50-24,-26 0,26 0,0 0,-1 0,1 0</inkml:trace>
  <inkml:trace contextRef="#ctx0" brushRef="#br0" timeOffset="178699.0416">19100 4862,'0'-50,"0"100,0-50,0 49,0 1,0 0,0-26,0 51,0-100,50-25,-1-24,-24-25,-25 49,74 25,-49-24,25 24,-75 74,0 1,-24 0,24-1,25-24,0 0,0 25,25-50,24 0,1 0,-1 0,1 0,-25 0,-25 49,49-49</inkml:trace>
  <inkml:trace contextRef="#ctx0" brushRef="#br0" timeOffset="179060.5854">19571 5085,'0'0,"50"-50,-1 50,-24 0,0 50,-25-25,0 24,-50-24,26-25,48 25,-24 25,50-50,-50 24,0 1,-50-25,-98 50</inkml:trace>
  <inkml:trace contextRef="#ctx0" brushRef="#br0" timeOffset="179650.0833">20142 5035,'0'0,"0"-49,74 49,1 0,-1 0,0 0,-49 0</inkml:trace>
  <inkml:trace contextRef="#ctx0" brushRef="#br0" timeOffset="179867.5026">20315 4762,'0'0,"0"50,0 25,0-1,0 25,0 25,0-49,75-1,-50-24</inkml:trace>
  <inkml:trace contextRef="#ctx0" brushRef="#br0" timeOffset="180392.7067">20861 4762,'0'0,"0"-24,0 73,0 26,0-1,0 25,0-24,0-1,0-24,0-25,50-50,-25-50,24-24,1 25,-25-1,24 1,-49 24,50 25,-75 25,-49 75,49-50,25 0,-25-25,25 49,0-24,0 25,25-50,24 49,1 1,0-50,49 49,-74-49,-1 50</inkml:trace>
  <inkml:trace contextRef="#ctx0" brushRef="#br0" timeOffset="180902.5073">21580 5135,'0'0,"25"0,-74 0,-1 0,0 0,26 0,-1 0,50-50,-25 0,49 26,-49-26,25 50,-25-25,0 75,0-1,0 26,0-1,25-24,-25-1,0 1,0 0,49-26,-24-24</inkml:trace>
  <inkml:trace contextRef="#ctx0" brushRef="#br0" timeOffset="181172.7907">22002 4291,'0'-25,"25"50,25 25,-26 24,-24 50,50 50,-50-25,0-25,-25 0,0 25,-49-1,-25 1,-100-25,1 25,-75-25</inkml:trace>
  <inkml:trace contextRef="#ctx0" brushRef="#br0" timeOffset="186109.099">8136 6772,'0'-50,"0"25,0 0,0 75,0 0,0 24,0 1,0-1,0-24,0-1,0-24,25-99,25-1,-25 1,49-26,-24 51,24-1,-24 1,-26 49,-24-25,25 25,-25 25,-25-25,-24 74,24-74,0 50,-24-50,24 49,-25-49,50 50,-25-50,25 25,0 0,50-25,-50 24,25-24,24 75,-24-75,0 49,25-24</inkml:trace>
  <inkml:trace contextRef="#ctx0" brushRef="#br0" timeOffset="186508.4914">8831 7094,'0'-25,"25"75,-25 0,0-1,49 26,-49-51,25 26,-25 0</inkml:trace>
  <inkml:trace contextRef="#ctx0" brushRef="#br0" timeOffset="187085.0367">9401 6945,'0'0,"25"0,50 0,-1 0,0 0,1 0,-26 0</inkml:trace>
  <inkml:trace contextRef="#ctx0" brushRef="#br0" timeOffset="187244.1246">9476 7218,'49'-49,"26"49,-1-25,25 25,1 0,-1 0</inkml:trace>
  <inkml:trace contextRef="#ctx0" brushRef="#br0" timeOffset="187963.3076">10394 6499,'0'-50,"0"25,0 100,0 24,0 50,0-25,0 25,0-50,0-25,0-24,0-25,0 24</inkml:trace>
  <inkml:trace contextRef="#ctx0" brushRef="#br0" timeOffset="188287.7786">10344 7119,'0'0,"0"-50,0 26,0-1,25 25,0 0,49 0,-49 0,24 49,-49-24,50 0,-50 25,25 24,-25-49,0 0,49-25,-49 24,50 26</inkml:trace>
  <inkml:trace contextRef="#ctx0" brushRef="#br0" timeOffset="189164.6238">11634 6499,'0'0,"-25"0,25-25,-25 25,0 0,-24 0,24 0,0 50,25-26,0 26,0 24,0 1,0 24,25 0,-25-24,25 24,-25-25,0-24,0 0,0-26,0 26,0 0,-50-50,1-25</inkml:trace>
  <inkml:trace contextRef="#ctx0" brushRef="#br0" timeOffset="189321.2062">11286 7094,'0'-25,"50"-24,-100 123,150-148,-51 49,26 25,-1 0,-24 0,-1 0</inkml:trace>
  <inkml:trace contextRef="#ctx0" brushRef="#br0" timeOffset="189696.2959">12105 6400,'0'0,"-50"0,26 0,24 24,-50 51,50 49,-74 99,74-24,0-51,0 1,49-25,1-74,49-1,-25-24,26-25</inkml:trace>
  <inkml:trace contextRef="#ctx0" brushRef="#br0" timeOffset="190689.629">12502 6747,'0'-25,"0"0,25 25,49 0,-24 0,-50 25,25 0,-25 24,0 1,0 0,0-1,0 1,0-25,-75-25,75 49,-25-49,1 0,24-24,0-26,24 0,26 26,-25-26,0 50,24-50,1 1,-50-1,-50 50,50 50,0-1,-25 1,25 0,0-1,25 1,25-25,-25-1,24 26,-24-50,-25 50</inkml:trace>
  <inkml:trace contextRef="#ctx0" brushRef="#br0" timeOffset="191037.6915">13097 7045,'0'0,"50"-25,24 25,-49 0,-25 25,0-1,0 1,0 25,0-25,-25-1,-49 51,49-75,0 0,-24 0,24 0,0-50,25 1,0 24,0-25,0 25,50 25,-1 0,-24 0,0 0</inkml:trace>
  <inkml:trace contextRef="#ctx0" brushRef="#br0" timeOffset="191264.6045">13519 6995,'0'-25,"0"50,0 0,0 49,0-24,-25-1,25 1,0-25</inkml:trace>
  <inkml:trace contextRef="#ctx0" brushRef="#br0" timeOffset="191946.3028">13717 6846,'0'0,"0"-50,0 1,25 49,0 0,-25 25,50-1,-50 1,49 25,-24-25,49 49,-49-74,25-49,-50 24,0 0,0 0,0-49,0 24,25 50,-25 50,0-1,0 26,0 24,0-25,0 1,0-1,0-24,0 24,0-24,0-25,0-1,0-48,-75-1,75-25,-49-24,49 49,0 0,0-24,0-1,49 50,1 0,-1 0,1 0</inkml:trace>
  <inkml:trace contextRef="#ctx0" brushRef="#br0" timeOffset="192289.9361">14437 7218,'24'0,"-48"0,48-25,26 25,-25 25,-25 50,0-51,0 1,0 0,0 25,-50-50,1 0,24 49,0-49,-25-49,50 24,0 0,0-25,25 50,0 0,0 0,0 0,24 0</inkml:trace>
  <inkml:trace contextRef="#ctx0" brushRef="#br0" timeOffset="192577.8782">14561 6598,'0'0,"49"0,-24 0,25 0,-1 0,1 25,24 74,-24 0,-50 25,0 0,0 0,0 0,-50-24,-24-1,24-25,-49 25,25-49,-26 0,26-1</inkml:trace>
  <inkml:trace contextRef="#ctx0" brushRef="#br0" timeOffset="197784.2913">14561 7293,'0'0,"0"-25,-25 25,0 0,0 0,-24 0,24 0,0 25,25-1,-25-24,25 25,0 25,0-1,0-24,25-25</inkml:trace>
  <inkml:trace contextRef="#ctx0" brushRef="#br0" timeOffset="199535.1495">8211 8111,'0'0,"-25"0,25-49,0 24,0 0,0 75,0 24,0 25,0 0,0 1,0-26,0-24,0-26,0-73,0-1,50-49,-50 25,49 24,-49 0,75 1,-75-1,24 25,1 25,-25 50,-49 0,24-26,0 51,-25-50,50-1,0 26,0 0,75-1,-50-24,24 25,1-50,-1 24</inkml:trace>
  <inkml:trace contextRef="#ctx0" brushRef="#br0" timeOffset="200230.0172">8608 8582,'0'50,"-25"-50,0 0,25-50,0 1,0 24,25 0,24 25,1 0,-25 0,49 25,-74 25,75-26,-75 1,0 25,0-25,0 24,0-24,-50-25,0 74,26-74,-26 25,25-25,0 0,50 0,0 0,0 0,49 0,-24 0,-1 0,1 50,0-50</inkml:trace>
  <inkml:trace contextRef="#ctx0" brushRef="#br0" timeOffset="200499.2974">9327 8458,'0'0,"0"-49,25 49,24 0,-24 0,0 0,25 25,-26-1</inkml:trace>
  <inkml:trace contextRef="#ctx0" brushRef="#br0" timeOffset="200659.872">9228 8682,'223'0,"-446"0,520 0,-247 0</inkml:trace>
  <inkml:trace contextRef="#ctx0" brushRef="#br0" timeOffset="202202.9741">15478 6995,'-24'0,"48"0,26 0,24 0,1 0,-1 0,1 0</inkml:trace>
  <inkml:trace contextRef="#ctx0" brushRef="#br0" timeOffset="202369.049">15503 7218,'0'0,"0"-25,25 25,49 0,26 0,148 50</inkml:trace>
  <inkml:trace contextRef="#ctx0" brushRef="#br0" timeOffset="212881.4439">10394 8235,'0'-49,"0"24,0 0,0-25,0 100,0 24,0 26,0 24,0 0,0-25,0-25,0-24,0-25,0-75,0 0,49 1,-49 24,0 0,50 25,-50-25,25 25,24 0,-24 25,-25 0,25 25,-25-26,0 26,49-25,-49 24,25 1,-25-25</inkml:trace>
  <inkml:trace contextRef="#ctx0" brushRef="#br0" timeOffset="213638.6851">11708 8334,'0'-24,"0"-1,0 0,-25 25,25-50,-24 50,-26 0,50 25,-25 0,25 25,0 24,0 0,0 26,0-26,0 0,0 1,0-1,50 1,-50-51,0 26,-25-50,-25 0,26 0</inkml:trace>
  <inkml:trace contextRef="#ctx0" brushRef="#br0" timeOffset="213804.6682">11386 8632,'0'0,"0"-25,74 25,1 0,-1 0,-24 0,-1 0,1 0</inkml:trace>
  <inkml:trace contextRef="#ctx0" brushRef="#br0" timeOffset="214178.2471">12403 8037,'-25'0,"25"-25,-25 25,-25 0,26 0,-26 74,0 75,1 25,49 24,-75 75,75-50,0 25,75-24,24-76,25-24,0-24,-25-26,-24-49</inkml:trace>
  <inkml:trace contextRef="#ctx0" brushRef="#br0" timeOffset="215408.4109">12477 8657,'0'0,"-25"0,25-25,0 0,25 25,0-49,0 49,24 0,1 0,-50 24,25 26,-25-25,0 0,0 24,0-24,0 0,0 24,-50-49,50 25,-49-25,98-49,-24 24,25-25,-26 50,-24-49,75 49,-75-25,25 25,-25-25,0-25,0 26,0 73,0 1,-50-1,50 1,0-25,25 24,0-24,24 25,1-50</inkml:trace>
  <inkml:trace contextRef="#ctx0" brushRef="#br0" timeOffset="215770.2235">13072 8880,'-24'0,"48"0,-24 0,25 0,-25 50,0-1,0 1,0-25,-25 24,-24-49,24 25,0-25,-49 0,74-49,0-1,0 0,25 25,-1 25,26-49,-25 49,24 0,-49 25,0 24</inkml:trace>
  <inkml:trace contextRef="#ctx0" brushRef="#br0" timeOffset="216269.6506">13320 8855,'-24'-25,"73"25,26 0,-1 0,-24 0,-1 0,-24 0</inkml:trace>
  <inkml:trace contextRef="#ctx0" brushRef="#br0" timeOffset="216571.5306">13469 8682,'0'-25,"0"0,0 50,0 49,0-24,0-1,0 1,0 0,0-26,0 26,50-25</inkml:trace>
  <inkml:trace contextRef="#ctx0" brushRef="#br0" timeOffset="217105.2232">13866 8483,'0'0,"0"-25,0-24,0 24,0 75,0-1,0 1,25-1,-25 1,0 0,50-26,-50 1,0-50,49 1,-49-51,50 50,-1 1,1 48,0 26,-50 0,24-1,-24 1,0-25</inkml:trace>
  <inkml:trace contextRef="#ctx0" brushRef="#br0" timeOffset="217297.6909">13866 8905,'0'0,"50"0,49 0,50 0,-50 0,-49 0,-26 0</inkml:trace>
  <inkml:trace contextRef="#ctx0" brushRef="#br0" timeOffset="217943.5648">14139 9103,'-25'0,"0"0,50 0,-50 50,1-50,24-50,0 1,0 24,74 25,-49 0,0 0,24 25,-49 24,0-24,0 25,0-1,-25 1,25 24,-74-24,24 0,-24-1,49-49,0 0,25-25,0 1,25-1,0 25,25-50,-26 50,1 0,25 0,-25 25,-1-25,-24 25,75 0</inkml:trace>
  <inkml:trace contextRef="#ctx0" brushRef="#br0" timeOffset="227372.7715">15255 8806,'50'49,"-50"1,0-1,0 1,0-25,0 25,0-26,-75 26,26 24,-1-49</inkml:trace>
  <inkml:trace contextRef="#ctx0" brushRef="#br0" timeOffset="230362.7953">16322 8582,'0'-24,"0"73,25-49,-25 50,74-50,-74 25,25-25,0 0,-1 0,-24-25,50 0,-50-25,0 1,0 74,0-1,0 51,0-1,0 1,0 24,0 0,0 0,0-24,0-26,0 1,0-25,0 0,-50-25,26 0,-26-50,50 25,-50-24,50-1,0 0,0 1,0-1,50 25,24 25,1 0,-1 0,-24 0</inkml:trace>
  <inkml:trace contextRef="#ctx0" brushRef="#br0" timeOffset="230842.5522">16892 9227,'50'0,"-50"25,25-25,-25 25,0 0,0 24,0-24,-50-25,25 0,-24 0,-1 0,25-99,25 74,0 0,25 25,0-49,0 49,49 0,-49 0,0 0</inkml:trace>
  <inkml:trace contextRef="#ctx0" brushRef="#br0" timeOffset="231193.6533">17289 9029,'0'0,"75"0,-1 0,0 0,-24 0,0 0,-26 0,1 0</inkml:trace>
  <inkml:trace contextRef="#ctx0" brushRef="#br0" timeOffset="231530.7899">17438 8781,'0'74,"0"1,25 24,-25 0,0-24,0-1,25 0,-25-24,0-25</inkml:trace>
  <inkml:trace contextRef="#ctx0" brushRef="#br0" timeOffset="232553.0645">18182 8582,'0'-24,"50"-26,-25 25,-25 75,0-1,0 1,0 0,24 24,-24-49,0 0,50-25,0-75,-26 1,26 24,-25 1,0-1,24 25,-24 25,-25-25,25 25,-25 25,0 0,0 25,-75-26,51-24,24 25,-50-25,50 75,25-75,24 49,-24-24,25-25,-1 50,-24-50,-25 49</inkml:trace>
  <inkml:trace contextRef="#ctx0" brushRef="#br0" timeOffset="232763.9295">18827 8706,'0'0,"0"-24,0 48,0 1,0 25,0 24,0-24,0-1,0-24</inkml:trace>
  <inkml:trace contextRef="#ctx0" brushRef="#br0" timeOffset="232980.9516">18281 9128,'75'-49,"24"49,25 0,-50 0,-24 0,-25 0</inkml:trace>
  <inkml:trace contextRef="#ctx0" brushRef="#br0" timeOffset="233466.9864">18579 9327,'-50'0,"26"0,24-25,24 25,1 0,-25-25,75 25,-51 0,-24 25,0 0,0 24,0-24,0 25,0-26,-24 26,-26-25,25-25,25 49,-49-49,49-49,0 24,24 25,-24-25,50 25,0 0,-1 0,1 0</inkml:trace>
  <inkml:trace contextRef="#ctx0" brushRef="#br0" timeOffset="233968.1837">19150 8186,'0'-25,"24"74,51 1,-1 74,-24 25,-50 0,99 74,-99 0,0-24,-25 49,-49-50,-1-24,-24-25,25-25,-50-25,0 25,-25-25,25-25,0-24,25 0</inkml:trace>
  <inkml:trace contextRef="#ctx0" brushRef="#br0" timeOffset="243864.2809">8236 10418,'0'0,"0"-50,0 1,24 49,-24-75,0 51,0 98,0 0,0 26,0-1,0-25,0-24,50-25,-50-1,25-73,0-1,24-24,-49 24,50 1,-50-1,74 0,-74 26,50-1,-25-25,-50 100,0-25,-25 24,26-24,-26-25,25 50,-24-50,49 49,24-24,1 25,25-26,-1 26,1 24,24-24,-49-25,25 24,-25-49</inkml:trace>
  <inkml:trace contextRef="#ctx0" brushRef="#br0" timeOffset="244396.9078">8856 10790,'0'0,"0"-50,49 50,1 0,-25 0,-1 0,-24 25,0 0,0 0,0 24,0-24,-24 25,-26-1,50-98,50 49,-26 0,1 25,-25 24,0 26,0-1,-49-49,-26-25,1 50,24-50,25 0,-24 0,49-50,0 25,49 25,-24-25</inkml:trace>
  <inkml:trace contextRef="#ctx0" brushRef="#br0" timeOffset="244756.4756">9352 10641,'25'0,"24"0,1 0,-1 0,-24 0,25 0,-25 0,-25 50</inkml:trace>
  <inkml:trace contextRef="#ctx0" brushRef="#br0" timeOffset="244899.0956">9426 10914,'50'-25,"-100"50,149-75,-49 50,24 0,-24 0</inkml:trace>
  <inkml:trace contextRef="#ctx0" brushRef="#br0" timeOffset="245978.87">10369 10145,'0'0,"0"-49,0 73,0 51,0 24,-50 75,50-26,0 1,0-50,0-24,0-26,0-24,0-50,0-24,0-1,0 25,0-24,75 24,-75-25,49 50,-24 0,0 0,24 50,-49-25,25 24,-25 1,0 24,0-49,0 0,50 25</inkml:trace>
  <inkml:trace contextRef="#ctx0" brushRef="#br0" timeOffset="246757.6406">11857 10418,'0'0,"0"-50,0 26,0-1,-50 25,26 0,-26 0,0 49,50 1,-49 0,49 24,0 25,0 25,49 25,-49-50,75 0,-75-49,0-25,0 0,0 24,-25-49,0 25,0-25</inkml:trace>
  <inkml:trace contextRef="#ctx0" brushRef="#br0" timeOffset="246900.2591">11460 11013,'273'-99,"-223"99,-373 99,695-198,-297 99,-51 0</inkml:trace>
  <inkml:trace contextRef="#ctx0" brushRef="#br0" timeOffset="247227.0745">12427 10344,'0'-75,"0"150,0-175,-24 100,24-24,-25 24,0 24,-25 76,1 73,49 75,0-49,0-51,49 1,26-25,-26-74,1 0,49-26,-49-24</inkml:trace>
  <inkml:trace contextRef="#ctx0" brushRef="#br0" timeOffset="248035.5128">12750 10740,'0'-49,"0"-1,0 25,25 25,0 0,49 0,-49 0,0 0,-1 0,26 50,-50 0,0-1,-25 1,0-1,1-24,-51 25,75-100,25 25,0-24,24-1,-24 25,0 25,25-49,-26-1,-48 75,24 0,0 0,0 24,0-24,24 25,-24-1,50 1,-50-25</inkml:trace>
  <inkml:trace contextRef="#ctx0" brushRef="#br0" timeOffset="248339.6957">13271 10889,'74'-25,"-148"50,173-50,-99 50,0 0,0 25,0 24,0-24,0-26,-50-24,26 50,-1-50,-50 0,75-25,0-24,0-1,0 0,0 26,25 24,0-75,0 75,24 0</inkml:trace>
  <inkml:trace contextRef="#ctx0" brushRef="#br0" timeOffset="248760.5261">13519 10716,'50'-50,"-26"50,26 0,-25 0,24 0,-24 0</inkml:trace>
  <inkml:trace contextRef="#ctx0" brushRef="#br0" timeOffset="248991.8632">13618 10542,'0'50,"0"49,0-25,0 1,0-1,0 0,50-24</inkml:trace>
  <inkml:trace contextRef="#ctx0" brushRef="#br0" timeOffset="249539.7801">14263 10220,'0'0,"0"49,0 1,0-1,0 26,0-50,0-1,25-48,-25-1,25-50,24 51,1 24,-50 24,0 1,0 25,0-1,0 26,0-26,0 1,0 0</inkml:trace>
  <inkml:trace contextRef="#ctx0" brushRef="#br0" timeOffset="249734.5975">14189 10740,'0'0,"24"0,51 0,24 0,-25 0,1 0,-50 0</inkml:trace>
  <inkml:trace contextRef="#ctx0" brushRef="#br0" timeOffset="250178.6077">14437 11038,'0'0,"0"-50,-25 26,25-1,0-25,25 50,24 0,-24 0,25 75,-50-51,0 26,0 0,0-1,0 1,-50 24,-24-49,24 50,0-75,50 24,-24-24,24-24,0-26,24 50,1-50,25 50,-25 0,-1 0,1 0,25 0,-25 0,0 0</inkml:trace>
  <inkml:trace contextRef="#ctx0" brushRef="#br0" timeOffset="250397.0796">14958 10716,'24'0,"-48"0,98 24,-74 1,0 25,0-1,0 26,-25 24,-49-25,-50 1</inkml:trace>
  <inkml:trace contextRef="#ctx0" brushRef="#br0" timeOffset="251282.4833">15950 10542,'0'0,"0"-50,0 26,-25-1,25 50,0-1,50 26,-1-25,-24 24,0-49,-25 25,74-25,-49 0,0-25,-25-24,0 24,0 0,49-24,-49 24,25 99,-25 1,0 24,0 0,0 25,0-25,0-24,0-51,-25-24,25 25,-74-25,49 0,0 0,-24-25,49-24,0 24,25 25,-1 0</inkml:trace>
  <inkml:trace contextRef="#ctx0" brushRef="#br0" timeOffset="251596.2983">16396 11137,'0'0,"50"0,-25 0,-1 0,26 0,-25 25,-25 0,0 25,0-26,0 1,-25 50,-25-75,1 0,24 0,25-50,0 0,0 1,0 24,0-25,74 50,-24 0</inkml:trace>
  <inkml:trace contextRef="#ctx0" brushRef="#br0" timeOffset="252029.7897">17016 10840,'25'0,"0"0,25 0,-1 0,1 0,-1 0</inkml:trace>
  <inkml:trace contextRef="#ctx0" brushRef="#br0" timeOffset="252256.6271">17190 10666,'0'-25,"0"50,0-25,0 50,0 24,0 0,25 26,-25-26,0-24,0-26,25-24</inkml:trace>
  <inkml:trace contextRef="#ctx0" brushRef="#br0" timeOffset="252870.7359">17686 10542,'0'-25,"25"-24,-25 24,50 74,-50 26,0-26,0 1,0-25,0 0,24-25,-24-25,0-25,50 1,-50-1,50 0,-50 26,49 24,-49-25,25 25,-50 25,25 24,-49-24,49 0,-50-25,50 74,0-49,25-25,-25 25,49-25,-24 49,0-49,25 25,-26-25</inkml:trace>
  <inkml:trace contextRef="#ctx0" brushRef="#br0" timeOffset="253320.9639">18058 10840,'0'0,"0"-25,0-25,0 25,0 1,75 24,-51 0,1 0,-25 24,0 1,0 50,0-26,0-24,-74 25,24-26,75-24,25 0,-26 0,26 0,-25 0</inkml:trace>
  <inkml:trace contextRef="#ctx0" brushRef="#br0" timeOffset="253507.5344">17810 11261,'0'-24,"0"48,50-48,24-26,50 50,-49-50,-1 50,-24 0,-1 0</inkml:trace>
  <inkml:trace contextRef="#ctx0" brushRef="#br0" timeOffset="253971.6862">18133 11385,'0'-24,"0"-26,24 50,26 0,-25 0,-25 25,0 24,0-24,0 0,0 0,-25 24,25-24,-99 25,49-25,1-25,24 74,25-99,49 25,-24-25,0 25,25 0,-26-49,1 49,25 0,-25-25</inkml:trace>
  <inkml:trace contextRef="#ctx0" brushRef="#br0" timeOffset="254302.6712">18505 10319,'0'-50,"24"50,1 0,25 50,-25-1,-25-24,74 25,-74 24,25 50,-25 0,0 25,0-50,0 25,-50 0,25-24,-49 24,-25-25,-25-25,49 50</inkml:trace>
  <inkml:trace contextRef="#ctx0" brushRef="#br0" timeOffset="256162.5535">8533 12055,'0'-25,"0"-24,0 73,0 26,0 49,25 1,-25-1,50 0,-50-49,0-26,24-24,-24-99,50-25,-25 25,24-25,-49 74,75 25,-50-24,-1 49,-24 49,0-24,0 0,0 25,-49-26,-1-24,50 25,25 50,0-26,49-24,-24 25,-1-25,26 24,-26-24</inkml:trace>
  <inkml:trace contextRef="#ctx0" brushRef="#br0" timeOffset="256681.8921">9501 12502,'-25'0,"-50"0,51 0,-1 0,0 0,-50 0,75-75,50 26,-50 24,50 25,-50-50,49-24,1 123,-50 1,0 0,0 24,0-24,0-1,25 26,-25-26,0 1</inkml:trace>
  <inkml:trace contextRef="#ctx0" brushRef="#br0" timeOffset="257159.7834">9922 12353,'50'0,"-1"0,1 0,24 0,-49 0</inkml:trace>
  <inkml:trace contextRef="#ctx0" brushRef="#br0" timeOffset="257303.5303">9947 12551,'322'-49,"-644"98,669-98</inkml:trace>
  <inkml:trace contextRef="#ctx0" brushRef="#br0" timeOffset="257993.2032">10914 11881,'-24'0,"24"25,0 74,0 1,0-1,0 0,0 0,0-24,0-50,0 24,0-74,0-24,49-1,1 1,-25 73,-25 1,49 25,-49-1,50 1,-50-25,49 49,-49-24,0-1</inkml:trace>
  <inkml:trace contextRef="#ctx0" brushRef="#br0" timeOffset="258681.6764">12080 12129,'0'0,"25"0,-25-49,0 24,0 0,0-24,-50 49,50 49,0 75,0 25,0-25,0 25,25-25,-25 25,0-75,50-24,-50-25,0 24,0 1,-25-50</inkml:trace>
  <inkml:trace contextRef="#ctx0" brushRef="#br0" timeOffset="258832.3278">11907 12650,'248'-24,"-496"48,520-48,-247 24</inkml:trace>
  <inkml:trace contextRef="#ctx0" brushRef="#br0" timeOffset="259102.7699">12676 12105,'0'-25,"0"50,-50-100,25 75,0 25,25 25,-49 49,49 75,-50 24,50 0,25-24,25-25,-1-75,26 1,-26-26,26 1</inkml:trace>
  <inkml:trace contextRef="#ctx0" brushRef="#br0" timeOffset="259911.5904">12874 12576,'0'-25,"25"0,0 25,-1-49,26 49,-25 0,0 25,-25-1,74 26,-74 0,0-1,0 26,0-26,0-24,-25 0,0-25,25-25,50-25,0 1,-26-1,1 50,25-49,-25-1,-25 25,-25 25,25 25,0 25,0-26,0 1,0 25,0-1,49 26,-24-50,25 24</inkml:trace>
  <inkml:trace contextRef="#ctx0" brushRef="#br0" timeOffset="260206.9457">13569 12849,'24'0,"1"0,-74 0,98 25,-49 24,0 1,-49-50,-1 0,0 0,50-25,0-49,0 49,25 25,-25-25,50 25,-25 0</inkml:trace>
  <inkml:trace contextRef="#ctx0" brushRef="#br0" timeOffset="260452.9539">13817 12601,'49'0,"-24"0,25-50,-1 50,1 0,-1 0</inkml:trace>
  <inkml:trace contextRef="#ctx0" brushRef="#br0" timeOffset="260695.1913">13916 12378,'0'-25,"0"50,0 24,0 50,0 25,0 25,0-25,0-25,25-24,-25-1,24-49</inkml:trace>
  <inkml:trace contextRef="#ctx0" brushRef="#br0" timeOffset="261178.9249">14313 12427,'0'-25,"0"50,0-25,0 50,0 24,24 25,-24 1,0-26,0 0,0 1,0-26,0-24,50-25,-50-25,25-24,-25-26,49 51,1-1,-25 25,25 74,-50-49,0 25,0-26,0 1,24-25,-24 50</inkml:trace>
  <inkml:trace contextRef="#ctx0" brushRef="#br0" timeOffset="262366.6922">15503 12898,'0'0,"0"-24,50 48,-50 51,0-26,0 1,0 0,0 24,-75 1,1-1</inkml:trace>
  <inkml:trace contextRef="#ctx0" brushRef="#br0" timeOffset="263158.9007">15776 12378,'0'0,"75"24,-51-24,1 75,25-50,-25 24,24-24,-24 25,0-50,-25 49,49-49,-49-25,0-24,0-1,0 25,0-24,25-26,-25 51,25 24,25 24,-50 51,0-26,0 26,0-1,0-24,0-1,0 1,-25 0,25-1,-50-49,25 25,-24-25,-1 0,50-50,0 1</inkml:trace>
  <inkml:trace contextRef="#ctx0" brushRef="#br0" timeOffset="263520.0388">16495 12898,'0'0,"25"-49,0 49,49 0,-49 25,-25 49,0-49,0 0,0 24,-25-49,25 50,-74-50,24 0,1-50,49 25,-25-49,25 24,0 1,0 24,25 25,0 0,-1 0</inkml:trace>
  <inkml:trace contextRef="#ctx0" brushRef="#br0" timeOffset="263979.7625">17264 12725,'-49'0,"98"0,1 0,24 0,-24 0,0 0,-26 0</inkml:trace>
  <inkml:trace contextRef="#ctx0" brushRef="#br0" timeOffset="264218.7292">17364 12576,'0'-25,"0"50,24 0,-24 24,0 26,25-1,-25 1,0-26,0 1,50 24,-50-49</inkml:trace>
  <inkml:trace contextRef="#ctx0" brushRef="#br0" timeOffset="264801.5879">17860 12526,'0'0,"49"0,-49 50,0 24,0 1,25-1,-25-24,0-25,0-1,50-73,-50-26,99-49,-49 50,-26 24,-24 26,50 24,-50-50,25 50,-25 25,0 24,-50 1,1 0,24 24,-50-24,51-50,24 24,24 26,1-50,0 74,25-74,-26 50,1-50,25 25</inkml:trace>
  <inkml:trace contextRef="#ctx0" brushRef="#br0" timeOffset="265237.7346">18331 12948,'25'-74,"-25"49,-25 124,99-198,-24 99,-25 0,-25 49,-25 1,0 24,25-49,0 0,25-25,-25 25,0 24,0-24,0 0,-74-25,49 0</inkml:trace>
  <inkml:trace contextRef="#ctx0" brushRef="#br0" timeOffset="265538.9266">18430 12626,'0'-25,"0"50,25-50,74 50,-24 24,-51 1,-24 24,50 1,-50 49,0-25,0 25,0-25,0-24,-25-1,-24 50,-26 0,-24-50,25 26,-26-1</inkml:trace>
  <inkml:trace contextRef="#ctx0" brushRef="#br0" timeOffset="271537.5337">11510 124,'0'-25,"0"-24,0 24,0 50,0 24,0 26,25-26,-25 1,74-25,-49-25,24 74,1-74,-25-50,-25 26,0-1,0-25,0 1,0 73,0 1,0 0,0 25,74-1,-74-24,25 49,-25-24,0 25,0-1,0-24,0-26,-50 26,-24-50,49 0,0 0,25-25,-74-24,74 24,0-25,50 75</inkml:trace>
  <inkml:trace contextRef="#ctx0" brushRef="#br0" timeOffset="271857.5549">12080 571,'0'-25,"0"50,0-75,50 75,-50 24,0 26,25 24,-25-49,0-1,49 1</inkml:trace>
  <inkml:trace contextRef="#ctx0" brushRef="#br0" timeOffset="279091.3346">21432 347,'0'-25,"0"-24,0 24,0 75,0-1,0 26,0 24,0 25,0-25,0 25,-25-49,-25-1,1-24,-1-50,25 24,0-24,-24 0,-1 0</inkml:trace>
  <inkml:trace contextRef="#ctx0" brushRef="#br0" timeOffset="279985.0791">21184 273,'0'0,"0"-50,0 25,-25 25,-25 0,25-24,-24 24,-1 0,25 0,1 0,-26 0,25 0,-25 0,26 0,-1 0,-25 49,25-49,-49 99,49-74,-24 25,24 49,25-49,-50 24,50 1,0-1,0-24,25-1,25 1,24-1,0-49,26 50,-1-50,-25 0,1 0,-26 25</inkml:trace>
  <inkml:trace contextRef="#ctx0" brushRef="#br0" timeOffset="280516.5802">21233 248,'-49'-50,"49"1,24 49,26 0,0 0,-1 49,1-24,24 50,-74-26,25 1,-25-1,0 1,-74 25,-75-1,-74 0</inkml:trace>
  <inkml:trace contextRef="#ctx0" brushRef="#br0" timeOffset="284957.2008">1389 13196,'-49'-50,"49"26,0-1,0 50,0-1,25 26,-1-25,26-25,-50 50,50-50,-1 0,-24 0,-25-25,0-25,50 25,-50 0,0-24,0 24,0 75,0-1,0 26,0 24,0 99,0 1,0-1,-25-24,25-50,0-25,-50-24,50-51,-25 1,-24-25,-1 0,1-49,-1-1,25-25,-24-49,49 50,-25 24,25 1,0 24,25-25,24 26,26-26,-1 50,0 0,-24 0,0 0,-50 50</inkml:trace>
  <inkml:trace contextRef="#ctx0" brushRef="#br0" timeOffset="285443.7358">1786 14188,'0'0,"-25"-49,25-26,0 50,25 25,25 0,0 0,-26 25,-24 50,0-26,50 1,-50 24,-25-24,25 0,-49-1,24-24,0-25,-25 0,50-25,0 0,0 1,25 24,25 0,-1 0,-24 0,-25 49,75-49,-26 50</inkml:trace>
  <inkml:trace contextRef="#ctx0" brushRef="#br0" timeOffset="285668.6595">2233 13891,'0'-25,"0"50,74-50,-24-25,24 50,1 0,-26 0,-49 25,25 0,-25 24</inkml:trace>
  <inkml:trace contextRef="#ctx0" brushRef="#br0" timeOffset="285812.8174">2258 14238,'372'-50</inkml:trace>
  <inkml:trace contextRef="#ctx0" brushRef="#br0" timeOffset="286450.6531">3076 13593,'0'-50</inkml:trace>
  <inkml:trace contextRef="#ctx0" brushRef="#br0" timeOffset="287061.5253">3076 13543,'-25'-74,"25"124,0-26,0 1,75 50,-75-51,49-24,-24 25,0-25,25 0,-50-25,0-24,0-1,0 25,0 1,0 48,49 76,-49-1,0 0,50 0,-50 0,0 25,0-49,0-26,0 1,-99 0,74-50,0 0,0 0,-24 0,24-25,25 0,-50-25,50 1,50 49,-1 0,-24 25</inkml:trace>
  <inkml:trace contextRef="#ctx0" brushRef="#br0" timeOffset="287390.7111">3746 14312,'0'-74,"0"148,0-99,49 100,-49-1,0-24,0 0,0-26,0 1,0 25,0-25,-24-25</inkml:trace>
  <inkml:trace contextRef="#ctx0" brushRef="#br0" timeOffset="287968.7437">4192 13940,'0'0,"-49"0,74 0,24 0,26 0,-1 0,0 0,-24 0,0 0,-1 0</inkml:trace>
  <inkml:trace contextRef="#ctx0" brushRef="#br0" timeOffset="288200.0052">4366 13767,'0'0,"0"24,0 51,0-26,25 1,-25 24,0 1,25-1,-25 1,0-26</inkml:trace>
  <inkml:trace contextRef="#ctx0" brushRef="#br0" timeOffset="291898.1705">5160 13469,'0'-25,"0"0,0 50,0 0,0 25,0-26,0 1,0 25,25-1,-25 26,0-50</inkml:trace>
  <inkml:trace contextRef="#ctx0" brushRef="#br0" timeOffset="292093.1736">5061 13816,'347'0,"-248"0,-545 0,966 0,-470 0</inkml:trace>
  <inkml:trace contextRef="#ctx0" brushRef="#br0" timeOffset="292518.9592">5433 14039,'-25'-49,"50"98,-100-98,50 49,-24 0,-1 49,50 1,-49 24,49 1,0-1,0 1,24-26,26 1,0-25,-1-25,-24 0,25 0,-50-50,-50 1,25 49,-24 0,24 0,-25 0,25 0</inkml:trace>
  <inkml:trace contextRef="#ctx0" brushRef="#br0" timeOffset="293002.1842">5978 13494,'0'-25,"0"-25,0 26,-25 24,-24 74,-26 75,26 24,49 26,0-1,25-49,49-25,50 0,-25-49,50-1,-74-74</inkml:trace>
  <inkml:trace contextRef="#ctx0" brushRef="#br0" timeOffset="293892.6993">6226 13866,'0'0,"0"-25,0 0,0 75,0-1,0 26,0-1,0-24,0-1,0-24,50-25,0-49,-1-26,-24 1,25 24,-26 1,26-1,0 25,-50 50,-25 0,-25 24,25-24,-24-25,49 50,-25-50,25 49,0-24,25-25,49 25,1-25,24 50,-25-50,1 74,-51-49</inkml:trace>
  <inkml:trace contextRef="#ctx0" brushRef="#br0" timeOffset="294147.5361">6946 14139,'0'-25,"0"50,24 24,-24 1,0-1,50 26,-50-1,0-24,0 0</inkml:trace>
  <inkml:trace contextRef="#ctx0" brushRef="#br0" timeOffset="294552.9808">7194 14139,'74'0,"-24"0,-1 0,1 0,-25 0,24 24</inkml:trace>
  <inkml:trace contextRef="#ctx0" brushRef="#br0" timeOffset="294781.7233">7343 14015,'0'421</inkml:trace>
  <inkml:trace contextRef="#ctx0" brushRef="#br0" timeOffset="295632.4533">7640 13965,'199'-25,"-497"422,397-769,100 397,-199 0,0 24,-50-24,25 25,0-26,-24 1,123-25,-24 0,-1 0,1 0,0 0,-1 0,-24-25,25-24,-50-1,0 25,0-24,0 24,0-25,0 1,0 98,0 1,0 0,0-26,0 1,0 0,0 25,24-50,26-25,-25 0,25-25,-50 1,74-1,-74 25,50 25,-50-49,0 98,0 1,0-25,-50-25,50 49,0 1,0 0,50-50,-50 49,74-49,-49 25,24-25,1 50,0-50</inkml:trace>
  <inkml:trace contextRef="#ctx0" brushRef="#br0" timeOffset="296083.0731">8657 14287,'0'0,"0"-49,0-1,50 50,-1 0,-24 0,-25 25,25 0,-25 0,0 24,0 1,-25 0,0-1,-24 26,-1-51,25 1,100-25,-26 0,1 0,-25 0,24 0</inkml:trace>
  <inkml:trace contextRef="#ctx0" brushRef="#br0" timeOffset="297167.2591">7888 13791,'-49'0,"-1"0,25 0,25-24,-49 48,24-24,25-24,0-1,25 0,-1 25,1 0,25 0,-1 0,-49 74,0-24,0 0,-74 24,49-24,-24-1,-1 1,25-1,-24-24,73-25,51 0,-26 0,-24 0,0 0,25 0,-1 0,-24 0</inkml:trace>
  <inkml:trace contextRef="#ctx0" brushRef="#br0" timeOffset="297730.8314">9054 14139,'0'0,"-25"0,75 0,24 0,1 0,-1 0,-24 0,-25 0</inkml:trace>
  <inkml:trace contextRef="#ctx0" brushRef="#br0" timeOffset="297942.2675">9178 13891,'0'223,"0"-124,0-421,50 793,-50-347,74 0,-74-74</inkml:trace>
  <inkml:trace contextRef="#ctx0" brushRef="#br0" timeOffset="298437.4675">9699 14287,'-25'0,"50"0,-75 0,50-49,0-1,75 50,-50-25,24 25,-24 0,0 0,0 0,74 0,-99 50,0-25,25 24,-25 1,0 0,-50 24,0-24,1-1,-26 1,51-50,24-25,74 25,-49 0,0 0,24 0,1 0,24 0,-49 0</inkml:trace>
  <inkml:trace contextRef="#ctx0" brushRef="#br0" timeOffset="298955.1539">10245 14114,'0'446,"0"-892,0 868,24-472,1 0,25-24,0-25,-26 49,26 25,-50 50,-50 0,26 24,-1-24,25 25,0 0,0-1,49-24,-24-25,50 50,-51-50,1 24</inkml:trace>
  <inkml:trace contextRef="#ctx0" brushRef="#br0" timeOffset="299373.9906">10592 14536,'124'-75,"-248"150,248-100,-124 74,0 1,-25-50,25 25,-49-25,49 49,0 1,49-50,-49 25,-49-25,-26 0,1 49,-25-49</inkml:trace>
  <inkml:trace contextRef="#ctx0" brushRef="#br0" timeOffset="299983.8813">11162 14412,'-24'0,"-1"-25,74 25,26 0,-1 0,1 0,-1 0,-49 0</inkml:trace>
  <inkml:trace contextRef="#ctx0" brushRef="#br0" timeOffset="300216.2593">11311 14213,'0'74,"0"-148,25 198,-25-49,0-1,0-24,0-1,0 26,50-75</inkml:trace>
  <inkml:trace contextRef="#ctx0" brushRef="#br0" timeOffset="300795.2484">11807 14039,'0'0,"0"50,0 0,0 49,0 0,0 0,0-24,0-26,0 1,0-25,0-75,25-24,25-50,-1 24,-49 26,50 0,0 49,-50 0,49 25,-49-50,50 50,-75 25,25 50,-50-26,50-24,-49 25,49-26,0 26,0-25,49 25,1-50,24 24,-24-24,0 50</inkml:trace>
  <inkml:trace contextRef="#ctx0" brushRef="#br0" timeOffset="301339.4047">12502 14560,'-174'-24,"348"48,-298-73,173-1,-49 25,50 25,-50-49,25 49,-25-50,50 50,-50-50,0 75,0 0,0 25,0-1,0 1,0 0,0-26,0 1,0 25,0-1,0-24,24-25</inkml:trace>
  <inkml:trace contextRef="#ctx0" brushRef="#br0" timeOffset="301648.0935">12899 13816,'0'-25,"0"50,49-50,1 75,-50 0,50-1,-50 26,0 24,0 0,0 0,0 25,0-24,-25-1,-25 0,-24-25,-1 26,-24-26,0 25</inkml:trace>
  <inkml:trace contextRef="#ctx0" brushRef="#br0" timeOffset="304555.9332">2233 15478,'0'-49,"0"73,0 26,0 0,0 24,0 0,0-24,0-25,0 24,0-24,0-74,25-26,24-49,1 25,-1 0,1 49,-25 25,24 25,-49-49,-24 123,-51 1,26 24,-26-50,26 1,24 0,-25-50,50 24,50-24,-25 0,-1 0,26 25,0 50,-1-1,-49-49,75 24,-51-49</inkml:trace>
  <inkml:trace contextRef="#ctx0" brushRef="#br0" timeOffset="304849.1538">2902 15875,'0'-99,"0"198,0-173,0 148,0-24,0-1,0 1,0-25,0 24,0-24,0 0</inkml:trace>
  <inkml:trace contextRef="#ctx0" brushRef="#br0" timeOffset="305229.9493">3151 15577,'24'0,"26"0,0 0,-1 0,1 0,-25 0,24 0</inkml:trace>
  <inkml:trace contextRef="#ctx0" brushRef="#br0" timeOffset="305415.4559">3200 15875,'347'0</inkml:trace>
  <inkml:trace contextRef="#ctx0" brushRef="#br0" timeOffset="306621.9816">4316 15205,'0'0,"0"-49,0 24,0 99,0 1,0-1,0 1,0-26,0 1,0-25,0-1,0-48,25-1,-25 0,50 25,-50-74,49 74,-24 0,-25 24,0 51,0-50,25-25,-25 49,50 1,-26-50,-24 25</inkml:trace>
  <inkml:trace contextRef="#ctx0" brushRef="#br0" timeOffset="307183.4825">5284 15156,'0'-25,"0"-25,0 1,0 24,0 0,-25 25,0 25,25 0,-49-1,49 51,0-1,0 1,0-26,0 26,0-26,0 1,0-25,24 24,-24-24,0 0,-24 25</inkml:trace>
  <inkml:trace contextRef="#ctx0" brushRef="#br0" timeOffset="307420.4356">5036 15478,'347'-49</inkml:trace>
  <inkml:trace contextRef="#ctx0" brushRef="#br0" timeOffset="307659.8031">5805 15056,'-149'769,"174"-719,99-794,-124 669,-50 968,149-868,0-25,-24 0</inkml:trace>
  <inkml:trace contextRef="#ctx0" brushRef="#br0" timeOffset="308722.6295">6276 15255,'0'0,"50"0,-1 0,1 0,-25 0,-1 0,26 49,-50-24,0 0,0 25,0-25,0-1,-50 26,1-50,24 25,0-25,25-25,0-25,25 50,25-49,-26 49,26-50,-25 50,0-25,24 25,-24-49,0 24,-25 0,0-25,-25 50,-25 50,1 24,49-49,0 0,0 25,0-25,0 24,49-49,-24 50,25-50,-1 0,1 25</inkml:trace>
  <inkml:trace contextRef="#ctx0" brushRef="#br0" timeOffset="309030.8049">6946 15553,'0'0,"0"24,49 26,-49 0,0-26,0 1,25-25,25 0</inkml:trace>
  <inkml:trace contextRef="#ctx0" brushRef="#br0" timeOffset="309321.8742">7343 15553,'0'0,"49"0,-49 24,0 26,0-25,0 0</inkml:trace>
  <inkml:trace contextRef="#ctx0" brushRef="#br0" timeOffset="309975.7595">7739 15304,'0'-49,"0"98,25-123,25 99,-50 0,25-25,24 0,1 0,-1 0,-24 0,-25-25,0-25,0 75,50 0,-50 0,0 24,0 1,0 0,0-1,0-24,0 25,0-26,-25 1,-25-25,1 0,74 0</inkml:trace>
  <inkml:trace contextRef="#ctx0" brushRef="#br0" timeOffset="310290.917">8260 15577,'50'-24,"-50"48,-50-24,100 75,-50-26,0-24,25-25,0 0</inkml:trace>
  <inkml:trace contextRef="#ctx0" brushRef="#br0" timeOffset="310628.6654">8632 15156,'0'0,"25"24,-25 26,75-25,-75 24,24 1,-24 25,0-26,0 1,0-25,0-1,0 26,0-25,0 0,-74 74,49-74,0-25</inkml:trace>
  <inkml:trace contextRef="#ctx0" brushRef="#br0" timeOffset="314100.6447">3027 16446,'0'74,"0"25,0 25,0-25,0-24,0-26,0-24,0 25,49-125,1 1,-1-25,26 24,-50 26,24-1,1 1,-25 49,-50 24,25 1,-50 25,25-50,-24 49,-1 1,100 0,24-50,-24 49,24-49,-24 75,-25-75,-25 24</inkml:trace>
  <inkml:trace contextRef="#ctx0" brushRef="#br0" timeOffset="314579.4414">3746 16942,'0'-25,"0"50,0-75,0 0,49 50,1 0,-50 25,50 0,-50 0,0 24,0 26,0-26,-25 1,0 0,-25-1,26-24,-26-25,50-25,25-24,0 49,49 0,0 0,-24 0,-50 49,25-49</inkml:trace>
  <inkml:trace contextRef="#ctx0" brushRef="#br0" timeOffset="314836.2764">4316 16867,'248'-25</inkml:trace>
  <inkml:trace contextRef="#ctx0" brushRef="#br0" timeOffset="315060.3301">4316 17041,'174'0</inkml:trace>
  <inkml:trace contextRef="#ctx0" brushRef="#br0" timeOffset="315992.0862">5185 16371,'0'-50,"0"75,0 50,0 24,0 0,0 25,0-25,0-24,0-26,0 1,0-25,0-50,24-25,26 1,0-1,-26 50,26-25,-25 25,24 50,-49-25,0 24,0 1,25-25,-25 0,25-25,-25 74,50-74</inkml:trace>
  <inkml:trace contextRef="#ctx0" brushRef="#br0" timeOffset="316954.4053">6673 16346,'0'0,"-25"0,0 0,-49 0,49 0,-25 0,50 50,-49-25,49 49,0 1,0 24,0 0,25 0,-25-24,24-26,-24 26,0-26,0-24,0 0,0 24,-24-49</inkml:trace>
  <inkml:trace contextRef="#ctx0" brushRef="#br0" timeOffset="317165.0755">6276 16892,'471'-74</inkml:trace>
  <inkml:trace contextRef="#ctx0" brushRef="#br0" timeOffset="317918.098">7318 16123,'0'-50,"-50"100,-24 24,-1 75,26 75,49-1,-50-50,50-49,74 0,1-74,74 0,0-50,-25 0</inkml:trace>
  <inkml:trace contextRef="#ctx0" brushRef="#br0" timeOffset="319150.9231">7789 16421,'0'0,"25"-25,24 25,1 0,0 0,-1 0,-49 25,0 24,0 26,0-26,-25 1,1-25,-26-25,50 49,-25-49,50 0,0-49,0 24,24-25,-24 1,25 24,-26 0,1 25,-25-74,75 74,-75-25,0 0,-50 25,50 25,-50 0,50 24,0-24,0 0,25 49,0-24,25-25,-25-25</inkml:trace>
  <inkml:trace contextRef="#ctx0" brushRef="#br0" timeOffset="319766.3149">8459 16669,'0'-25,"-50"25,50 50,0 24,0 0,0 1,0-26,0 26,25-75</inkml:trace>
  <inkml:trace contextRef="#ctx0" brushRef="#br0" timeOffset="320375.1265">8707 16619,'74'0,"1"0,24 0,0 0,-25 0,-24 0,-25 0,0 0</inkml:trace>
  <inkml:trace contextRef="#ctx0" brushRef="#br0" timeOffset="320629.4661">9029 16297,'-25'446,"25"-347,25-644,-50 1165</inkml:trace>
  <inkml:trace contextRef="#ctx0" brushRef="#br0" timeOffset="321429.1075">9674 15949,'0'25,"0"25,0-1,0 26,0-1,0-24,0-25,0 24,0-74,25 1,0-26,0 50,-25-25,49 25,-24 50,-25-1,0-24,0 0,0 25,0-1</inkml:trace>
  <inkml:trace contextRef="#ctx0" brushRef="#br0" timeOffset="321667.4684">9625 16619,'322'-25</inkml:trace>
  <inkml:trace contextRef="#ctx0" brushRef="#br0" timeOffset="322262.7488">9873 16818,'-248'-199,"496"398,-248-150,-25-49,0 0,25-25,0 1,25 24,-25 24,25-24,-25 50,0 0,0-26,0 1,-50 25,0-25,26-25,24 24,-25-24,50 0,24 0,-24 0,25 0,24-24,-24 24,-1-25</inkml:trace>
  <inkml:trace contextRef="#ctx0" brushRef="#br0" timeOffset="322749.7538">10468 16619,'25'-25,"24"75,-49-25,0 0,0 24,-24 26,-1-26,-50 1</inkml:trace>
  <inkml:trace contextRef="#ctx0" brushRef="#br0" timeOffset="323807.6122">11535 16024,'0'0,"0"49,24 1,-24-25,75-25,-75 25,74-25,-49 0,25 0,-26 0,26 0,-50-50,0 0,0 26,0-1,0 0,0-49,50 74,-50 49,0 1,24 49,-24 25,0 25,0-25,-49 25,24-75,-25 1,26-75,-1 24,-50-24,26 0,-1-49,1-1,49-24,-25 24,25 25</inkml:trace>
  <inkml:trace contextRef="#ctx0" brushRef="#br0" timeOffset="324332.2483">12204 16396,'0'0,"0"50,0 24,0 0,0 1,0-26,0 1,0 0</inkml:trace>
  <inkml:trace contextRef="#ctx0" brushRef="#br0" timeOffset="324902.7234">12502 16321,'0'0,"25"0,24 0,1 0,24 0,1 0,-26 0,-24 0,25 0</inkml:trace>
  <inkml:trace contextRef="#ctx0" brushRef="#br0" timeOffset="325173.5219">12750 16197,'0'249,"0"-498,0 572,0-249,0-49</inkml:trace>
  <inkml:trace contextRef="#ctx0" brushRef="#br0" timeOffset="326111.0335">13271 15726,'25'25,"-25"25,0 24,0 0,0 1,0-1,0-49,0 25,99-100,-99-24,49-1,1 26,-25-1,-25 0,50 26,-1-1,-49 99,-74-49,74 25,-25-26,-25 26,50 0,25-50,0 0,0 24,49-24,-24 0,-25 25,-1-25</inkml:trace>
  <inkml:trace contextRef="#ctx0" brushRef="#br0" timeOffset="326365.8633">13866 15999,'0'0,"0"25,0 24,0-24,0 0,0 25</inkml:trace>
  <inkml:trace contextRef="#ctx0" brushRef="#br0" timeOffset="326604.2819">13370 16421,'199'-25,"-150"25,-297 25,521-50</inkml:trace>
  <inkml:trace contextRef="#ctx0" brushRef="#br0" timeOffset="327167.3275">13494 16619,'0'0,"-25"25,25-75,0 26,25 24,25 0,-25 0,-25 24,0 1,0 0,0 25,0-26,-25 1,-25 25,25-50,25 25,-25-25,25-50,25 50,0 0,50 0,-26 0,1 0</inkml:trace>
  <inkml:trace contextRef="#ctx0" brushRef="#br0" timeOffset="327589.4132">14015 15553,'0'-25,"50"74,-1 26,1 24,-1 25,-49 50,0-1,0 1,-24 0,-51-1,-24-49,25-49,24-1,-24 25</inkml:trace>
  <inkml:trace contextRef="#ctx0" brushRef="#br0" timeOffset="329372.5152">15727 14089,'0'0,"0"50,0 24,0 25,0-24,0-1,0-24,0-1,0 1,0-25,0-75,24 1,-24-1,50-24,-50 24,50 0,-1 25,-24-24,25 24,-1 25,-98 25,24 24,-25-24,25 25,1-50,24 25,-50-25,50 25,50 49,-50-49,49 0,-24 24,49-49,-24 75,0-75,-1 24</inkml:trace>
  <inkml:trace contextRef="#ctx0" brushRef="#br0" timeOffset="329829.5904">16247 14560,'50'-24,"-100"48,125-48,-50 24,-25 24,0 1,0 50,0-26,-25-49,25 25,25 0,-25 24,0-24,-25 0,-25-25,-24 0,49 0,-25 0</inkml:trace>
  <inkml:trace contextRef="#ctx0" brushRef="#br0" timeOffset="330383.3462">17264 14585,'0'0,"25"0,25 0,-25 25,-25 49,0-49,0 0</inkml:trace>
  <inkml:trace contextRef="#ctx0" brushRef="#br0" timeOffset="331217.98">18381 14064,'0'0,"0"50,0 24,0 25,0 1,-25 49,25-50,0-25,0-24,0-1,0-98,49 24,-49-25,75-24,-26 24,-24 1,25-1,-25 1,-1 24,-48 25,-1 0,-25 49,50 26,0-1,0-24,0-25,50 49,-1-24,26-50,-26 49,26-49</inkml:trace>
  <inkml:trace contextRef="#ctx0" brushRef="#br0" timeOffset="331651.7543">19026 14709,'49'174,"-98"-348,148 348,-25-199,-49-25,-25-24,50 49,-50 50,-25 49,25-24,0 0,0-26,0 1,0 25,-25-25</inkml:trace>
  <inkml:trace contextRef="#ctx0" brushRef="#br0" timeOffset="337251.1087">13320 223,'0'0,"0"-25,0-24,0 74,0-1,0 1,0 25,0-25,75-1,-50-24,-25 50,74-50,-49 0,49 0,-74-50,50 26,-50-1,0-25,0 25,0 1,0-1,0-25,0 75,0 0,0 0,0-1,0 26,25-25,-25 24,0 1,0 24,-25-24,25 0,-50-1,26 1,-26 0,25-26,0-24,-24 50,24-50,74-50,26 26</inkml:trace>
  <inkml:trace contextRef="#ctx0" brushRef="#br0" timeOffset="337751.9445">13941 571,'0'-100,"0"200,0-225,24 125,26 0,0 0,-26 0,1 0,25 50,-50 0,0-1,0 1,-50 24,25 26,-49-26,24-24,1-1,24-49,99-49,26 24,-26 25,0-50,1 50,-26 0,-24 0</inkml:trace>
  <inkml:trace contextRef="#ctx0" brushRef="#br0" timeOffset="340146.4916">15057 149,'0'49,"0"26,0-50,25-1,-25 26,24-50,-24 50,25-50,0-25,-25 0,0 0,0-24,0-26,50 50,-1 75,-49-25,0 0,50 24,-50-24,0 0,0 49,0-49,-25-25,25 50,-25-50,25 25,-25-25,25 49,0 1</inkml:trace>
  <inkml:trace contextRef="#ctx0" brushRef="#br0" timeOffset="340520.6489">15429 521,'173'-75,"-346"150,346-100,-197 25,24 25,0 25,24-50,-24 49,25-49,-25 50,0-1,0-24,-74-25,24 0</inkml:trace>
  <inkml:trace contextRef="#ctx0" brushRef="#br0" timeOffset="341188.9576">16347 372,'49'0,"1"0,-1 25</inkml:trace>
  <inkml:trace contextRef="#ctx0" brushRef="#br0" timeOffset="341389.4204">16793 422,'223'0</inkml:trace>
  <inkml:trace contextRef="#ctx0" brushRef="#br0" timeOffset="341592.8559">17190 471,'25'0,"-447"-49,993 98</inkml:trace>
  <inkml:trace contextRef="#ctx0" brushRef="#br0" timeOffset="341652.212">17736 546,'248'0</inkml:trace>
  <inkml:trace contextRef="#ctx0" brushRef="#br0" timeOffset="341856.667">18306 595,'-1116'-124,"2406"248</inkml:trace>
  <inkml:trace contextRef="#ctx0" brushRef="#br0" timeOffset="342058.2585">18678 595,'75'0,"-1092"-49</inkml:trace>
  <inkml:trace contextRef="#ctx0" brushRef="#br0" timeOffset="342099.1469">18951 595,'149'0</inkml:trace>
  <inkml:trace contextRef="#ctx0" brushRef="#br0" timeOffset="342346.0143">19274 595,'173'0</inkml:trace>
  <inkml:trace contextRef="#ctx0" brushRef="#br0" timeOffset="342397.392">19621 645,'74'0</inkml:trace>
  <inkml:trace contextRef="#ctx0" brushRef="#br0" timeOffset="342609.3631">19869 670,'25'0</inkml:trace>
  <inkml:trace contextRef="#ctx0" brushRef="#br0" timeOffset="342806.8332">20067 670,'50'0,"-1216"-75,2406 150</inkml:trace>
  <inkml:trace contextRef="#ctx0" brushRef="#br0" timeOffset="342845.73">20315 670</inkml:trace>
  <inkml:trace contextRef="#ctx0" brushRef="#br0" timeOffset="343042.0449">20415 670</inkml:trace>
  <inkml:trace contextRef="#ctx0" brushRef="#br0" timeOffset="344230.844">21035 397,'-25'0,"0"0,0 0,-24 0,49-50,0 25,0 75,0-25,49 0,-24 24,0-49,25 0,-26 0,-24-25,25-24,-25 24,50 25,-50 25,0 0,25 24,-25-24,0 0,0 25,0-26,0 1,-25 25,-25-25,1 24,-1-24,0-25,1 50,24-50,99 0,-24 0</inkml:trace>
  <inkml:trace contextRef="#ctx0" brushRef="#br0" timeOffset="344846.6287">21159 769,'74'0,"-148"0,173 0,-99 74,0-49,0 0,0 0,0 24,0-24,0-50,0 1,0-26,0 25,74-24,1 24,-50 25,-1 0,26 0,-50 49,0 1,0 0,0-26,0 1,0 25,-25-50,25 49,0-24,25-25,25 0,-26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customXml" Target="../ink/ink4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7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5" Type="http://schemas.openxmlformats.org/officeDocument/2006/relationships/image" Target="../media/image60.emf"/><Relationship Id="rId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R-K METHOD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</a:t>
            </a:r>
          </a:p>
          <a:p>
            <a:r>
              <a:rPr lang="en-IN" dirty="0" smtClean="0"/>
              <a:t>Doyel Sarkar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14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RUNGE KUTTA Method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/>
                          </a:rPr>
                          <m:t>𝑑𝑦</m:t>
                        </m:r>
                      </m:num>
                      <m:den>
                        <m:r>
                          <a:rPr lang="en-IN" b="0" i="1" smtClean="0">
                            <a:latin typeface="Cambria Math"/>
                          </a:rPr>
                          <m:t>𝑑𝑥</m:t>
                        </m:r>
                      </m:den>
                    </m:f>
                    <m:r>
                      <a:rPr lang="en-IN" b="0" i="1" smtClean="0">
                        <a:latin typeface="Cambria Math"/>
                      </a:rPr>
                      <m:t>=</m:t>
                    </m:r>
                    <m:r>
                      <a:rPr lang="en-IN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/>
                          </a:rPr>
                          <m:t>𝑥</m:t>
                        </m:r>
                        <m:r>
                          <a:rPr lang="en-IN" b="0" i="1" smtClean="0">
                            <a:latin typeface="Cambria Math"/>
                          </a:rPr>
                          <m:t>,</m:t>
                        </m:r>
                        <m:r>
                          <a:rPr lang="en-IN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IN" b="0" i="1" smtClean="0">
                        <a:latin typeface="Cambria Math"/>
                      </a:rPr>
                      <m:t>, </m:t>
                    </m:r>
                    <m:r>
                      <a:rPr lang="en-IN" b="0" i="1" smtClean="0">
                        <a:latin typeface="Cambria Math"/>
                      </a:rPr>
                      <m:t>𝑤𝑖𝑡h</m:t>
                    </m:r>
                    <m:r>
                      <a:rPr lang="en-IN" b="0" i="1" smtClean="0">
                        <a:latin typeface="Cambria Math"/>
                      </a:rPr>
                      <m:t> </m:t>
                    </m:r>
                    <m:r>
                      <a:rPr lang="en-IN" b="0" i="1" smtClean="0">
                        <a:latin typeface="Cambria Math"/>
                      </a:rPr>
                      <m:t>𝐼𝑛𝑖𝑡𝑖𝑎𝑙</m:t>
                    </m:r>
                    <m:r>
                      <a:rPr lang="en-IN" b="0" i="1" smtClean="0">
                        <a:latin typeface="Cambria Math"/>
                      </a:rPr>
                      <m:t> </m:t>
                    </m:r>
                    <m:r>
                      <a:rPr lang="en-IN" b="0" i="1" smtClean="0">
                        <a:latin typeface="Cambria Math"/>
                      </a:rPr>
                      <m:t>𝑐𝑜𝑛𝑑𝑖𝑡𝑖𝑜𝑛𝑠</m:t>
                    </m:r>
                  </m:oMath>
                </a14:m>
                <a:endParaRPr lang="en-IN" b="0" dirty="0" smtClean="0"/>
              </a:p>
              <a:p>
                <a:pPr marL="0" indent="0">
                  <a:buNone/>
                </a:pPr>
                <a:r>
                  <a:rPr lang="en-IN" b="0" dirty="0" smtClean="0"/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b="0" dirty="0" smtClean="0"/>
                  <a:t>, </a:t>
                </a:r>
                <a:r>
                  <a:rPr lang="en-IN" i="1" dirty="0">
                    <a:latin typeface="Cambria Math"/>
                  </a:rPr>
                  <a:t>find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IN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n-IN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IN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b="0" dirty="0" smtClean="0"/>
                  <a:t>.</a:t>
                </a:r>
              </a:p>
              <a:p>
                <a:r>
                  <a:rPr lang="en-IN" b="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IN" i="1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IN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IN" b="0" dirty="0" smtClean="0"/>
              </a:p>
              <a:p>
                <a:pPr marL="0" indent="0">
                  <a:buNone/>
                </a:pPr>
                <a:endParaRPr lang="en-IN" dirty="0"/>
              </a:p>
              <a:p>
                <a:endParaRPr lang="en-IN" b="0" dirty="0" smtClean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31" b="-142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3124200" y="3581400"/>
            <a:ext cx="381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3348720" y="3447000"/>
              <a:ext cx="3625920" cy="6073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9360" y="3437640"/>
                <a:ext cx="3644640" cy="62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160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Working Formula OF ORDER 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 smtClean="0">
                <a:latin typeface="Cambria Math"/>
              </a:rPr>
              <a:t>Formula</a:t>
            </a:r>
          </a:p>
          <a:p>
            <a:endParaRPr lang="en-IN" i="1" dirty="0" smtClean="0">
              <a:latin typeface="Cambria Math"/>
            </a:endParaRPr>
          </a:p>
          <a:p>
            <a:pPr marL="0" indent="0">
              <a:buNone/>
            </a:pPr>
            <a:endParaRPr lang="en-IN" b="0" dirty="0" smtClean="0"/>
          </a:p>
          <a:p>
            <a:endParaRPr lang="en-IN" b="0" dirty="0" smtClean="0"/>
          </a:p>
          <a:p>
            <a:pPr marL="0" indent="0">
              <a:buNone/>
            </a:pPr>
            <a:endParaRPr lang="en-IN" i="1" dirty="0" smtClean="0">
              <a:latin typeface="Cambria Math"/>
            </a:endParaRPr>
          </a:p>
          <a:p>
            <a:endParaRPr lang="en-IN" i="1" dirty="0" smtClean="0">
              <a:latin typeface="Cambria Math"/>
            </a:endParaRPr>
          </a:p>
          <a:p>
            <a:pPr marL="0" indent="0">
              <a:buNone/>
            </a:pPr>
            <a:endParaRPr lang="en-IN" i="1" dirty="0">
              <a:latin typeface="Cambria Math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60960" y="2437920"/>
              <a:ext cx="6170760" cy="3840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1600" y="2428560"/>
                <a:ext cx="6189480" cy="385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054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 smtClean="0"/>
                  <a:t>Compute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/>
                      </a:rPr>
                      <m:t>𝑦</m:t>
                    </m:r>
                    <m:r>
                      <a:rPr lang="en-IN" b="0" i="1" smtClean="0">
                        <a:latin typeface="Cambria Math"/>
                      </a:rPr>
                      <m:t>(0.4)</m:t>
                    </m:r>
                  </m:oMath>
                </a14:m>
                <a:r>
                  <a:rPr lang="en-IN" dirty="0" smtClean="0"/>
                  <a:t> from the equation</a:t>
                </a:r>
              </a:p>
              <a:p>
                <a:pPr marL="0" indent="0">
                  <a:buNone/>
                </a:pP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/>
                          </a:rPr>
                          <m:t>𝑑𝑦</m:t>
                        </m:r>
                      </m:num>
                      <m:den>
                        <m:r>
                          <a:rPr lang="en-IN" b="0" i="1" smtClean="0">
                            <a:latin typeface="Cambria Math"/>
                          </a:rPr>
                          <m:t>𝑑𝑥</m:t>
                        </m:r>
                      </m:den>
                    </m:f>
                    <m:r>
                      <a:rPr lang="en-IN" b="0" i="1" smtClean="0">
                        <a:latin typeface="Cambria Math"/>
                      </a:rPr>
                      <m:t>=</m:t>
                    </m:r>
                    <m:r>
                      <a:rPr lang="en-IN" b="0" i="1" smtClean="0">
                        <a:latin typeface="Cambria Math"/>
                      </a:rPr>
                      <m:t>𝑥𝑦</m:t>
                    </m:r>
                    <m:r>
                      <a:rPr lang="en-IN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IN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 smtClean="0"/>
                  <a:t> given that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IN" i="1">
                            <a:latin typeface="Cambria Math"/>
                          </a:rPr>
                        </m:ctrlPr>
                      </m:dPr>
                      <m:e>
                        <m:r>
                          <a:rPr lang="en-IN" i="1">
                            <a:latin typeface="Cambria Math"/>
                          </a:rPr>
                          <m:t>0</m:t>
                        </m:r>
                      </m:e>
                    </m:d>
                    <m:r>
                      <a:rPr lang="en-IN" i="1">
                        <a:latin typeface="Cambria Math"/>
                      </a:rPr>
                      <m:t>=1</m:t>
                    </m:r>
                  </m:oMath>
                </a14:m>
                <a:endParaRPr lang="en-IN" b="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31" t="-11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14560" y="2723400"/>
              <a:ext cx="7742160" cy="3036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200" y="2714040"/>
                <a:ext cx="7760880" cy="30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660960" y="3886200"/>
              <a:ext cx="4825440" cy="23918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1600" y="3876840"/>
                <a:ext cx="4844160" cy="241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/>
              <p14:cNvContentPartPr/>
              <p14:nvPr/>
            </p14:nvContentPartPr>
            <p14:xfrm>
              <a:off x="107280" y="2696760"/>
              <a:ext cx="7760160" cy="158976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920" y="2687400"/>
                <a:ext cx="7778880" cy="160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378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14560" y="304800"/>
              <a:ext cx="7742160" cy="3036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200" y="295440"/>
                <a:ext cx="7760880" cy="30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473400" y="1553760"/>
              <a:ext cx="4152600" cy="4027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4040" y="1544400"/>
                <a:ext cx="4171320" cy="40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/>
              <p14:cNvContentPartPr/>
              <p14:nvPr/>
            </p14:nvContentPartPr>
            <p14:xfrm>
              <a:off x="910800" y="642960"/>
              <a:ext cx="7572960" cy="58582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1440" y="633600"/>
                <a:ext cx="7591680" cy="587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7911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669960" y="160560"/>
              <a:ext cx="7117200" cy="50637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0600" y="151200"/>
                <a:ext cx="7135920" cy="508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0633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50200" y="0"/>
              <a:ext cx="7965720" cy="62334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840" y="-9360"/>
                <a:ext cx="7984440" cy="625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138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38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281</TotalTime>
  <Words>111</Words>
  <Application>Microsoft Office PowerPoint</Application>
  <PresentationFormat>On-screen Show (4:3)</PresentationFormat>
  <Paragraphs>22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Opulent</vt:lpstr>
      <vt:lpstr>R-K METHOD</vt:lpstr>
      <vt:lpstr>RUNGE KUTTA Method</vt:lpstr>
      <vt:lpstr>Working Formula OF ORDER 4</vt:lpstr>
      <vt:lpstr>Example1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Milne’s method</dc:title>
  <dc:creator>UEM</dc:creator>
  <cp:lastModifiedBy>UEM</cp:lastModifiedBy>
  <cp:revision>16</cp:revision>
  <dcterms:created xsi:type="dcterms:W3CDTF">2006-08-16T00:00:00Z</dcterms:created>
  <dcterms:modified xsi:type="dcterms:W3CDTF">2021-03-03T09:13:51Z</dcterms:modified>
</cp:coreProperties>
</file>